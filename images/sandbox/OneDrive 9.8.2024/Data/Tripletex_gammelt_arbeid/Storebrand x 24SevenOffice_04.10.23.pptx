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ags/tag1.xml" ContentType="application/vnd.openxmlformats-officedocument.presentationml.tags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6" r:id="rId5"/>
    <p:sldMasterId id="2147483731" r:id="rId6"/>
  </p:sldMasterIdLst>
  <p:notesMasterIdLst>
    <p:notesMasterId r:id="rId13"/>
  </p:notesMasterIdLst>
  <p:sldIdLst>
    <p:sldId id="2147197046" r:id="rId7"/>
    <p:sldId id="2145706445" r:id="rId8"/>
    <p:sldId id="2145706446" r:id="rId9"/>
    <p:sldId id="2147197049" r:id="rId10"/>
    <p:sldId id="2147197051" r:id="rId11"/>
    <p:sldId id="2147197047" r:id="rId1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CC1E31-CC13-3F9B-5837-F7455B149FFD}" v="3" dt="2024-07-09T09:27:06.6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ekken, Runar" userId="S::runar.blekken@storebrand.no::45b83603-89e0-433b-9063-561f8760c2ba" providerId="AD" clId="Web-{940239B7-043E-1B28-4C00-B0FA6DC028D9}"/>
    <pc:docChg chg="modSld">
      <pc:chgData name="Blekken, Runar" userId="S::runar.blekken@storebrand.no::45b83603-89e0-433b-9063-561f8760c2ba" providerId="AD" clId="Web-{940239B7-043E-1B28-4C00-B0FA6DC028D9}" dt="2023-12-13T12:23:08.142" v="0" actId="14100"/>
      <pc:docMkLst>
        <pc:docMk/>
      </pc:docMkLst>
      <pc:sldChg chg="modSp">
        <pc:chgData name="Blekken, Runar" userId="S::runar.blekken@storebrand.no::45b83603-89e0-433b-9063-561f8760c2ba" providerId="AD" clId="Web-{940239B7-043E-1B28-4C00-B0FA6DC028D9}" dt="2023-12-13T12:23:08.142" v="0" actId="14100"/>
        <pc:sldMkLst>
          <pc:docMk/>
          <pc:sldMk cId="4170880601" sldId="2145706446"/>
        </pc:sldMkLst>
        <pc:picChg chg="mod">
          <ac:chgData name="Blekken, Runar" userId="S::runar.blekken@storebrand.no::45b83603-89e0-433b-9063-561f8760c2ba" providerId="AD" clId="Web-{940239B7-043E-1B28-4C00-B0FA6DC028D9}" dt="2023-12-13T12:23:08.142" v="0" actId="14100"/>
          <ac:picMkLst>
            <pc:docMk/>
            <pc:sldMk cId="4170880601" sldId="2145706446"/>
            <ac:picMk id="3" creationId="{7ECCFFCA-82AC-74C0-FE28-9A5FF86CD578}"/>
          </ac:picMkLst>
        </pc:picChg>
      </pc:sldChg>
    </pc:docChg>
  </pc:docChgLst>
  <pc:docChgLst>
    <pc:chgData name="Krogenes, Simen Enok" userId="S::simen.enok.krogenes@storebrand.no::65b1a23f-8ffd-48bc-adf1-ffecc16d619b" providerId="AD" clId="Web-{C1CC1E31-CC13-3F9B-5837-F7455B149FFD}"/>
    <pc:docChg chg="modSld">
      <pc:chgData name="Krogenes, Simen Enok" userId="S::simen.enok.krogenes@storebrand.no::65b1a23f-8ffd-48bc-adf1-ffecc16d619b" providerId="AD" clId="Web-{C1CC1E31-CC13-3F9B-5837-F7455B149FFD}" dt="2024-07-09T09:27:06.605" v="2" actId="1076"/>
      <pc:docMkLst>
        <pc:docMk/>
      </pc:docMkLst>
      <pc:sldChg chg="modSp">
        <pc:chgData name="Krogenes, Simen Enok" userId="S::simen.enok.krogenes@storebrand.no::65b1a23f-8ffd-48bc-adf1-ffecc16d619b" providerId="AD" clId="Web-{C1CC1E31-CC13-3F9B-5837-F7455B149FFD}" dt="2024-07-09T09:27:06.605" v="2" actId="1076"/>
        <pc:sldMkLst>
          <pc:docMk/>
          <pc:sldMk cId="4170880601" sldId="2145706446"/>
        </pc:sldMkLst>
        <pc:picChg chg="mod">
          <ac:chgData name="Krogenes, Simen Enok" userId="S::simen.enok.krogenes@storebrand.no::65b1a23f-8ffd-48bc-adf1-ffecc16d619b" providerId="AD" clId="Web-{C1CC1E31-CC13-3F9B-5837-F7455B149FFD}" dt="2024-07-09T09:27:06.605" v="2" actId="1076"/>
          <ac:picMkLst>
            <pc:docMk/>
            <pc:sldMk cId="4170880601" sldId="2145706446"/>
            <ac:picMk id="3" creationId="{7ECCFFCA-82AC-74C0-FE28-9A5FF86CD5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FD5F14-5C26-4650-A144-8B06DE4EB521}" type="datetimeFigureOut">
              <a:rPr lang="nb-NO" smtClean="0"/>
              <a:t>09.07.2024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8DE59-7F26-41EF-BFC5-DB7C2B980A11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67344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nb-NO" sz="1200">
              <a:solidFill>
                <a:schemeClr val="tx1"/>
              </a:solidFill>
            </a:endParaRPr>
          </a:p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4E68ED-A7AE-4D37-A3FB-47FEC6A308CD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723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4E68ED-A7AE-4D37-A3FB-47FEC6A308CD}" type="slidenum">
              <a:rPr kumimoji="0" lang="nb-N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nb-N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893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ont page_beig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5897F539-4998-4F3A-974F-8971EA9C9D05}"/>
              </a:ext>
            </a:extLst>
          </p:cNvPr>
          <p:cNvSpPr/>
          <p:nvPr/>
        </p:nvSpPr>
        <p:spPr>
          <a:xfrm>
            <a:off x="0" y="1115336"/>
            <a:ext cx="12200656" cy="5742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40" name="Friform 39">
            <a:extLst>
              <a:ext uri="{FF2B5EF4-FFF2-40B4-BE49-F238E27FC236}">
                <a16:creationId xmlns:a16="http://schemas.microsoft.com/office/drawing/2014/main" id="{90B0AA4D-713B-F647-880F-22FA178EC2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286" y="1117200"/>
            <a:ext cx="7818713" cy="5740800"/>
          </a:xfrm>
          <a:custGeom>
            <a:avLst/>
            <a:gdLst>
              <a:gd name="connsiteX0" fmla="*/ 0 w 5870536"/>
              <a:gd name="connsiteY0" fmla="*/ 0 h 4305600"/>
              <a:gd name="connsiteX1" fmla="*/ 5870536 w 5870536"/>
              <a:gd name="connsiteY1" fmla="*/ 0 h 4305600"/>
              <a:gd name="connsiteX2" fmla="*/ 5870536 w 5870536"/>
              <a:gd name="connsiteY2" fmla="*/ 4305600 h 4305600"/>
              <a:gd name="connsiteX3" fmla="*/ 0 w 5870536"/>
              <a:gd name="connsiteY3" fmla="*/ 4305600 h 4305600"/>
              <a:gd name="connsiteX4" fmla="*/ 0 w 5870536"/>
              <a:gd name="connsiteY4" fmla="*/ 4299135 h 4305600"/>
              <a:gd name="connsiteX5" fmla="*/ 92081 w 5870536"/>
              <a:gd name="connsiteY5" fmla="*/ 4294486 h 4305600"/>
              <a:gd name="connsiteX6" fmla="*/ 2024769 w 5870536"/>
              <a:gd name="connsiteY6" fmla="*/ 2152800 h 4305600"/>
              <a:gd name="connsiteX7" fmla="*/ 92081 w 5870536"/>
              <a:gd name="connsiteY7" fmla="*/ 11115 h 4305600"/>
              <a:gd name="connsiteX8" fmla="*/ 0 w 5870536"/>
              <a:gd name="connsiteY8" fmla="*/ 6465 h 43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536" h="4305600">
                <a:moveTo>
                  <a:pt x="0" y="0"/>
                </a:moveTo>
                <a:lnTo>
                  <a:pt x="5870536" y="0"/>
                </a:lnTo>
                <a:lnTo>
                  <a:pt x="5870536" y="4305600"/>
                </a:lnTo>
                <a:lnTo>
                  <a:pt x="0" y="4305600"/>
                </a:lnTo>
                <a:lnTo>
                  <a:pt x="0" y="4299135"/>
                </a:lnTo>
                <a:lnTo>
                  <a:pt x="92081" y="4294486"/>
                </a:lnTo>
                <a:cubicBezTo>
                  <a:pt x="1177643" y="4184241"/>
                  <a:pt x="2024769" y="3267449"/>
                  <a:pt x="2024769" y="2152800"/>
                </a:cubicBezTo>
                <a:cubicBezTo>
                  <a:pt x="2024769" y="1038151"/>
                  <a:pt x="1177643" y="121360"/>
                  <a:pt x="92081" y="11115"/>
                </a:cubicBezTo>
                <a:lnTo>
                  <a:pt x="0" y="646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2160000" tIns="360000" rIns="720000" anchor="t" anchorCtr="1">
            <a:noAutofit/>
          </a:bodyPr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aseline="0">
                <a:solidFill>
                  <a:schemeClr val="tx1"/>
                </a:solidFill>
              </a:defRPr>
            </a:lvl1pPr>
          </a:lstStyle>
          <a:p>
            <a:r>
              <a:rPr lang="nb-NO" sz="1200" err="1"/>
              <a:t>Click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placeholder and </a:t>
            </a:r>
            <a:r>
              <a:rPr lang="nb-NO" sz="1200" err="1"/>
              <a:t>use</a:t>
            </a:r>
            <a:r>
              <a:rPr lang="nb-NO" sz="1200"/>
              <a:t> </a:t>
            </a:r>
            <a:r>
              <a:rPr lang="nb-NO" sz="1200" err="1"/>
              <a:t>button</a:t>
            </a:r>
            <a:r>
              <a:rPr lang="nb-NO" sz="1200"/>
              <a:t> "</a:t>
            </a:r>
            <a:r>
              <a:rPr lang="nb-NO" sz="1200" err="1"/>
              <a:t>Insert</a:t>
            </a:r>
            <a:r>
              <a:rPr lang="nb-NO" sz="1200"/>
              <a:t> image BrandMaster" to </a:t>
            </a:r>
            <a:r>
              <a:rPr lang="nb-NO" sz="1200" err="1"/>
              <a:t>the</a:t>
            </a:r>
            <a:r>
              <a:rPr lang="nb-NO" sz="1200"/>
              <a:t> far right </a:t>
            </a:r>
            <a:r>
              <a:rPr lang="nb-NO" sz="1200" err="1"/>
              <a:t>on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</a:t>
            </a:r>
            <a:r>
              <a:rPr lang="nb-NO" sz="1200" err="1"/>
              <a:t>menu</a:t>
            </a:r>
            <a:r>
              <a:rPr lang="nb-NO" sz="1200"/>
              <a:t> </a:t>
            </a:r>
            <a:br>
              <a:rPr lang="nb-NO" sz="1200"/>
            </a:br>
            <a:r>
              <a:rPr lang="nb-NO" sz="1200"/>
              <a:t>"Sett inn/</a:t>
            </a:r>
            <a:r>
              <a:rPr lang="nb-NO" sz="1200" err="1"/>
              <a:t>Insert</a:t>
            </a:r>
            <a:r>
              <a:rPr lang="nb-NO" sz="1200"/>
              <a:t>/</a:t>
            </a:r>
            <a:r>
              <a:rPr lang="nb-NO" sz="1200" err="1"/>
              <a:t>Infoga</a:t>
            </a:r>
            <a:r>
              <a:rPr lang="nb-NO" sz="1200"/>
              <a:t>". </a:t>
            </a:r>
            <a:endParaRPr lang="nb-NO" sz="1200" noProof="1"/>
          </a:p>
        </p:txBody>
      </p:sp>
      <p:grpSp>
        <p:nvGrpSpPr>
          <p:cNvPr id="115" name="Gruppe 114">
            <a:extLst>
              <a:ext uri="{FF2B5EF4-FFF2-40B4-BE49-F238E27FC236}">
                <a16:creationId xmlns:a16="http://schemas.microsoft.com/office/drawing/2014/main" id="{41E97E57-5157-4765-A889-FD768F44AD8B}"/>
              </a:ext>
            </a:extLst>
          </p:cNvPr>
          <p:cNvGrpSpPr/>
          <p:nvPr/>
        </p:nvGrpSpPr>
        <p:grpSpPr>
          <a:xfrm>
            <a:off x="0" y="7063717"/>
            <a:ext cx="12192000" cy="240000"/>
            <a:chOff x="0" y="5297788"/>
            <a:chExt cx="9144000" cy="372979"/>
          </a:xfrm>
        </p:grpSpPr>
        <p:cxnSp>
          <p:nvCxnSpPr>
            <p:cNvPr id="116" name="Rett linje 115">
              <a:extLst>
                <a:ext uri="{FF2B5EF4-FFF2-40B4-BE49-F238E27FC236}">
                  <a16:creationId xmlns:a16="http://schemas.microsoft.com/office/drawing/2014/main" id="{CB4EC828-AA64-4B3B-BA7F-3939F0DDCC1D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FC708BC3-AF6A-4C2A-A040-E7D2584F5679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6116CDD8-8FA0-499C-8024-98736A2A45BE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F87D2C52-DF01-487F-94E1-3B4808498D4C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D23653C0-3C9E-4DC9-9B20-7CB67F5F9553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2BD9608F-579A-4E69-946E-738146576D95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Rett linje 121">
              <a:extLst>
                <a:ext uri="{FF2B5EF4-FFF2-40B4-BE49-F238E27FC236}">
                  <a16:creationId xmlns:a16="http://schemas.microsoft.com/office/drawing/2014/main" id="{7C61F4DE-2E50-462D-A392-B853CA21D799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Rett linje 122">
              <a:extLst>
                <a:ext uri="{FF2B5EF4-FFF2-40B4-BE49-F238E27FC236}">
                  <a16:creationId xmlns:a16="http://schemas.microsoft.com/office/drawing/2014/main" id="{C04DF60F-3682-4D29-A6CE-7D6AAA8FA5CC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Rett linje 123">
              <a:extLst>
                <a:ext uri="{FF2B5EF4-FFF2-40B4-BE49-F238E27FC236}">
                  <a16:creationId xmlns:a16="http://schemas.microsoft.com/office/drawing/2014/main" id="{E042CA0E-47DC-47FC-897F-70F70BFB366F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3863232C-D53F-48D6-A0E7-CC9B4C60E264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6275ADF1-B804-49A7-96BE-70D8AFECB88C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6A12681A-6F23-4F31-ACA4-1A2E0006D537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Rett linje 127">
              <a:extLst>
                <a:ext uri="{FF2B5EF4-FFF2-40B4-BE49-F238E27FC236}">
                  <a16:creationId xmlns:a16="http://schemas.microsoft.com/office/drawing/2014/main" id="{6CC3DE73-64F8-4D3E-B3A9-935C5F8AA878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FAC273D9-8153-4188-B7CA-F30670E78B13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916C3980-C8A1-45C7-AA35-A88DD771F2A1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E99AC163-1D5E-4BFA-BE31-B64B3B6121BF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E1A62F24-69EB-4117-B6FE-6407220526C9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uppe 132">
            <a:extLst>
              <a:ext uri="{FF2B5EF4-FFF2-40B4-BE49-F238E27FC236}">
                <a16:creationId xmlns:a16="http://schemas.microsoft.com/office/drawing/2014/main" id="{DD3A4283-61B4-4CE7-98B3-DD15277A1CA4}"/>
              </a:ext>
            </a:extLst>
          </p:cNvPr>
          <p:cNvGrpSpPr/>
          <p:nvPr/>
        </p:nvGrpSpPr>
        <p:grpSpPr>
          <a:xfrm>
            <a:off x="-452097" y="1"/>
            <a:ext cx="240000" cy="5661600"/>
            <a:chOff x="-583532" y="1"/>
            <a:chExt cx="372980" cy="4246200"/>
          </a:xfrm>
        </p:grpSpPr>
        <p:cxnSp>
          <p:nvCxnSpPr>
            <p:cNvPr id="166" name="Rett linje 165">
              <a:extLst>
                <a:ext uri="{FF2B5EF4-FFF2-40B4-BE49-F238E27FC236}">
                  <a16:creationId xmlns:a16="http://schemas.microsoft.com/office/drawing/2014/main" id="{AE79378C-6DE6-4A62-A57A-8ADA616F546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-186489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Rett linje 168">
              <a:extLst>
                <a:ext uri="{FF2B5EF4-FFF2-40B4-BE49-F238E27FC236}">
                  <a16:creationId xmlns:a16="http://schemas.microsoft.com/office/drawing/2014/main" id="{DA872C10-59C3-4434-A633-E66C99353B1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2239911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Rett linje 169">
              <a:extLst>
                <a:ext uri="{FF2B5EF4-FFF2-40B4-BE49-F238E27FC236}">
                  <a16:creationId xmlns:a16="http://schemas.microsoft.com/office/drawing/2014/main" id="{71B24215-F01A-485B-A939-3F00F3A22D3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11052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Rett linje 170">
              <a:extLst>
                <a:ext uri="{FF2B5EF4-FFF2-40B4-BE49-F238E27FC236}">
                  <a16:creationId xmlns:a16="http://schemas.microsoft.com/office/drawing/2014/main" id="{ADCFBA45-D34E-4289-B179-5626BD5E2E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35316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Rett linje 171">
              <a:extLst>
                <a:ext uri="{FF2B5EF4-FFF2-40B4-BE49-F238E27FC236}">
                  <a16:creationId xmlns:a16="http://schemas.microsoft.com/office/drawing/2014/main" id="{C8991031-407D-4BDF-A817-F5AE7F4EAEA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3" y="5166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Rett linje 172">
              <a:extLst>
                <a:ext uri="{FF2B5EF4-FFF2-40B4-BE49-F238E27FC236}">
                  <a16:creationId xmlns:a16="http://schemas.microsoft.com/office/drawing/2014/main" id="{7610412E-A155-4674-8251-7706FBEE8D0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17298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Rett linje 173">
              <a:extLst>
                <a:ext uri="{FF2B5EF4-FFF2-40B4-BE49-F238E27FC236}">
                  <a16:creationId xmlns:a16="http://schemas.microsoft.com/office/drawing/2014/main" id="{B43C8BAA-7CFD-4FF4-A348-82C4B4D4433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29430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Rett linje 174">
              <a:extLst>
                <a:ext uri="{FF2B5EF4-FFF2-40B4-BE49-F238E27FC236}">
                  <a16:creationId xmlns:a16="http://schemas.microsoft.com/office/drawing/2014/main" id="{2223CED3-2D78-4D56-9B33-66CAD9F8948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41562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D9CC3CC4-9519-4F39-AF45-4B0686864F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40092" y="1115336"/>
            <a:ext cx="5740800" cy="5742664"/>
          </a:xfrm>
          <a:prstGeom prst="ellipse">
            <a:avLst/>
          </a:prstGeom>
          <a:solidFill>
            <a:schemeClr val="accent2"/>
          </a:solidFill>
        </p:spPr>
        <p:txBody>
          <a:bodyPr lIns="180000" tIns="540000" rIns="180000" bIns="540000" anchor="t">
            <a:normAutofit/>
          </a:bodyPr>
          <a:lstStyle>
            <a:lvl1pPr algn="ctr">
              <a:lnSpc>
                <a:spcPct val="100000"/>
              </a:lnSpc>
              <a:defRPr sz="3333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 noProof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CCF5EDEC-7BE2-4E2E-A936-F04462A3D2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73240" y="5659087"/>
            <a:ext cx="3074504" cy="530927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subtitle</a:t>
            </a:r>
            <a:r>
              <a:rPr lang="nb-NO" noProof="0"/>
              <a:t>, date and presenter</a:t>
            </a:r>
          </a:p>
        </p:txBody>
      </p:sp>
      <p:pic>
        <p:nvPicPr>
          <p:cNvPr id="39" name="Picture 7">
            <a:extLst>
              <a:ext uri="{FF2B5EF4-FFF2-40B4-BE49-F238E27FC236}">
                <a16:creationId xmlns:a16="http://schemas.microsoft.com/office/drawing/2014/main" id="{0157A21E-843C-47D9-9FED-931B78DA68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3" y="428625"/>
            <a:ext cx="2194560" cy="319208"/>
          </a:xfrm>
          <a:prstGeom prst="rect">
            <a:avLst/>
          </a:prstGeom>
        </p:spPr>
      </p:pic>
      <p:sp>
        <p:nvSpPr>
          <p:cNvPr id="34" name="TextBox 7">
            <a:extLst>
              <a:ext uri="{FF2B5EF4-FFF2-40B4-BE49-F238E27FC236}">
                <a16:creationId xmlns:a16="http://schemas.microsoft.com/office/drawing/2014/main" id="{A19D8690-E397-46AC-809D-9330FAEE1E58}"/>
              </a:ext>
            </a:extLst>
          </p:cNvPr>
          <p:cNvSpPr txBox="1"/>
          <p:nvPr userDrawn="1"/>
        </p:nvSpPr>
        <p:spPr>
          <a:xfrm>
            <a:off x="0" y="-383629"/>
            <a:ext cx="25590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Front page - beige circle</a:t>
            </a:r>
            <a:endParaRPr lang="nb-NO" sz="1067" b="1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6269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ont page_red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5897F539-4998-4F3A-974F-8971EA9C9D05}"/>
              </a:ext>
            </a:extLst>
          </p:cNvPr>
          <p:cNvSpPr/>
          <p:nvPr/>
        </p:nvSpPr>
        <p:spPr>
          <a:xfrm>
            <a:off x="1" y="1115336"/>
            <a:ext cx="12191999" cy="5742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grpSp>
        <p:nvGrpSpPr>
          <p:cNvPr id="115" name="Gruppe 114">
            <a:extLst>
              <a:ext uri="{FF2B5EF4-FFF2-40B4-BE49-F238E27FC236}">
                <a16:creationId xmlns:a16="http://schemas.microsoft.com/office/drawing/2014/main" id="{41E97E57-5157-4765-A889-FD768F44AD8B}"/>
              </a:ext>
            </a:extLst>
          </p:cNvPr>
          <p:cNvGrpSpPr/>
          <p:nvPr/>
        </p:nvGrpSpPr>
        <p:grpSpPr>
          <a:xfrm>
            <a:off x="0" y="7063717"/>
            <a:ext cx="12192000" cy="240000"/>
            <a:chOff x="0" y="5297788"/>
            <a:chExt cx="9144000" cy="372979"/>
          </a:xfrm>
        </p:grpSpPr>
        <p:cxnSp>
          <p:nvCxnSpPr>
            <p:cNvPr id="116" name="Rett linje 115">
              <a:extLst>
                <a:ext uri="{FF2B5EF4-FFF2-40B4-BE49-F238E27FC236}">
                  <a16:creationId xmlns:a16="http://schemas.microsoft.com/office/drawing/2014/main" id="{CB4EC828-AA64-4B3B-BA7F-3939F0DDCC1D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FC708BC3-AF6A-4C2A-A040-E7D2584F5679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6116CDD8-8FA0-499C-8024-98736A2A45BE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F87D2C52-DF01-487F-94E1-3B4808498D4C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D23653C0-3C9E-4DC9-9B20-7CB67F5F9553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2BD9608F-579A-4E69-946E-738146576D95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Rett linje 121">
              <a:extLst>
                <a:ext uri="{FF2B5EF4-FFF2-40B4-BE49-F238E27FC236}">
                  <a16:creationId xmlns:a16="http://schemas.microsoft.com/office/drawing/2014/main" id="{7C61F4DE-2E50-462D-A392-B853CA21D799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Rett linje 122">
              <a:extLst>
                <a:ext uri="{FF2B5EF4-FFF2-40B4-BE49-F238E27FC236}">
                  <a16:creationId xmlns:a16="http://schemas.microsoft.com/office/drawing/2014/main" id="{C04DF60F-3682-4D29-A6CE-7D6AAA8FA5CC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Rett linje 123">
              <a:extLst>
                <a:ext uri="{FF2B5EF4-FFF2-40B4-BE49-F238E27FC236}">
                  <a16:creationId xmlns:a16="http://schemas.microsoft.com/office/drawing/2014/main" id="{E042CA0E-47DC-47FC-897F-70F70BFB366F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3863232C-D53F-48D6-A0E7-CC9B4C60E264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6275ADF1-B804-49A7-96BE-70D8AFECB88C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6A12681A-6F23-4F31-ACA4-1A2E0006D537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Rett linje 127">
              <a:extLst>
                <a:ext uri="{FF2B5EF4-FFF2-40B4-BE49-F238E27FC236}">
                  <a16:creationId xmlns:a16="http://schemas.microsoft.com/office/drawing/2014/main" id="{6CC3DE73-64F8-4D3E-B3A9-935C5F8AA878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FAC273D9-8153-4188-B7CA-F30670E78B13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916C3980-C8A1-45C7-AA35-A88DD771F2A1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E99AC163-1D5E-4BFA-BE31-B64B3B6121BF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E1A62F24-69EB-4117-B6FE-6407220526C9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uppe 132">
            <a:extLst>
              <a:ext uri="{FF2B5EF4-FFF2-40B4-BE49-F238E27FC236}">
                <a16:creationId xmlns:a16="http://schemas.microsoft.com/office/drawing/2014/main" id="{DD3A4283-61B4-4CE7-98B3-DD15277A1CA4}"/>
              </a:ext>
            </a:extLst>
          </p:cNvPr>
          <p:cNvGrpSpPr/>
          <p:nvPr/>
        </p:nvGrpSpPr>
        <p:grpSpPr>
          <a:xfrm>
            <a:off x="-452097" y="1"/>
            <a:ext cx="240000" cy="5661600"/>
            <a:chOff x="-583532" y="1"/>
            <a:chExt cx="372980" cy="4246200"/>
          </a:xfrm>
        </p:grpSpPr>
        <p:cxnSp>
          <p:nvCxnSpPr>
            <p:cNvPr id="166" name="Rett linje 165">
              <a:extLst>
                <a:ext uri="{FF2B5EF4-FFF2-40B4-BE49-F238E27FC236}">
                  <a16:creationId xmlns:a16="http://schemas.microsoft.com/office/drawing/2014/main" id="{AE79378C-6DE6-4A62-A57A-8ADA616F546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-186489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Rett linje 168">
              <a:extLst>
                <a:ext uri="{FF2B5EF4-FFF2-40B4-BE49-F238E27FC236}">
                  <a16:creationId xmlns:a16="http://schemas.microsoft.com/office/drawing/2014/main" id="{DA872C10-59C3-4434-A633-E66C99353B1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2239911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Rett linje 169">
              <a:extLst>
                <a:ext uri="{FF2B5EF4-FFF2-40B4-BE49-F238E27FC236}">
                  <a16:creationId xmlns:a16="http://schemas.microsoft.com/office/drawing/2014/main" id="{71B24215-F01A-485B-A939-3F00F3A22D3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11052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Rett linje 170">
              <a:extLst>
                <a:ext uri="{FF2B5EF4-FFF2-40B4-BE49-F238E27FC236}">
                  <a16:creationId xmlns:a16="http://schemas.microsoft.com/office/drawing/2014/main" id="{ADCFBA45-D34E-4289-B179-5626BD5E2E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35316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Rett linje 171">
              <a:extLst>
                <a:ext uri="{FF2B5EF4-FFF2-40B4-BE49-F238E27FC236}">
                  <a16:creationId xmlns:a16="http://schemas.microsoft.com/office/drawing/2014/main" id="{C8991031-407D-4BDF-A817-F5AE7F4EAEA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3" y="5166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Rett linje 172">
              <a:extLst>
                <a:ext uri="{FF2B5EF4-FFF2-40B4-BE49-F238E27FC236}">
                  <a16:creationId xmlns:a16="http://schemas.microsoft.com/office/drawing/2014/main" id="{7610412E-A155-4674-8251-7706FBEE8D0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17298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Rett linje 173">
              <a:extLst>
                <a:ext uri="{FF2B5EF4-FFF2-40B4-BE49-F238E27FC236}">
                  <a16:creationId xmlns:a16="http://schemas.microsoft.com/office/drawing/2014/main" id="{B43C8BAA-7CFD-4FF4-A348-82C4B4D4433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29430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Rett linje 174">
              <a:extLst>
                <a:ext uri="{FF2B5EF4-FFF2-40B4-BE49-F238E27FC236}">
                  <a16:creationId xmlns:a16="http://schemas.microsoft.com/office/drawing/2014/main" id="{2223CED3-2D78-4D56-9B33-66CAD9F8948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41562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D9CC3CC4-9519-4F39-AF45-4B0686864F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2177" y="1117200"/>
            <a:ext cx="5741563" cy="5740800"/>
          </a:xfrm>
          <a:prstGeom prst="ellipse">
            <a:avLst/>
          </a:prstGeom>
          <a:solidFill>
            <a:schemeClr val="accent5"/>
          </a:solidFill>
        </p:spPr>
        <p:txBody>
          <a:bodyPr lIns="180000" tIns="540000" rIns="180000" bIns="540000" anchor="t">
            <a:normAutofit/>
          </a:bodyPr>
          <a:lstStyle>
            <a:lvl1pPr algn="ctr">
              <a:lnSpc>
                <a:spcPct val="100000"/>
              </a:lnSpc>
              <a:defRPr sz="3333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 noProof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CCF5EDEC-7BE2-4E2E-A936-F04462A3D2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73240" y="5659087"/>
            <a:ext cx="3074504" cy="530927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subtitle</a:t>
            </a:r>
            <a:r>
              <a:rPr lang="nb-NO" noProof="0"/>
              <a:t>, date and presenter</a:t>
            </a:r>
          </a:p>
        </p:txBody>
      </p:sp>
      <p:sp>
        <p:nvSpPr>
          <p:cNvPr id="39" name="Friform 38">
            <a:extLst>
              <a:ext uri="{FF2B5EF4-FFF2-40B4-BE49-F238E27FC236}">
                <a16:creationId xmlns:a16="http://schemas.microsoft.com/office/drawing/2014/main" id="{04DD660F-55F5-D349-B4A8-09F41F30CC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285" y="1117200"/>
            <a:ext cx="7818715" cy="5740800"/>
          </a:xfrm>
          <a:custGeom>
            <a:avLst/>
            <a:gdLst>
              <a:gd name="connsiteX0" fmla="*/ 0 w 5870536"/>
              <a:gd name="connsiteY0" fmla="*/ 0 h 4305600"/>
              <a:gd name="connsiteX1" fmla="*/ 5870536 w 5870536"/>
              <a:gd name="connsiteY1" fmla="*/ 0 h 4305600"/>
              <a:gd name="connsiteX2" fmla="*/ 5870536 w 5870536"/>
              <a:gd name="connsiteY2" fmla="*/ 4305600 h 4305600"/>
              <a:gd name="connsiteX3" fmla="*/ 0 w 5870536"/>
              <a:gd name="connsiteY3" fmla="*/ 4305600 h 4305600"/>
              <a:gd name="connsiteX4" fmla="*/ 0 w 5870536"/>
              <a:gd name="connsiteY4" fmla="*/ 4299135 h 4305600"/>
              <a:gd name="connsiteX5" fmla="*/ 92081 w 5870536"/>
              <a:gd name="connsiteY5" fmla="*/ 4294486 h 4305600"/>
              <a:gd name="connsiteX6" fmla="*/ 2024769 w 5870536"/>
              <a:gd name="connsiteY6" fmla="*/ 2152800 h 4305600"/>
              <a:gd name="connsiteX7" fmla="*/ 92081 w 5870536"/>
              <a:gd name="connsiteY7" fmla="*/ 11115 h 4305600"/>
              <a:gd name="connsiteX8" fmla="*/ 0 w 5870536"/>
              <a:gd name="connsiteY8" fmla="*/ 6465 h 43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536" h="4305600">
                <a:moveTo>
                  <a:pt x="0" y="0"/>
                </a:moveTo>
                <a:lnTo>
                  <a:pt x="5870536" y="0"/>
                </a:lnTo>
                <a:lnTo>
                  <a:pt x="5870536" y="4305600"/>
                </a:lnTo>
                <a:lnTo>
                  <a:pt x="0" y="4305600"/>
                </a:lnTo>
                <a:lnTo>
                  <a:pt x="0" y="4299135"/>
                </a:lnTo>
                <a:lnTo>
                  <a:pt x="92081" y="4294486"/>
                </a:lnTo>
                <a:cubicBezTo>
                  <a:pt x="1177643" y="4184241"/>
                  <a:pt x="2024769" y="3267449"/>
                  <a:pt x="2024769" y="2152800"/>
                </a:cubicBezTo>
                <a:cubicBezTo>
                  <a:pt x="2024769" y="1038151"/>
                  <a:pt x="1177643" y="121360"/>
                  <a:pt x="92081" y="11115"/>
                </a:cubicBezTo>
                <a:lnTo>
                  <a:pt x="0" y="646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2160000" tIns="360000" rIns="720000" anchor="t" anchorCtr="1">
            <a:noAutofit/>
          </a:bodyPr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aseline="0">
                <a:solidFill>
                  <a:schemeClr val="tx1"/>
                </a:solidFill>
              </a:defRPr>
            </a:lvl1pPr>
          </a:lstStyle>
          <a:p>
            <a:r>
              <a:rPr lang="nb-NO" sz="1200" err="1"/>
              <a:t>Click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placeholder and </a:t>
            </a:r>
            <a:r>
              <a:rPr lang="nb-NO" sz="1200" err="1"/>
              <a:t>use</a:t>
            </a:r>
            <a:r>
              <a:rPr lang="nb-NO" sz="1200"/>
              <a:t> </a:t>
            </a:r>
            <a:r>
              <a:rPr lang="nb-NO" sz="1200" err="1"/>
              <a:t>button</a:t>
            </a:r>
            <a:r>
              <a:rPr lang="nb-NO" sz="1200"/>
              <a:t> "</a:t>
            </a:r>
            <a:r>
              <a:rPr lang="nb-NO" sz="1200" err="1"/>
              <a:t>Insert</a:t>
            </a:r>
            <a:r>
              <a:rPr lang="nb-NO" sz="1200"/>
              <a:t> image BrandMaster" to </a:t>
            </a:r>
            <a:r>
              <a:rPr lang="nb-NO" sz="1200" err="1"/>
              <a:t>the</a:t>
            </a:r>
            <a:r>
              <a:rPr lang="nb-NO" sz="1200"/>
              <a:t> far right </a:t>
            </a:r>
            <a:r>
              <a:rPr lang="nb-NO" sz="1200" err="1"/>
              <a:t>on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</a:t>
            </a:r>
            <a:r>
              <a:rPr lang="nb-NO" sz="1200" err="1"/>
              <a:t>menu</a:t>
            </a:r>
            <a:r>
              <a:rPr lang="nb-NO" sz="1200"/>
              <a:t> </a:t>
            </a:r>
            <a:br>
              <a:rPr lang="nb-NO" sz="1200"/>
            </a:br>
            <a:r>
              <a:rPr lang="nb-NO" sz="1200"/>
              <a:t>"Sett inn/</a:t>
            </a:r>
            <a:r>
              <a:rPr lang="nb-NO" sz="1200" err="1"/>
              <a:t>Insert</a:t>
            </a:r>
            <a:r>
              <a:rPr lang="nb-NO" sz="1200"/>
              <a:t>/</a:t>
            </a:r>
            <a:r>
              <a:rPr lang="nb-NO" sz="1200" err="1"/>
              <a:t>Infoga</a:t>
            </a:r>
            <a:r>
              <a:rPr lang="nb-NO" sz="1200"/>
              <a:t>". </a:t>
            </a:r>
            <a:endParaRPr lang="nb-NO" sz="1200" noProof="1"/>
          </a:p>
        </p:txBody>
      </p:sp>
      <p:pic>
        <p:nvPicPr>
          <p:cNvPr id="41" name="Picture 7">
            <a:extLst>
              <a:ext uri="{FF2B5EF4-FFF2-40B4-BE49-F238E27FC236}">
                <a16:creationId xmlns:a16="http://schemas.microsoft.com/office/drawing/2014/main" id="{7134585D-7D89-499D-AE4A-08D66B6839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3" y="428625"/>
            <a:ext cx="2194560" cy="319208"/>
          </a:xfrm>
          <a:prstGeom prst="rect">
            <a:avLst/>
          </a:prstGeom>
        </p:spPr>
      </p:pic>
      <p:sp>
        <p:nvSpPr>
          <p:cNvPr id="34" name="TextBox 7">
            <a:extLst>
              <a:ext uri="{FF2B5EF4-FFF2-40B4-BE49-F238E27FC236}">
                <a16:creationId xmlns:a16="http://schemas.microsoft.com/office/drawing/2014/main" id="{450DCE6E-580F-4439-AA6B-2CA90BC4998A}"/>
              </a:ext>
            </a:extLst>
          </p:cNvPr>
          <p:cNvSpPr txBox="1"/>
          <p:nvPr userDrawn="1"/>
        </p:nvSpPr>
        <p:spPr>
          <a:xfrm>
            <a:off x="0" y="-383629"/>
            <a:ext cx="25590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Front page - red circle</a:t>
            </a:r>
            <a:endParaRPr lang="nb-NO" sz="1067" b="1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760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ont page - transparent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ssholder for bilde 68">
            <a:extLst>
              <a:ext uri="{FF2B5EF4-FFF2-40B4-BE49-F238E27FC236}">
                <a16:creationId xmlns:a16="http://schemas.microsoft.com/office/drawing/2014/main" id="{2D72BCA1-2054-40FB-9E68-F6EC5885D03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1124277"/>
            <a:ext cx="12191997" cy="5733719"/>
          </a:xfrm>
          <a:prstGeom prst="rect">
            <a:avLst/>
          </a:prstGeom>
          <a:solidFill>
            <a:schemeClr val="accent1"/>
          </a:solidFill>
        </p:spPr>
        <p:txBody>
          <a:bodyPr wrap="square" lIns="5760000" tIns="360000" rIns="360000">
            <a:noAutofit/>
          </a:bodyPr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aseline="0">
                <a:solidFill>
                  <a:schemeClr val="tx1"/>
                </a:solidFill>
              </a:defRPr>
            </a:lvl1pPr>
          </a:lstStyle>
          <a:p>
            <a:r>
              <a:rPr lang="nb-NO" sz="1200" err="1"/>
              <a:t>Click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placeholder and </a:t>
            </a:r>
            <a:r>
              <a:rPr lang="nb-NO" sz="1200" err="1"/>
              <a:t>use</a:t>
            </a:r>
            <a:r>
              <a:rPr lang="nb-NO" sz="1200"/>
              <a:t> </a:t>
            </a:r>
            <a:r>
              <a:rPr lang="nb-NO" sz="1200" err="1"/>
              <a:t>button</a:t>
            </a:r>
            <a:r>
              <a:rPr lang="nb-NO" sz="1200"/>
              <a:t> "</a:t>
            </a:r>
            <a:r>
              <a:rPr lang="nb-NO" sz="1200" err="1"/>
              <a:t>Insert</a:t>
            </a:r>
            <a:r>
              <a:rPr lang="nb-NO" sz="1200"/>
              <a:t> image BrandMaster" to </a:t>
            </a:r>
            <a:r>
              <a:rPr lang="nb-NO" sz="1200" err="1"/>
              <a:t>the</a:t>
            </a:r>
            <a:r>
              <a:rPr lang="nb-NO" sz="1200"/>
              <a:t> far right </a:t>
            </a:r>
            <a:r>
              <a:rPr lang="nb-NO" sz="1200" err="1"/>
              <a:t>on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</a:t>
            </a:r>
            <a:r>
              <a:rPr lang="nb-NO" sz="1200" err="1"/>
              <a:t>menu</a:t>
            </a:r>
            <a:r>
              <a:rPr lang="nb-NO" sz="1200"/>
              <a:t> </a:t>
            </a:r>
            <a:br>
              <a:rPr lang="nb-NO" sz="1200"/>
            </a:br>
            <a:r>
              <a:rPr lang="nb-NO" sz="1200"/>
              <a:t>"Sett inn/</a:t>
            </a:r>
            <a:r>
              <a:rPr lang="nb-NO" sz="1200" err="1"/>
              <a:t>Insert</a:t>
            </a:r>
            <a:r>
              <a:rPr lang="nb-NO" sz="1200"/>
              <a:t>/</a:t>
            </a:r>
            <a:r>
              <a:rPr lang="nb-NO" sz="1200" err="1"/>
              <a:t>Infoga</a:t>
            </a:r>
            <a:r>
              <a:rPr lang="nb-NO" sz="1200"/>
              <a:t>". </a:t>
            </a:r>
            <a:endParaRPr lang="nb-NO" sz="1200" noProof="1"/>
          </a:p>
        </p:txBody>
      </p:sp>
      <p:grpSp>
        <p:nvGrpSpPr>
          <p:cNvPr id="110" name="Gruppe 109">
            <a:extLst>
              <a:ext uri="{FF2B5EF4-FFF2-40B4-BE49-F238E27FC236}">
                <a16:creationId xmlns:a16="http://schemas.microsoft.com/office/drawing/2014/main" id="{1B3532F1-75B2-4B89-8D54-B558D3A0381A}"/>
              </a:ext>
            </a:extLst>
          </p:cNvPr>
          <p:cNvGrpSpPr/>
          <p:nvPr/>
        </p:nvGrpSpPr>
        <p:grpSpPr>
          <a:xfrm>
            <a:off x="0" y="7063717"/>
            <a:ext cx="12192000" cy="240000"/>
            <a:chOff x="0" y="5297788"/>
            <a:chExt cx="9144000" cy="372979"/>
          </a:xfrm>
        </p:grpSpPr>
        <p:cxnSp>
          <p:nvCxnSpPr>
            <p:cNvPr id="111" name="Rett linje 110">
              <a:extLst>
                <a:ext uri="{FF2B5EF4-FFF2-40B4-BE49-F238E27FC236}">
                  <a16:creationId xmlns:a16="http://schemas.microsoft.com/office/drawing/2014/main" id="{527937BC-D6B0-49F0-86F5-A93DE3740C8B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Rett linje 111">
              <a:extLst>
                <a:ext uri="{FF2B5EF4-FFF2-40B4-BE49-F238E27FC236}">
                  <a16:creationId xmlns:a16="http://schemas.microsoft.com/office/drawing/2014/main" id="{91E1C51D-B6BE-4B47-B10A-B03BCDA0AABA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Rett linje 112">
              <a:extLst>
                <a:ext uri="{FF2B5EF4-FFF2-40B4-BE49-F238E27FC236}">
                  <a16:creationId xmlns:a16="http://schemas.microsoft.com/office/drawing/2014/main" id="{967F5C84-191E-457D-A864-B29EC08F0B6F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Rett linje 113">
              <a:extLst>
                <a:ext uri="{FF2B5EF4-FFF2-40B4-BE49-F238E27FC236}">
                  <a16:creationId xmlns:a16="http://schemas.microsoft.com/office/drawing/2014/main" id="{DE4F3DC6-A2E4-4567-8252-264776AF36CF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Rett linje 114">
              <a:extLst>
                <a:ext uri="{FF2B5EF4-FFF2-40B4-BE49-F238E27FC236}">
                  <a16:creationId xmlns:a16="http://schemas.microsoft.com/office/drawing/2014/main" id="{D621A3D7-7C09-4DE4-93E0-8866786801E2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Rett linje 115">
              <a:extLst>
                <a:ext uri="{FF2B5EF4-FFF2-40B4-BE49-F238E27FC236}">
                  <a16:creationId xmlns:a16="http://schemas.microsoft.com/office/drawing/2014/main" id="{A2D3573C-C4BE-4A7C-8A65-ECC0A791F821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52FB9399-120E-4F03-993D-B32CD505FC90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7E898101-6865-407F-AAA6-5CABDB47FDF2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ABB597C0-915A-4164-8A8F-11634CA3BDDD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8F63A98A-1D73-4A0C-BE12-77B597748CB4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9900E21B-838D-4A29-9FC9-6A9F8F0BF0E8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Rett linje 121">
              <a:extLst>
                <a:ext uri="{FF2B5EF4-FFF2-40B4-BE49-F238E27FC236}">
                  <a16:creationId xmlns:a16="http://schemas.microsoft.com/office/drawing/2014/main" id="{385C1CEC-E3FB-444C-B81F-AD20A2AC6ED8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Rett linje 122">
              <a:extLst>
                <a:ext uri="{FF2B5EF4-FFF2-40B4-BE49-F238E27FC236}">
                  <a16:creationId xmlns:a16="http://schemas.microsoft.com/office/drawing/2014/main" id="{83E866E0-84AB-43E4-B18A-E8C67B02D1D0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Rett linje 123">
              <a:extLst>
                <a:ext uri="{FF2B5EF4-FFF2-40B4-BE49-F238E27FC236}">
                  <a16:creationId xmlns:a16="http://schemas.microsoft.com/office/drawing/2014/main" id="{03345610-7724-433B-A6E6-E952730169C8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21E8E08D-4961-41A3-BA37-C4A85E58CB3B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42CEEA11-3C6F-419B-9A41-D98FC00664C8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3FCFEB0B-4112-4FFA-BF3C-F51CA53ED454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uppe 127">
            <a:extLst>
              <a:ext uri="{FF2B5EF4-FFF2-40B4-BE49-F238E27FC236}">
                <a16:creationId xmlns:a16="http://schemas.microsoft.com/office/drawing/2014/main" id="{3694025E-2D26-460A-8C04-2695F577ED1A}"/>
              </a:ext>
            </a:extLst>
          </p:cNvPr>
          <p:cNvGrpSpPr/>
          <p:nvPr/>
        </p:nvGrpSpPr>
        <p:grpSpPr>
          <a:xfrm>
            <a:off x="-452097" y="1"/>
            <a:ext cx="240000" cy="5661600"/>
            <a:chOff x="-583532" y="1"/>
            <a:chExt cx="372980" cy="4246200"/>
          </a:xfrm>
        </p:grpSpPr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09420FB4-778D-47AD-B4F6-F02261DAE97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-186489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0E64E137-181E-4F59-BFC0-26B0D4553D0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2239911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F2CCD71F-364D-4FCA-9957-C2AB2849C7F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11052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81327B8B-BB12-4BD4-9C1F-887ED48A558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35316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Rett linje 132">
              <a:extLst>
                <a:ext uri="{FF2B5EF4-FFF2-40B4-BE49-F238E27FC236}">
                  <a16:creationId xmlns:a16="http://schemas.microsoft.com/office/drawing/2014/main" id="{D80CC957-8B3D-4BDD-9CE5-BAB79B93112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3" y="5166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Rett linje 133">
              <a:extLst>
                <a:ext uri="{FF2B5EF4-FFF2-40B4-BE49-F238E27FC236}">
                  <a16:creationId xmlns:a16="http://schemas.microsoft.com/office/drawing/2014/main" id="{1AFE4748-6AE4-4A10-A07A-5D7E444BFA4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17298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Rett linje 134">
              <a:extLst>
                <a:ext uri="{FF2B5EF4-FFF2-40B4-BE49-F238E27FC236}">
                  <a16:creationId xmlns:a16="http://schemas.microsoft.com/office/drawing/2014/main" id="{5478521E-9441-4E47-9364-2EC7B381944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29430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Rett linje 135">
              <a:extLst>
                <a:ext uri="{FF2B5EF4-FFF2-40B4-BE49-F238E27FC236}">
                  <a16:creationId xmlns:a16="http://schemas.microsoft.com/office/drawing/2014/main" id="{2CDCF340-1AF5-4414-BFB0-1764E129FF3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41562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Title 1">
            <a:extLst>
              <a:ext uri="{FF2B5EF4-FFF2-40B4-BE49-F238E27FC236}">
                <a16:creationId xmlns:a16="http://schemas.microsoft.com/office/drawing/2014/main" id="{6A11A90F-BED1-423B-A488-9D1A82039A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2177" y="1117200"/>
            <a:ext cx="5741563" cy="5740800"/>
          </a:xfrm>
          <a:prstGeom prst="ellipse">
            <a:avLst/>
          </a:prstGeom>
          <a:solidFill>
            <a:schemeClr val="bg1">
              <a:alpha val="60000"/>
            </a:schemeClr>
          </a:solidFill>
        </p:spPr>
        <p:txBody>
          <a:bodyPr lIns="180000" tIns="540000" rIns="180000" bIns="540000" anchor="t">
            <a:normAutofit/>
          </a:bodyPr>
          <a:lstStyle>
            <a:lvl1pPr algn="ctr">
              <a:lnSpc>
                <a:spcPct val="100000"/>
              </a:lnSpc>
              <a:defRPr sz="3333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 noProof="0"/>
          </a:p>
        </p:txBody>
      </p:sp>
      <p:sp>
        <p:nvSpPr>
          <p:cNvPr id="140" name="Plassholder for tekst 3">
            <a:extLst>
              <a:ext uri="{FF2B5EF4-FFF2-40B4-BE49-F238E27FC236}">
                <a16:creationId xmlns:a16="http://schemas.microsoft.com/office/drawing/2014/main" id="{0F64306D-751C-4500-887B-BA4C098C02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73240" y="5659087"/>
            <a:ext cx="3074504" cy="530927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subtitle</a:t>
            </a:r>
            <a:r>
              <a:rPr lang="nb-NO" noProof="0"/>
              <a:t>, date and presenter</a:t>
            </a:r>
          </a:p>
        </p:txBody>
      </p:sp>
      <p:pic>
        <p:nvPicPr>
          <p:cNvPr id="39" name="Picture 7">
            <a:extLst>
              <a:ext uri="{FF2B5EF4-FFF2-40B4-BE49-F238E27FC236}">
                <a16:creationId xmlns:a16="http://schemas.microsoft.com/office/drawing/2014/main" id="{D495E331-F42F-4B80-A97B-F35B5AC2FC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3" y="428625"/>
            <a:ext cx="2194560" cy="319208"/>
          </a:xfrm>
          <a:prstGeom prst="rect">
            <a:avLst/>
          </a:prstGeom>
        </p:spPr>
      </p:pic>
      <p:sp>
        <p:nvSpPr>
          <p:cNvPr id="33" name="TextBox 7">
            <a:extLst>
              <a:ext uri="{FF2B5EF4-FFF2-40B4-BE49-F238E27FC236}">
                <a16:creationId xmlns:a16="http://schemas.microsoft.com/office/drawing/2014/main" id="{DEF1E5AC-2ECA-4E30-BE08-A7DFB0D98921}"/>
              </a:ext>
            </a:extLst>
          </p:cNvPr>
          <p:cNvSpPr txBox="1"/>
          <p:nvPr userDrawn="1"/>
        </p:nvSpPr>
        <p:spPr>
          <a:xfrm>
            <a:off x="0" y="-383629"/>
            <a:ext cx="25590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Front page - beige circle</a:t>
            </a:r>
            <a:endParaRPr lang="nb-NO" sz="1067" b="1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28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ont page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>
            <a:extLst>
              <a:ext uri="{FF2B5EF4-FFF2-40B4-BE49-F238E27FC236}">
                <a16:creationId xmlns:a16="http://schemas.microsoft.com/office/drawing/2014/main" id="{0FDB234A-25BE-4ED9-8E5C-E01BC39A9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45" y="1124278"/>
            <a:ext cx="5337599" cy="5756885"/>
          </a:xfrm>
          <a:prstGeom prst="rect">
            <a:avLst/>
          </a:prstGeom>
          <a:solidFill>
            <a:schemeClr val="accent1"/>
          </a:solidFill>
        </p:spPr>
        <p:txBody>
          <a:bodyPr lIns="396000" tIns="720000" rIns="540000" anchor="t">
            <a:normAutofit/>
          </a:bodyPr>
          <a:lstStyle>
            <a:lvl1pPr algn="l">
              <a:lnSpc>
                <a:spcPct val="100000"/>
              </a:lnSpc>
              <a:defRPr sz="3333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 noProof="0"/>
          </a:p>
        </p:txBody>
      </p:sp>
      <p:sp>
        <p:nvSpPr>
          <p:cNvPr id="107" name="Plassholder for bilde 68">
            <a:extLst>
              <a:ext uri="{FF2B5EF4-FFF2-40B4-BE49-F238E27FC236}">
                <a16:creationId xmlns:a16="http://schemas.microsoft.com/office/drawing/2014/main" id="{5F9EABFC-F39B-42BE-AB00-4A42162796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42666" y="1124277"/>
            <a:ext cx="6858001" cy="5733719"/>
          </a:xfrm>
          <a:prstGeom prst="rect">
            <a:avLst/>
          </a:prstGeom>
          <a:solidFill>
            <a:schemeClr val="accent1"/>
          </a:solidFill>
        </p:spPr>
        <p:txBody>
          <a:bodyPr wrap="square" lIns="360000" tIns="360000" rIns="360000"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aseline="0">
                <a:solidFill>
                  <a:schemeClr val="tx1"/>
                </a:solidFill>
              </a:defRPr>
            </a:lvl1pPr>
          </a:lstStyle>
          <a:p>
            <a:r>
              <a:rPr lang="nb-NO" sz="1200" err="1"/>
              <a:t>Click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placeholder and </a:t>
            </a:r>
            <a:r>
              <a:rPr lang="nb-NO" sz="1200" err="1"/>
              <a:t>use</a:t>
            </a:r>
            <a:r>
              <a:rPr lang="nb-NO" sz="1200"/>
              <a:t> </a:t>
            </a:r>
            <a:r>
              <a:rPr lang="nb-NO" sz="1200" err="1"/>
              <a:t>button</a:t>
            </a:r>
            <a:r>
              <a:rPr lang="nb-NO" sz="1200"/>
              <a:t> "</a:t>
            </a:r>
            <a:r>
              <a:rPr lang="nb-NO" sz="1200" err="1"/>
              <a:t>Insert</a:t>
            </a:r>
            <a:r>
              <a:rPr lang="nb-NO" sz="1200"/>
              <a:t> image BrandMaster" to </a:t>
            </a:r>
            <a:r>
              <a:rPr lang="nb-NO" sz="1200" err="1"/>
              <a:t>the</a:t>
            </a:r>
            <a:r>
              <a:rPr lang="nb-NO" sz="1200"/>
              <a:t> far right </a:t>
            </a:r>
            <a:r>
              <a:rPr lang="nb-NO" sz="1200" err="1"/>
              <a:t>on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</a:t>
            </a:r>
            <a:r>
              <a:rPr lang="nb-NO" sz="1200" err="1"/>
              <a:t>menu</a:t>
            </a:r>
            <a:r>
              <a:rPr lang="nb-NO" sz="1200"/>
              <a:t> "Sett inn/</a:t>
            </a:r>
            <a:r>
              <a:rPr lang="nb-NO" sz="1200" err="1"/>
              <a:t>Insert</a:t>
            </a:r>
            <a:r>
              <a:rPr lang="nb-NO" sz="1200"/>
              <a:t>/</a:t>
            </a:r>
            <a:r>
              <a:rPr lang="nb-NO" sz="1200" err="1"/>
              <a:t>Infoga</a:t>
            </a:r>
            <a:r>
              <a:rPr lang="nb-NO" sz="1200"/>
              <a:t>". </a:t>
            </a:r>
            <a:endParaRPr lang="nb-NO" sz="1200" noProof="1"/>
          </a:p>
        </p:txBody>
      </p:sp>
      <p:sp>
        <p:nvSpPr>
          <p:cNvPr id="110" name="Subtitle 2">
            <a:extLst>
              <a:ext uri="{FF2B5EF4-FFF2-40B4-BE49-F238E27FC236}">
                <a16:creationId xmlns:a16="http://schemas.microsoft.com/office/drawing/2014/main" id="{E1B6D29B-6F5E-44C0-911C-6F4BB653BB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" y="4453107"/>
            <a:ext cx="5336401" cy="2428055"/>
          </a:xfrm>
          <a:prstGeom prst="rect">
            <a:avLst/>
          </a:prstGeom>
        </p:spPr>
        <p:txBody>
          <a:bodyPr lIns="396000" tIns="0" rIns="540000" bIns="540000" anchor="b" anchorCtr="0">
            <a:normAutofit/>
          </a:bodyPr>
          <a:lstStyle>
            <a:lvl1pPr marL="0" indent="0" algn="l"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subtitle</a:t>
            </a:r>
            <a:r>
              <a:rPr lang="nb-NO" noProof="0"/>
              <a:t>, date and presenter</a:t>
            </a:r>
          </a:p>
        </p:txBody>
      </p:sp>
      <p:grpSp>
        <p:nvGrpSpPr>
          <p:cNvPr id="111" name="Gruppe 110">
            <a:extLst>
              <a:ext uri="{FF2B5EF4-FFF2-40B4-BE49-F238E27FC236}">
                <a16:creationId xmlns:a16="http://schemas.microsoft.com/office/drawing/2014/main" id="{65D51732-CDC3-4788-B527-FA9742D603EB}"/>
              </a:ext>
            </a:extLst>
          </p:cNvPr>
          <p:cNvGrpSpPr/>
          <p:nvPr/>
        </p:nvGrpSpPr>
        <p:grpSpPr>
          <a:xfrm>
            <a:off x="-1524003" y="0"/>
            <a:ext cx="497307" cy="1617600"/>
            <a:chOff x="-431132" y="152401"/>
            <a:chExt cx="372980" cy="1213200"/>
          </a:xfrm>
        </p:grpSpPr>
        <p:cxnSp>
          <p:nvCxnSpPr>
            <p:cNvPr id="112" name="Rett linje 111">
              <a:extLst>
                <a:ext uri="{FF2B5EF4-FFF2-40B4-BE49-F238E27FC236}">
                  <a16:creationId xmlns:a16="http://schemas.microsoft.com/office/drawing/2014/main" id="{A35DAAA4-97FE-4121-AEC7-1A262BE3877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44642" y="-34089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Rett linje 112">
              <a:extLst>
                <a:ext uri="{FF2B5EF4-FFF2-40B4-BE49-F238E27FC236}">
                  <a16:creationId xmlns:a16="http://schemas.microsoft.com/office/drawing/2014/main" id="{CCF048B8-0393-43A7-9D28-82086BCAE8F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166152" y="12576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uppe 114">
            <a:extLst>
              <a:ext uri="{FF2B5EF4-FFF2-40B4-BE49-F238E27FC236}">
                <a16:creationId xmlns:a16="http://schemas.microsoft.com/office/drawing/2014/main" id="{41E97E57-5157-4765-A889-FD768F44AD8B}"/>
              </a:ext>
            </a:extLst>
          </p:cNvPr>
          <p:cNvGrpSpPr/>
          <p:nvPr/>
        </p:nvGrpSpPr>
        <p:grpSpPr>
          <a:xfrm>
            <a:off x="0" y="7063717"/>
            <a:ext cx="12192000" cy="240000"/>
            <a:chOff x="0" y="5297788"/>
            <a:chExt cx="9144000" cy="372979"/>
          </a:xfrm>
        </p:grpSpPr>
        <p:cxnSp>
          <p:nvCxnSpPr>
            <p:cNvPr id="116" name="Rett linje 115">
              <a:extLst>
                <a:ext uri="{FF2B5EF4-FFF2-40B4-BE49-F238E27FC236}">
                  <a16:creationId xmlns:a16="http://schemas.microsoft.com/office/drawing/2014/main" id="{CB4EC828-AA64-4B3B-BA7F-3939F0DDCC1D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FC708BC3-AF6A-4C2A-A040-E7D2584F5679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6116CDD8-8FA0-499C-8024-98736A2A45BE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F87D2C52-DF01-487F-94E1-3B4808498D4C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D23653C0-3C9E-4DC9-9B20-7CB67F5F9553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2BD9608F-579A-4E69-946E-738146576D95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Rett linje 121">
              <a:extLst>
                <a:ext uri="{FF2B5EF4-FFF2-40B4-BE49-F238E27FC236}">
                  <a16:creationId xmlns:a16="http://schemas.microsoft.com/office/drawing/2014/main" id="{7C61F4DE-2E50-462D-A392-B853CA21D799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Rett linje 122">
              <a:extLst>
                <a:ext uri="{FF2B5EF4-FFF2-40B4-BE49-F238E27FC236}">
                  <a16:creationId xmlns:a16="http://schemas.microsoft.com/office/drawing/2014/main" id="{C04DF60F-3682-4D29-A6CE-7D6AAA8FA5CC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Rett linje 123">
              <a:extLst>
                <a:ext uri="{FF2B5EF4-FFF2-40B4-BE49-F238E27FC236}">
                  <a16:creationId xmlns:a16="http://schemas.microsoft.com/office/drawing/2014/main" id="{E042CA0E-47DC-47FC-897F-70F70BFB366F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3863232C-D53F-48D6-A0E7-CC9B4C60E264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6275ADF1-B804-49A7-96BE-70D8AFECB88C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6A12681A-6F23-4F31-ACA4-1A2E0006D537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Rett linje 127">
              <a:extLst>
                <a:ext uri="{FF2B5EF4-FFF2-40B4-BE49-F238E27FC236}">
                  <a16:creationId xmlns:a16="http://schemas.microsoft.com/office/drawing/2014/main" id="{6CC3DE73-64F8-4D3E-B3A9-935C5F8AA878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FAC273D9-8153-4188-B7CA-F30670E78B13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916C3980-C8A1-45C7-AA35-A88DD771F2A1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E99AC163-1D5E-4BFA-BE31-B64B3B6121BF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E1A62F24-69EB-4117-B6FE-6407220526C9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7">
            <a:extLst>
              <a:ext uri="{FF2B5EF4-FFF2-40B4-BE49-F238E27FC236}">
                <a16:creationId xmlns:a16="http://schemas.microsoft.com/office/drawing/2014/main" id="{2720D104-076B-4179-BA3D-5C2CC88821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3" y="428625"/>
            <a:ext cx="2194560" cy="319208"/>
          </a:xfrm>
          <a:prstGeom prst="rect">
            <a:avLst/>
          </a:prstGeom>
        </p:spPr>
      </p:pic>
      <p:sp>
        <p:nvSpPr>
          <p:cNvPr id="27" name="TextBox 7">
            <a:extLst>
              <a:ext uri="{FF2B5EF4-FFF2-40B4-BE49-F238E27FC236}">
                <a16:creationId xmlns:a16="http://schemas.microsoft.com/office/drawing/2014/main" id="{D3BACD19-54AB-4A02-98B7-DEE274900E4B}"/>
              </a:ext>
            </a:extLst>
          </p:cNvPr>
          <p:cNvSpPr txBox="1"/>
          <p:nvPr userDrawn="1"/>
        </p:nvSpPr>
        <p:spPr>
          <a:xfrm>
            <a:off x="0" y="-383629"/>
            <a:ext cx="25590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Front page - imagee right</a:t>
            </a:r>
            <a:endParaRPr lang="nb-NO" sz="1067" b="1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859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slide - setup 1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ssholder for bilde 37">
            <a:extLst>
              <a:ext uri="{FF2B5EF4-FFF2-40B4-BE49-F238E27FC236}">
                <a16:creationId xmlns:a16="http://schemas.microsoft.com/office/drawing/2014/main" id="{F730DD19-D147-8749-9D91-DD7544913B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868" y="260352"/>
            <a:ext cx="11616265" cy="2976033"/>
          </a:xfrm>
          <a:prstGeom prst="rect">
            <a:avLst/>
          </a:prstGeom>
          <a:solidFill>
            <a:schemeClr val="accent1"/>
          </a:solidFill>
        </p:spPr>
        <p:txBody>
          <a:bodyPr wrap="square" lIns="1800000" tIns="1080000" rIns="1800000" bIns="360000" anchor="ctr" anchorCtr="0">
            <a:noAutofit/>
          </a:bodyPr>
          <a:lstStyle>
            <a:lvl1pPr marL="0" indent="0" algn="ctr">
              <a:buNone/>
              <a:defRPr sz="1200" baseline="0">
                <a:solidFill>
                  <a:schemeClr val="tx1"/>
                </a:solidFill>
              </a:defRPr>
            </a:lvl1pPr>
          </a:lstStyle>
          <a:p>
            <a:r>
              <a:rPr lang="nb-NO" sz="1200" err="1"/>
              <a:t>Click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placeholder and </a:t>
            </a:r>
            <a:r>
              <a:rPr lang="nb-NO" sz="1200" err="1"/>
              <a:t>use</a:t>
            </a:r>
            <a:r>
              <a:rPr lang="nb-NO" sz="1200"/>
              <a:t> </a:t>
            </a:r>
            <a:r>
              <a:rPr lang="nb-NO" sz="1200" err="1"/>
              <a:t>button</a:t>
            </a:r>
            <a:r>
              <a:rPr lang="nb-NO" sz="1200"/>
              <a:t> "</a:t>
            </a:r>
            <a:r>
              <a:rPr lang="nb-NO" sz="1200" err="1"/>
              <a:t>Insert</a:t>
            </a:r>
            <a:r>
              <a:rPr lang="nb-NO" sz="1200"/>
              <a:t> image BrandMaster" to </a:t>
            </a:r>
            <a:r>
              <a:rPr lang="nb-NO" sz="1200" err="1"/>
              <a:t>the</a:t>
            </a:r>
            <a:r>
              <a:rPr lang="nb-NO" sz="1200"/>
              <a:t> far right </a:t>
            </a:r>
            <a:r>
              <a:rPr lang="nb-NO" sz="1200" err="1"/>
              <a:t>on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</a:t>
            </a:r>
            <a:r>
              <a:rPr lang="nb-NO" sz="1200" err="1"/>
              <a:t>menu</a:t>
            </a:r>
            <a:r>
              <a:rPr lang="nb-NO" sz="1200"/>
              <a:t> "Sett inn/</a:t>
            </a:r>
            <a:r>
              <a:rPr lang="nb-NO" sz="1200" err="1"/>
              <a:t>Insert</a:t>
            </a:r>
            <a:r>
              <a:rPr lang="nb-NO" sz="1200"/>
              <a:t>/</a:t>
            </a:r>
            <a:r>
              <a:rPr lang="nb-NO" sz="1200" err="1"/>
              <a:t>Infoga</a:t>
            </a:r>
            <a:r>
              <a:rPr lang="nb-NO" sz="1200"/>
              <a:t>". </a:t>
            </a:r>
            <a:endParaRPr lang="nb-NO" sz="1200" noProof="1"/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6AB49929-9299-194A-9BE2-7462CE651148}"/>
              </a:ext>
            </a:extLst>
          </p:cNvPr>
          <p:cNvSpPr txBox="1"/>
          <p:nvPr/>
        </p:nvSpPr>
        <p:spPr>
          <a:xfrm>
            <a:off x="0" y="-383629"/>
            <a:ext cx="25590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Agendaslide – setup 1 beige</a:t>
            </a:r>
            <a:endParaRPr lang="nb-NO" sz="1067" b="1" noProof="1">
              <a:solidFill>
                <a:schemeClr val="tx1"/>
              </a:solidFill>
            </a:endParaRPr>
          </a:p>
        </p:txBody>
      </p:sp>
      <p:sp>
        <p:nvSpPr>
          <p:cNvPr id="19" name="Punkt 3">
            <a:extLst>
              <a:ext uri="{FF2B5EF4-FFF2-40B4-BE49-F238E27FC236}">
                <a16:creationId xmlns:a16="http://schemas.microsoft.com/office/drawing/2014/main" id="{0BDDDD5F-B39B-44CB-8590-41061AF520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39152" y="4267201"/>
            <a:ext cx="3176171" cy="1292467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8" name="Punkt 2">
            <a:extLst>
              <a:ext uri="{FF2B5EF4-FFF2-40B4-BE49-F238E27FC236}">
                <a16:creationId xmlns:a16="http://schemas.microsoft.com/office/drawing/2014/main" id="{BE7EBC6D-0869-4A2B-A2B3-92895F79D3F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62625" y="4267201"/>
            <a:ext cx="3176171" cy="1292467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6" name="Punkt 1">
            <a:extLst>
              <a:ext uri="{FF2B5EF4-FFF2-40B4-BE49-F238E27FC236}">
                <a16:creationId xmlns:a16="http://schemas.microsoft.com/office/drawing/2014/main" id="{71A44963-E7DC-42AE-B07F-24E15E6631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5734" y="4267201"/>
            <a:ext cx="3177117" cy="129328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15" name="Sirkel 3">
            <a:extLst>
              <a:ext uri="{FF2B5EF4-FFF2-40B4-BE49-F238E27FC236}">
                <a16:creationId xmlns:a16="http://schemas.microsoft.com/office/drawing/2014/main" id="{BC59C7B9-8BC7-46C7-8E41-F2EEB96BED55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9375318" y="2515354"/>
            <a:ext cx="1482964" cy="1482964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2" name="Sirkel 2">
            <a:extLst>
              <a:ext uri="{FF2B5EF4-FFF2-40B4-BE49-F238E27FC236}">
                <a16:creationId xmlns:a16="http://schemas.microsoft.com/office/drawing/2014/main" id="{94559044-034B-48A0-940E-492DC3DB6505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5415517" y="2528054"/>
            <a:ext cx="1482964" cy="1482964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3" name="Sirkel 1">
            <a:extLst>
              <a:ext uri="{FF2B5EF4-FFF2-40B4-BE49-F238E27FC236}">
                <a16:creationId xmlns:a16="http://schemas.microsoft.com/office/drawing/2014/main" id="{C710D693-00AD-4A48-AC9C-A2CF013D61EC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443142" y="2515354"/>
            <a:ext cx="1482964" cy="1482964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B7A2D2C-059E-4DDE-AEC4-04F5E238E0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70" y="548217"/>
            <a:ext cx="11015457" cy="808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change</a:t>
            </a:r>
            <a:r>
              <a:rPr lang="nb-NO" noProof="0"/>
              <a:t> </a:t>
            </a:r>
            <a:r>
              <a:rPr lang="nb-NO" noProof="0" err="1"/>
              <a:t>color</a:t>
            </a:r>
            <a:r>
              <a:rPr lang="nb-NO" noProof="0"/>
              <a:t> to </a:t>
            </a:r>
            <a:r>
              <a:rPr lang="nb-NO" noProof="0" err="1"/>
              <a:t>white</a:t>
            </a:r>
            <a:r>
              <a:rPr lang="nb-NO" noProof="0"/>
              <a:t> </a:t>
            </a:r>
            <a:r>
              <a:rPr lang="nb-NO" noProof="0" err="1"/>
              <a:t>if</a:t>
            </a:r>
            <a:r>
              <a:rPr lang="nb-NO" noProof="0"/>
              <a:t> </a:t>
            </a:r>
            <a:r>
              <a:rPr lang="nb-NO" noProof="0" err="1"/>
              <a:t>the</a:t>
            </a:r>
            <a:r>
              <a:rPr lang="nb-NO" noProof="0"/>
              <a:t> image is </a:t>
            </a:r>
            <a:r>
              <a:rPr lang="nb-NO" noProof="0" err="1"/>
              <a:t>dark</a:t>
            </a:r>
            <a:endParaRPr lang="en-US"/>
          </a:p>
        </p:txBody>
      </p:sp>
      <p:sp>
        <p:nvSpPr>
          <p:cNvPr id="16" name="Plassholder for lysbildenummer 1">
            <a:extLst>
              <a:ext uri="{FF2B5EF4-FFF2-40B4-BE49-F238E27FC236}">
                <a16:creationId xmlns:a16="http://schemas.microsoft.com/office/drawing/2014/main" id="{702F1174-99B9-488E-B546-102871566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05871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36">
          <p15:clr>
            <a:srgbClr val="FBAE40"/>
          </p15:clr>
        </p15:guide>
        <p15:guide id="3" pos="56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slide – setup 2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7">
            <a:extLst>
              <a:ext uri="{FF2B5EF4-FFF2-40B4-BE49-F238E27FC236}">
                <a16:creationId xmlns:a16="http://schemas.microsoft.com/office/drawing/2014/main" id="{6AB49929-9299-194A-9BE2-7462CE651148}"/>
              </a:ext>
            </a:extLst>
          </p:cNvPr>
          <p:cNvSpPr txBox="1"/>
          <p:nvPr/>
        </p:nvSpPr>
        <p:spPr>
          <a:xfrm>
            <a:off x="0" y="-383629"/>
            <a:ext cx="25590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Agendaslide – setup 2 green</a:t>
            </a:r>
            <a:endParaRPr lang="nb-NO" sz="1067" b="1" noProof="1">
              <a:solidFill>
                <a:schemeClr val="tx1"/>
              </a:solidFill>
            </a:endParaRPr>
          </a:p>
        </p:txBody>
      </p:sp>
      <p:sp>
        <p:nvSpPr>
          <p:cNvPr id="14" name="Plassholder for bilde 37">
            <a:extLst>
              <a:ext uri="{FF2B5EF4-FFF2-40B4-BE49-F238E27FC236}">
                <a16:creationId xmlns:a16="http://schemas.microsoft.com/office/drawing/2014/main" id="{F37B8D1F-4F30-4044-9F7F-D2A3F0DC2A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868" y="260352"/>
            <a:ext cx="11616265" cy="2976033"/>
          </a:xfrm>
          <a:prstGeom prst="rect">
            <a:avLst/>
          </a:prstGeom>
          <a:solidFill>
            <a:schemeClr val="accent3"/>
          </a:solidFill>
        </p:spPr>
        <p:txBody>
          <a:bodyPr wrap="square" lIns="1800000" tIns="1080000" rIns="1800000" bIns="360000" anchor="ctr" anchorCtr="0">
            <a:noAutofit/>
          </a:bodyPr>
          <a:lstStyle>
            <a:lvl1pPr marL="0" indent="0" algn="ctr">
              <a:buNone/>
              <a:defRPr sz="1200" baseline="0">
                <a:solidFill>
                  <a:schemeClr val="tx1"/>
                </a:solidFill>
              </a:defRPr>
            </a:lvl1pPr>
          </a:lstStyle>
          <a:p>
            <a:r>
              <a:rPr lang="nb-NO" sz="1200" err="1"/>
              <a:t>Click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placeholder and </a:t>
            </a:r>
            <a:r>
              <a:rPr lang="nb-NO" sz="1200" err="1"/>
              <a:t>use</a:t>
            </a:r>
            <a:r>
              <a:rPr lang="nb-NO" sz="1200"/>
              <a:t> </a:t>
            </a:r>
            <a:r>
              <a:rPr lang="nb-NO" sz="1200" err="1"/>
              <a:t>button</a:t>
            </a:r>
            <a:r>
              <a:rPr lang="nb-NO" sz="1200"/>
              <a:t> "</a:t>
            </a:r>
            <a:r>
              <a:rPr lang="nb-NO" sz="1200" err="1"/>
              <a:t>Insert</a:t>
            </a:r>
            <a:r>
              <a:rPr lang="nb-NO" sz="1200"/>
              <a:t> image BrandMaster" to </a:t>
            </a:r>
            <a:r>
              <a:rPr lang="nb-NO" sz="1200" err="1"/>
              <a:t>the</a:t>
            </a:r>
            <a:r>
              <a:rPr lang="nb-NO" sz="1200"/>
              <a:t> far right </a:t>
            </a:r>
            <a:r>
              <a:rPr lang="nb-NO" sz="1200" err="1"/>
              <a:t>on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</a:t>
            </a:r>
            <a:r>
              <a:rPr lang="nb-NO" sz="1200" err="1"/>
              <a:t>menu</a:t>
            </a:r>
            <a:r>
              <a:rPr lang="nb-NO" sz="1200"/>
              <a:t> "Sett inn/</a:t>
            </a:r>
            <a:r>
              <a:rPr lang="nb-NO" sz="1200" err="1"/>
              <a:t>Insert</a:t>
            </a:r>
            <a:r>
              <a:rPr lang="nb-NO" sz="1200"/>
              <a:t>/</a:t>
            </a:r>
            <a:r>
              <a:rPr lang="nb-NO" sz="1200" err="1"/>
              <a:t>Infoga</a:t>
            </a:r>
            <a:r>
              <a:rPr lang="nb-NO" sz="1200"/>
              <a:t>". </a:t>
            </a:r>
            <a:endParaRPr lang="nb-NO" sz="1200" noProof="1"/>
          </a:p>
        </p:txBody>
      </p:sp>
      <p:sp>
        <p:nvSpPr>
          <p:cNvPr id="16" name="Punkt 3">
            <a:extLst>
              <a:ext uri="{FF2B5EF4-FFF2-40B4-BE49-F238E27FC236}">
                <a16:creationId xmlns:a16="http://schemas.microsoft.com/office/drawing/2014/main" id="{F1F8823C-93FF-4758-BB96-24DE181303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39152" y="4267201"/>
            <a:ext cx="3176171" cy="1292467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7" name="Punkt 2">
            <a:extLst>
              <a:ext uri="{FF2B5EF4-FFF2-40B4-BE49-F238E27FC236}">
                <a16:creationId xmlns:a16="http://schemas.microsoft.com/office/drawing/2014/main" id="{F7B2E6F3-64B2-4274-92F9-1280211972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62625" y="4267201"/>
            <a:ext cx="3176171" cy="1292467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8" name="Punkt 1">
            <a:extLst>
              <a:ext uri="{FF2B5EF4-FFF2-40B4-BE49-F238E27FC236}">
                <a16:creationId xmlns:a16="http://schemas.microsoft.com/office/drawing/2014/main" id="{A9B588D6-7239-4D48-9CB4-6C168D8855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5734" y="4267201"/>
            <a:ext cx="3177117" cy="129328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23" name="Sirkel 3">
            <a:extLst>
              <a:ext uri="{FF2B5EF4-FFF2-40B4-BE49-F238E27FC236}">
                <a16:creationId xmlns:a16="http://schemas.microsoft.com/office/drawing/2014/main" id="{32213BE4-A660-4383-920D-8F64F2293BC3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9375318" y="2515354"/>
            <a:ext cx="1482964" cy="1482964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4" name="Sirkel 2">
            <a:extLst>
              <a:ext uri="{FF2B5EF4-FFF2-40B4-BE49-F238E27FC236}">
                <a16:creationId xmlns:a16="http://schemas.microsoft.com/office/drawing/2014/main" id="{B826BDE6-30A9-4A1F-89A7-5527F1D9616F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5415517" y="2528054"/>
            <a:ext cx="1482964" cy="1482964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6" name="Sirkel 1">
            <a:extLst>
              <a:ext uri="{FF2B5EF4-FFF2-40B4-BE49-F238E27FC236}">
                <a16:creationId xmlns:a16="http://schemas.microsoft.com/office/drawing/2014/main" id="{AAD1D55E-971F-458E-8748-DA975481DD31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443142" y="2515354"/>
            <a:ext cx="1482964" cy="1482964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092E4814-A0C2-4143-ABAA-2EF79D2502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70" y="548217"/>
            <a:ext cx="11015457" cy="808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change</a:t>
            </a:r>
            <a:r>
              <a:rPr lang="nb-NO" noProof="0"/>
              <a:t> </a:t>
            </a:r>
            <a:r>
              <a:rPr lang="nb-NO" noProof="0" err="1"/>
              <a:t>color</a:t>
            </a:r>
            <a:r>
              <a:rPr lang="nb-NO" noProof="0"/>
              <a:t> to </a:t>
            </a:r>
            <a:r>
              <a:rPr lang="nb-NO" noProof="0" err="1"/>
              <a:t>white</a:t>
            </a:r>
            <a:r>
              <a:rPr lang="nb-NO" noProof="0"/>
              <a:t> </a:t>
            </a:r>
            <a:r>
              <a:rPr lang="nb-NO" noProof="0" err="1"/>
              <a:t>if</a:t>
            </a:r>
            <a:r>
              <a:rPr lang="nb-NO" noProof="0"/>
              <a:t> </a:t>
            </a:r>
            <a:r>
              <a:rPr lang="nb-NO" noProof="0" err="1"/>
              <a:t>the</a:t>
            </a:r>
            <a:r>
              <a:rPr lang="nb-NO" noProof="0"/>
              <a:t> image is </a:t>
            </a:r>
            <a:r>
              <a:rPr lang="nb-NO" noProof="0" err="1"/>
              <a:t>dark</a:t>
            </a:r>
            <a:endParaRPr lang="en-US"/>
          </a:p>
        </p:txBody>
      </p:sp>
      <p:sp>
        <p:nvSpPr>
          <p:cNvPr id="29" name="Plassholder for lysbildenummer 1">
            <a:extLst>
              <a:ext uri="{FF2B5EF4-FFF2-40B4-BE49-F238E27FC236}">
                <a16:creationId xmlns:a16="http://schemas.microsoft.com/office/drawing/2014/main" id="{8227EE1D-0697-46D1-9BF6-7D14D015B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57384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slide – setup 3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unkt 1">
            <a:extLst>
              <a:ext uri="{FF2B5EF4-FFF2-40B4-BE49-F238E27FC236}">
                <a16:creationId xmlns:a16="http://schemas.microsoft.com/office/drawing/2014/main" id="{43E5F044-9FEE-41D9-9EF6-8445F363E4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43688" y="3315220"/>
            <a:ext cx="4756097" cy="1238400"/>
          </a:xfrm>
          <a:solidFill>
            <a:schemeClr val="accent1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50" name="TextBox 7">
            <a:extLst>
              <a:ext uri="{FF2B5EF4-FFF2-40B4-BE49-F238E27FC236}">
                <a16:creationId xmlns:a16="http://schemas.microsoft.com/office/drawing/2014/main" id="{62D837F8-1F4F-6E4E-90FD-997685D05A81}"/>
              </a:ext>
            </a:extLst>
          </p:cNvPr>
          <p:cNvSpPr txBox="1"/>
          <p:nvPr/>
        </p:nvSpPr>
        <p:spPr>
          <a:xfrm>
            <a:off x="0" y="-383629"/>
            <a:ext cx="24828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Agendaslide – setup 3 beige</a:t>
            </a:r>
            <a:endParaRPr lang="nb-NO" sz="1067" b="1" noProof="1">
              <a:solidFill>
                <a:schemeClr val="tx1"/>
              </a:solidFill>
            </a:endParaRPr>
          </a:p>
        </p:txBody>
      </p:sp>
      <p:sp>
        <p:nvSpPr>
          <p:cNvPr id="13" name="Punkt 4">
            <a:extLst>
              <a:ext uri="{FF2B5EF4-FFF2-40B4-BE49-F238E27FC236}">
                <a16:creationId xmlns:a16="http://schemas.microsoft.com/office/drawing/2014/main" id="{AA74F258-F8C7-4A52-9BB5-7431DB4DEA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46094" y="1619097"/>
            <a:ext cx="4693273" cy="1238400"/>
          </a:xfrm>
          <a:solidFill>
            <a:schemeClr val="accent1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6" name="Sirkel 4">
            <a:extLst>
              <a:ext uri="{FF2B5EF4-FFF2-40B4-BE49-F238E27FC236}">
                <a16:creationId xmlns:a16="http://schemas.microsoft.com/office/drawing/2014/main" id="{C2B2FC8F-D3D9-4FD8-BAAF-C0BFF22E6932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6239935" y="3315220"/>
            <a:ext cx="1238400" cy="12384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39" name="Punkt 2">
            <a:extLst>
              <a:ext uri="{FF2B5EF4-FFF2-40B4-BE49-F238E27FC236}">
                <a16:creationId xmlns:a16="http://schemas.microsoft.com/office/drawing/2014/main" id="{D22A9800-9791-6B4F-88E0-3B2645E92D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3688" y="1619097"/>
            <a:ext cx="4752049" cy="1238400"/>
          </a:xfrm>
          <a:solidFill>
            <a:schemeClr val="accent1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45" name="Punkt 3">
            <a:extLst>
              <a:ext uri="{FF2B5EF4-FFF2-40B4-BE49-F238E27FC236}">
                <a16:creationId xmlns:a16="http://schemas.microsoft.com/office/drawing/2014/main" id="{80BBA60E-4A74-334A-AE74-3581A72383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46094" y="3320897"/>
            <a:ext cx="4705975" cy="1238400"/>
          </a:xfrm>
          <a:solidFill>
            <a:schemeClr val="accent1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8" name="Sirkel 3">
            <a:extLst>
              <a:ext uri="{FF2B5EF4-FFF2-40B4-BE49-F238E27FC236}">
                <a16:creationId xmlns:a16="http://schemas.microsoft.com/office/drawing/2014/main" id="{AE867430-55E1-42F5-BA77-8049FA7359BD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588433" y="3320897"/>
            <a:ext cx="1238400" cy="12384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4" name="Sirkel 2">
            <a:extLst>
              <a:ext uri="{FF2B5EF4-FFF2-40B4-BE49-F238E27FC236}">
                <a16:creationId xmlns:a16="http://schemas.microsoft.com/office/drawing/2014/main" id="{673884C8-07EC-449C-BD35-0D20232E69E3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6252633" y="1619097"/>
            <a:ext cx="1238400" cy="12384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7" name="Sirkel 1">
            <a:extLst>
              <a:ext uri="{FF2B5EF4-FFF2-40B4-BE49-F238E27FC236}">
                <a16:creationId xmlns:a16="http://schemas.microsoft.com/office/drawing/2014/main" id="{29449F7D-8B18-4021-949D-82256DF018AD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596264" y="1619097"/>
            <a:ext cx="1238400" cy="12384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5" y="555048"/>
            <a:ext cx="11040533" cy="808800"/>
          </a:xfr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endParaRPr lang="en-US"/>
          </a:p>
        </p:txBody>
      </p:sp>
      <p:sp>
        <p:nvSpPr>
          <p:cNvPr id="22" name="Plassholder for lysbildenummer 1">
            <a:extLst>
              <a:ext uri="{FF2B5EF4-FFF2-40B4-BE49-F238E27FC236}">
                <a16:creationId xmlns:a16="http://schemas.microsoft.com/office/drawing/2014/main" id="{924DC4B7-5963-40AD-AF86-5B68CE8A3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49513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slide – setup 4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5" y="555048"/>
            <a:ext cx="11040533" cy="808800"/>
          </a:xfr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endParaRPr lang="en-US"/>
          </a:p>
        </p:txBody>
      </p:sp>
      <p:sp>
        <p:nvSpPr>
          <p:cNvPr id="50" name="TextBox 7">
            <a:extLst>
              <a:ext uri="{FF2B5EF4-FFF2-40B4-BE49-F238E27FC236}">
                <a16:creationId xmlns:a16="http://schemas.microsoft.com/office/drawing/2014/main" id="{62D837F8-1F4F-6E4E-90FD-997685D05A81}"/>
              </a:ext>
            </a:extLst>
          </p:cNvPr>
          <p:cNvSpPr txBox="1"/>
          <p:nvPr/>
        </p:nvSpPr>
        <p:spPr>
          <a:xfrm>
            <a:off x="-1" y="-383629"/>
            <a:ext cx="3725335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Agendaslide – setup 4 green</a:t>
            </a:r>
            <a:endParaRPr lang="nb-NO" sz="1067" b="1" noProof="1">
              <a:solidFill>
                <a:schemeClr val="tx1"/>
              </a:solidFill>
            </a:endParaRPr>
          </a:p>
        </p:txBody>
      </p:sp>
      <p:sp>
        <p:nvSpPr>
          <p:cNvPr id="32" name="Plassholder for lysbildenummer 1">
            <a:extLst>
              <a:ext uri="{FF2B5EF4-FFF2-40B4-BE49-F238E27FC236}">
                <a16:creationId xmlns:a16="http://schemas.microsoft.com/office/drawing/2014/main" id="{ACC391BC-E2F6-4B4F-ADA2-A727BAA91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3" name="Punkt 1">
            <a:extLst>
              <a:ext uri="{FF2B5EF4-FFF2-40B4-BE49-F238E27FC236}">
                <a16:creationId xmlns:a16="http://schemas.microsoft.com/office/drawing/2014/main" id="{D730352F-2802-4889-A634-1D30F97D8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43688" y="3315220"/>
            <a:ext cx="4756097" cy="1238400"/>
          </a:xfrm>
          <a:solidFill>
            <a:schemeClr val="accent3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4" name="Punkt 4">
            <a:extLst>
              <a:ext uri="{FF2B5EF4-FFF2-40B4-BE49-F238E27FC236}">
                <a16:creationId xmlns:a16="http://schemas.microsoft.com/office/drawing/2014/main" id="{DCA91BBF-9BBD-49DD-88D3-398386F260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46094" y="1619097"/>
            <a:ext cx="4693273" cy="1238400"/>
          </a:xfrm>
          <a:solidFill>
            <a:schemeClr val="accent3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5" name="Sirkel 4">
            <a:extLst>
              <a:ext uri="{FF2B5EF4-FFF2-40B4-BE49-F238E27FC236}">
                <a16:creationId xmlns:a16="http://schemas.microsoft.com/office/drawing/2014/main" id="{701DD511-D945-435A-AA75-995E7668358E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6239935" y="3315220"/>
            <a:ext cx="1238400" cy="1238400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6" name="Punkt 2">
            <a:extLst>
              <a:ext uri="{FF2B5EF4-FFF2-40B4-BE49-F238E27FC236}">
                <a16:creationId xmlns:a16="http://schemas.microsoft.com/office/drawing/2014/main" id="{1E3C9422-A7A2-4F6F-80A3-81E668EA8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3688" y="1619097"/>
            <a:ext cx="4752049" cy="1238400"/>
          </a:xfrm>
          <a:solidFill>
            <a:schemeClr val="accent3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7" name="Punkt 3">
            <a:extLst>
              <a:ext uri="{FF2B5EF4-FFF2-40B4-BE49-F238E27FC236}">
                <a16:creationId xmlns:a16="http://schemas.microsoft.com/office/drawing/2014/main" id="{F994A1BB-885A-41EC-9610-C09D5AFFC4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46094" y="3320897"/>
            <a:ext cx="4705975" cy="1238400"/>
          </a:xfrm>
          <a:solidFill>
            <a:schemeClr val="accent3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8" name="Sirkel 3">
            <a:extLst>
              <a:ext uri="{FF2B5EF4-FFF2-40B4-BE49-F238E27FC236}">
                <a16:creationId xmlns:a16="http://schemas.microsoft.com/office/drawing/2014/main" id="{13269FBF-1CF2-49EB-9656-12C11210CD3F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588433" y="3320897"/>
            <a:ext cx="1238400" cy="1238400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9" name="Sirkel 2">
            <a:extLst>
              <a:ext uri="{FF2B5EF4-FFF2-40B4-BE49-F238E27FC236}">
                <a16:creationId xmlns:a16="http://schemas.microsoft.com/office/drawing/2014/main" id="{3E6C6E48-8EC4-4DEF-AD00-C4BA698E808A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6252633" y="1619097"/>
            <a:ext cx="1238400" cy="1238400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0" name="Sirkel 1">
            <a:extLst>
              <a:ext uri="{FF2B5EF4-FFF2-40B4-BE49-F238E27FC236}">
                <a16:creationId xmlns:a16="http://schemas.microsoft.com/office/drawing/2014/main" id="{5E8FD88B-8D8F-4918-8D15-697601A28E2A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596264" y="1619097"/>
            <a:ext cx="1238400" cy="1238400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825623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slide - setup 5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95481CE-1CC2-41E7-813C-320202B87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endParaRPr lang="nb-NO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DDB8CF1-8C48-4FB0-A7BA-48E7CA8E56C9}"/>
              </a:ext>
            </a:extLst>
          </p:cNvPr>
          <p:cNvSpPr txBox="1"/>
          <p:nvPr/>
        </p:nvSpPr>
        <p:spPr>
          <a:xfrm>
            <a:off x="0" y="-383629"/>
            <a:ext cx="2791968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Agendaslide - setup 5 text only</a:t>
            </a:r>
            <a:endParaRPr lang="nb-NO" sz="1067" b="1" noProof="1">
              <a:solidFill>
                <a:schemeClr val="tx1"/>
              </a:solidFill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E90C39F-69DB-4675-9202-04968B5509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5734" y="1617601"/>
            <a:ext cx="11040533" cy="4211699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457189" indent="-457189">
              <a:buClr>
                <a:srgbClr val="C00000"/>
              </a:buClr>
              <a:buFont typeface="+mj-lt"/>
              <a:buAutoNum type="arabicPeriod"/>
              <a:defRPr sz="2400"/>
            </a:lvl1pPr>
            <a:lvl2pPr marL="496788" indent="-304792">
              <a:buClr>
                <a:schemeClr val="tx1"/>
              </a:buClr>
              <a:buFont typeface="Arial" panose="020B0604020202020204" pitchFamily="34" charset="0"/>
              <a:buChar char="•"/>
              <a:defRPr sz="2133"/>
            </a:lvl2pPr>
            <a:lvl3pPr marL="675166" indent="-304792">
              <a:buClr>
                <a:schemeClr val="tx1"/>
              </a:buClr>
              <a:buFont typeface="Arial" panose="020B0604020202020204" pitchFamily="34" charset="0"/>
              <a:buChar char="•"/>
              <a:defRPr sz="2133"/>
            </a:lvl3pPr>
            <a:lvl4pPr marL="857228" indent="-304792">
              <a:buClr>
                <a:schemeClr val="tx1"/>
              </a:buClr>
              <a:buFont typeface="Arial" panose="020B0604020202020204" pitchFamily="34" charset="0"/>
              <a:buChar char="•"/>
              <a:defRPr sz="1867"/>
            </a:lvl4pPr>
            <a:lvl5pPr marL="1024441" indent="-304792">
              <a:buClr>
                <a:schemeClr val="tx1"/>
              </a:buClr>
              <a:buFont typeface="Arial" panose="020B0604020202020204" pitchFamily="34" charset="0"/>
              <a:buChar char="•"/>
              <a:defRPr sz="1867"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5" name="Plassholder for lysbildenummer 1">
            <a:extLst>
              <a:ext uri="{FF2B5EF4-FFF2-40B4-BE49-F238E27FC236}">
                <a16:creationId xmlns:a16="http://schemas.microsoft.com/office/drawing/2014/main" id="{B7284E1F-6A6C-4484-8115-E000386D7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2602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3781052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4" y="548217"/>
            <a:ext cx="11040533" cy="8088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5734" y="1617601"/>
            <a:ext cx="11040533" cy="42116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EDD9A8B8-9E9C-9B4A-8337-0CBFBFC32B95}"/>
              </a:ext>
            </a:extLst>
          </p:cNvPr>
          <p:cNvSpPr txBox="1"/>
          <p:nvPr/>
        </p:nvSpPr>
        <p:spPr>
          <a:xfrm>
            <a:off x="0" y="-383629"/>
            <a:ext cx="342971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Title and content – text only</a:t>
            </a:r>
          </a:p>
        </p:txBody>
      </p:sp>
      <p:sp>
        <p:nvSpPr>
          <p:cNvPr id="5" name="Plassholder for lysbildenummer 1">
            <a:extLst>
              <a:ext uri="{FF2B5EF4-FFF2-40B4-BE49-F238E27FC236}">
                <a16:creationId xmlns:a16="http://schemas.microsoft.com/office/drawing/2014/main" id="{40A53F90-98CF-49FD-B773-0DB06A17AF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17369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7">
            <a:extLst>
              <a:ext uri="{FF2B5EF4-FFF2-40B4-BE49-F238E27FC236}">
                <a16:creationId xmlns:a16="http://schemas.microsoft.com/office/drawing/2014/main" id="{EDD9A8B8-9E9C-9B4A-8337-0CBFBFC32B95}"/>
              </a:ext>
            </a:extLst>
          </p:cNvPr>
          <p:cNvSpPr txBox="1"/>
          <p:nvPr/>
        </p:nvSpPr>
        <p:spPr>
          <a:xfrm>
            <a:off x="0" y="-383629"/>
            <a:ext cx="342971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Title and content – two columns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4DDC4F5-0B8F-4718-A964-553C1E697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734" y="548217"/>
            <a:ext cx="11040533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nb-NO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5F3FE96-4603-4A89-B94C-EEF8C60DC9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5734" y="1617133"/>
            <a:ext cx="5376333" cy="4212169"/>
          </a:xfrm>
          <a:prstGeom prst="rect">
            <a:avLst/>
          </a:prstGeom>
          <a:solidFill>
            <a:schemeClr val="bg1"/>
          </a:solidFill>
        </p:spPr>
        <p:txBody>
          <a:bodyPr lIns="0" tIns="0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0D08595-E5A3-46B1-A34E-F5D150C4015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9934" y="1617133"/>
            <a:ext cx="5376333" cy="4212168"/>
          </a:xfrm>
          <a:prstGeom prst="rect">
            <a:avLst/>
          </a:prstGeom>
          <a:solidFill>
            <a:schemeClr val="bg1"/>
          </a:solidFill>
        </p:spPr>
        <p:txBody>
          <a:bodyPr lIns="0" tIns="0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6" name="Plassholder for lysbildenummer 1">
            <a:extLst>
              <a:ext uri="{FF2B5EF4-FFF2-40B4-BE49-F238E27FC236}">
                <a16:creationId xmlns:a16="http://schemas.microsoft.com/office/drawing/2014/main" id="{7377C77E-4698-4CFF-BC13-5C5EF2167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6903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quare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9934" y="548217"/>
            <a:ext cx="5376333" cy="94760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39934" y="1617135"/>
            <a:ext cx="5376333" cy="42121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DCB47A4-2EBA-204A-8E47-730228792A8E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Text square picture left</a:t>
            </a:r>
          </a:p>
        </p:txBody>
      </p:sp>
      <p:sp>
        <p:nvSpPr>
          <p:cNvPr id="9" name="Plassholder for bilde 8">
            <a:extLst>
              <a:ext uri="{FF2B5EF4-FFF2-40B4-BE49-F238E27FC236}">
                <a16:creationId xmlns:a16="http://schemas.microsoft.com/office/drawing/2014/main" id="{CFC0CC26-461A-4D86-A1D0-C6135173EFD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867" y="260351"/>
            <a:ext cx="5664200" cy="5856816"/>
          </a:xfrm>
          <a:prstGeom prst="rect">
            <a:avLst/>
          </a:prstGeom>
        </p:spPr>
        <p:txBody>
          <a:bodyPr lIns="180000" tIns="1080000" rIns="180000" bIns="180000">
            <a:normAutofit/>
          </a:bodyPr>
          <a:lstStyle>
            <a:lvl1pPr marL="0" indent="0" algn="ctr">
              <a:buFont typeface="+mj-lt"/>
              <a:buNone/>
              <a:defRPr sz="1333" baseline="0"/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</a:t>
            </a:r>
            <a:br>
              <a:rPr lang="nb-NO" sz="1333"/>
            </a:br>
            <a:r>
              <a:rPr lang="nb-NO" sz="1333"/>
              <a:t>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6" name="Plassholder for lysbildenummer 1">
            <a:extLst>
              <a:ext uri="{FF2B5EF4-FFF2-40B4-BE49-F238E27FC236}">
                <a16:creationId xmlns:a16="http://schemas.microsoft.com/office/drawing/2014/main" id="{FC8A4966-C7A0-42CD-8A78-BB2158CEF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8229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quar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5" y="548217"/>
            <a:ext cx="5376333" cy="94760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5735" y="1617135"/>
            <a:ext cx="5376333" cy="42121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DCB47A4-2EBA-204A-8E47-730228792A8E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Text square picture right</a:t>
            </a:r>
          </a:p>
        </p:txBody>
      </p:sp>
      <p:sp>
        <p:nvSpPr>
          <p:cNvPr id="9" name="Plassholder for bilde 8">
            <a:extLst>
              <a:ext uri="{FF2B5EF4-FFF2-40B4-BE49-F238E27FC236}">
                <a16:creationId xmlns:a16="http://schemas.microsoft.com/office/drawing/2014/main" id="{CFC0CC26-461A-4D86-A1D0-C6135173EFD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39933" y="260351"/>
            <a:ext cx="5664200" cy="5856816"/>
          </a:xfrm>
          <a:prstGeom prst="rect">
            <a:avLst/>
          </a:prstGeom>
        </p:spPr>
        <p:txBody>
          <a:bodyPr lIns="180000" tIns="1080000" rIns="180000" bIns="180000">
            <a:normAutofit/>
          </a:bodyPr>
          <a:lstStyle>
            <a:lvl1pPr marL="0" indent="0" algn="ctr">
              <a:buFont typeface="+mj-lt"/>
              <a:buNone/>
              <a:defRPr sz="1333" baseline="0"/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</a:t>
            </a:r>
            <a:br>
              <a:rPr lang="nb-NO" sz="1333"/>
            </a:br>
            <a:r>
              <a:rPr lang="nb-NO" sz="1333"/>
              <a:t>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6" name="Plassholder for lysbildenummer 1">
            <a:extLst>
              <a:ext uri="{FF2B5EF4-FFF2-40B4-BE49-F238E27FC236}">
                <a16:creationId xmlns:a16="http://schemas.microsoft.com/office/drawing/2014/main" id="{A17EB5D3-F905-4EE6-8D0E-F1174C13F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81641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ounded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9934" y="548217"/>
            <a:ext cx="5376335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39936" y="1617601"/>
            <a:ext cx="5376333" cy="42116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DCB47A4-2EBA-204A-8E47-730228792A8E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Text rounded picture left</a:t>
            </a:r>
          </a:p>
        </p:txBody>
      </p:sp>
      <p:sp>
        <p:nvSpPr>
          <p:cNvPr id="6" name="Plassholder for bilde 28">
            <a:extLst>
              <a:ext uri="{FF2B5EF4-FFF2-40B4-BE49-F238E27FC236}">
                <a16:creationId xmlns:a16="http://schemas.microsoft.com/office/drawing/2014/main" id="{C91B3EC3-ADCC-4A93-B3FE-A27F02E3F57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40" y="-8441"/>
            <a:ext cx="5952211" cy="6415193"/>
          </a:xfrm>
          <a:custGeom>
            <a:avLst/>
            <a:gdLst>
              <a:gd name="connsiteX0" fmla="*/ 0 w 6394450"/>
              <a:gd name="connsiteY0" fmla="*/ 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0" fmla="*/ 492259 w 6394450"/>
              <a:gd name="connsiteY0" fmla="*/ 1172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7" fmla="*/ 492259 w 6394450"/>
              <a:gd name="connsiteY7" fmla="*/ 11720 h 5975350"/>
              <a:gd name="connsiteX0" fmla="*/ 0 w 5902191"/>
              <a:gd name="connsiteY0" fmla="*/ 11720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0 w 5902191"/>
              <a:gd name="connsiteY7" fmla="*/ 11720 h 5975350"/>
              <a:gd name="connsiteX0" fmla="*/ 3052 w 5902191"/>
              <a:gd name="connsiteY0" fmla="*/ 5617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3052 w 5902191"/>
              <a:gd name="connsiteY7" fmla="*/ 5617 h 5975350"/>
              <a:gd name="connsiteX0" fmla="*/ 6104 w 5905243"/>
              <a:gd name="connsiteY0" fmla="*/ 5617 h 5981945"/>
              <a:gd name="connsiteX1" fmla="*/ 2914393 w 5905243"/>
              <a:gd name="connsiteY1" fmla="*/ 0 h 5981945"/>
              <a:gd name="connsiteX2" fmla="*/ 2917568 w 5905243"/>
              <a:gd name="connsiteY2" fmla="*/ 0 h 5981945"/>
              <a:gd name="connsiteX3" fmla="*/ 5905243 w 5905243"/>
              <a:gd name="connsiteY3" fmla="*/ 2987675 h 5981945"/>
              <a:gd name="connsiteX4" fmla="*/ 2917568 w 5905243"/>
              <a:gd name="connsiteY4" fmla="*/ 5975350 h 5981945"/>
              <a:gd name="connsiteX5" fmla="*/ 2914393 w 5905243"/>
              <a:gd name="connsiteY5" fmla="*/ 5975350 h 5981945"/>
              <a:gd name="connsiteX6" fmla="*/ 0 w 5905243"/>
              <a:gd name="connsiteY6" fmla="*/ 5981945 h 5981945"/>
              <a:gd name="connsiteX7" fmla="*/ 6104 w 5905243"/>
              <a:gd name="connsiteY7" fmla="*/ 5617 h 5981945"/>
              <a:gd name="connsiteX0" fmla="*/ 6104 w 5905243"/>
              <a:gd name="connsiteY0" fmla="*/ 0 h 5982433"/>
              <a:gd name="connsiteX1" fmla="*/ 2914393 w 5905243"/>
              <a:gd name="connsiteY1" fmla="*/ 488 h 5982433"/>
              <a:gd name="connsiteX2" fmla="*/ 2917568 w 5905243"/>
              <a:gd name="connsiteY2" fmla="*/ 488 h 5982433"/>
              <a:gd name="connsiteX3" fmla="*/ 5905243 w 5905243"/>
              <a:gd name="connsiteY3" fmla="*/ 2988163 h 5982433"/>
              <a:gd name="connsiteX4" fmla="*/ 2917568 w 5905243"/>
              <a:gd name="connsiteY4" fmla="*/ 5975838 h 5982433"/>
              <a:gd name="connsiteX5" fmla="*/ 2914393 w 5905243"/>
              <a:gd name="connsiteY5" fmla="*/ 5975838 h 5982433"/>
              <a:gd name="connsiteX6" fmla="*/ 0 w 5905243"/>
              <a:gd name="connsiteY6" fmla="*/ 5982433 h 5982433"/>
              <a:gd name="connsiteX7" fmla="*/ 6104 w 5905243"/>
              <a:gd name="connsiteY7" fmla="*/ 0 h 5982433"/>
              <a:gd name="connsiteX0" fmla="*/ 12209 w 5911348"/>
              <a:gd name="connsiteY0" fmla="*/ 0 h 5975838"/>
              <a:gd name="connsiteX1" fmla="*/ 2920498 w 5911348"/>
              <a:gd name="connsiteY1" fmla="*/ 488 h 5975838"/>
              <a:gd name="connsiteX2" fmla="*/ 2923673 w 5911348"/>
              <a:gd name="connsiteY2" fmla="*/ 488 h 5975838"/>
              <a:gd name="connsiteX3" fmla="*/ 5911348 w 5911348"/>
              <a:gd name="connsiteY3" fmla="*/ 2988163 h 5975838"/>
              <a:gd name="connsiteX4" fmla="*/ 2923673 w 5911348"/>
              <a:gd name="connsiteY4" fmla="*/ 5975838 h 5975838"/>
              <a:gd name="connsiteX5" fmla="*/ 2920498 w 5911348"/>
              <a:gd name="connsiteY5" fmla="*/ 5975838 h 5975838"/>
              <a:gd name="connsiteX6" fmla="*/ 0 w 5911348"/>
              <a:gd name="connsiteY6" fmla="*/ 5970236 h 5975838"/>
              <a:gd name="connsiteX7" fmla="*/ 12209 w 5911348"/>
              <a:gd name="connsiteY7" fmla="*/ 0 h 5975838"/>
              <a:gd name="connsiteX0" fmla="*/ 203 w 5912703"/>
              <a:gd name="connsiteY0" fmla="*/ 0 h 5975838"/>
              <a:gd name="connsiteX1" fmla="*/ 2921853 w 5912703"/>
              <a:gd name="connsiteY1" fmla="*/ 488 h 5975838"/>
              <a:gd name="connsiteX2" fmla="*/ 2925028 w 5912703"/>
              <a:gd name="connsiteY2" fmla="*/ 488 h 5975838"/>
              <a:gd name="connsiteX3" fmla="*/ 5912703 w 5912703"/>
              <a:gd name="connsiteY3" fmla="*/ 2988163 h 5975838"/>
              <a:gd name="connsiteX4" fmla="*/ 2925028 w 5912703"/>
              <a:gd name="connsiteY4" fmla="*/ 5975838 h 5975838"/>
              <a:gd name="connsiteX5" fmla="*/ 2921853 w 5912703"/>
              <a:gd name="connsiteY5" fmla="*/ 5975838 h 5975838"/>
              <a:gd name="connsiteX6" fmla="*/ 1355 w 5912703"/>
              <a:gd name="connsiteY6" fmla="*/ 5970236 h 5975838"/>
              <a:gd name="connsiteX7" fmla="*/ 203 w 5912703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7156"/>
              <a:gd name="connsiteX1" fmla="*/ 2932746 w 5923596"/>
              <a:gd name="connsiteY1" fmla="*/ 488 h 5977156"/>
              <a:gd name="connsiteX2" fmla="*/ 2935921 w 5923596"/>
              <a:gd name="connsiteY2" fmla="*/ 488 h 5977156"/>
              <a:gd name="connsiteX3" fmla="*/ 5923596 w 5923596"/>
              <a:gd name="connsiteY3" fmla="*/ 2988163 h 5977156"/>
              <a:gd name="connsiteX4" fmla="*/ 2935921 w 5923596"/>
              <a:gd name="connsiteY4" fmla="*/ 5975838 h 5977156"/>
              <a:gd name="connsiteX5" fmla="*/ 2932746 w 5923596"/>
              <a:gd name="connsiteY5" fmla="*/ 5975838 h 5977156"/>
              <a:gd name="connsiteX6" fmla="*/ 0 w 5923596"/>
              <a:gd name="connsiteY6" fmla="*/ 5977156 h 5977156"/>
              <a:gd name="connsiteX7" fmla="*/ 11096 w 5923596"/>
              <a:gd name="connsiteY7" fmla="*/ 0 h 5977156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5 w 5912505"/>
              <a:gd name="connsiteY0" fmla="*/ 0 h 5975838"/>
              <a:gd name="connsiteX1" fmla="*/ 2921655 w 5912505"/>
              <a:gd name="connsiteY1" fmla="*/ 488 h 5975838"/>
              <a:gd name="connsiteX2" fmla="*/ 2924830 w 5912505"/>
              <a:gd name="connsiteY2" fmla="*/ 488 h 5975838"/>
              <a:gd name="connsiteX3" fmla="*/ 5912505 w 5912505"/>
              <a:gd name="connsiteY3" fmla="*/ 2988163 h 5975838"/>
              <a:gd name="connsiteX4" fmla="*/ 2924830 w 5912505"/>
              <a:gd name="connsiteY4" fmla="*/ 5975838 h 5975838"/>
              <a:gd name="connsiteX5" fmla="*/ 2921655 w 5912505"/>
              <a:gd name="connsiteY5" fmla="*/ 5975838 h 5975838"/>
              <a:gd name="connsiteX6" fmla="*/ 160707 w 5912505"/>
              <a:gd name="connsiteY6" fmla="*/ 5970645 h 5975838"/>
              <a:gd name="connsiteX7" fmla="*/ 5 w 5912505"/>
              <a:gd name="connsiteY7" fmla="*/ 0 h 5975838"/>
              <a:gd name="connsiteX0" fmla="*/ 97 w 5757161"/>
              <a:gd name="connsiteY0" fmla="*/ 0 h 5975838"/>
              <a:gd name="connsiteX1" fmla="*/ 2766311 w 5757161"/>
              <a:gd name="connsiteY1" fmla="*/ 488 h 5975838"/>
              <a:gd name="connsiteX2" fmla="*/ 2769486 w 5757161"/>
              <a:gd name="connsiteY2" fmla="*/ 488 h 5975838"/>
              <a:gd name="connsiteX3" fmla="*/ 5757161 w 5757161"/>
              <a:gd name="connsiteY3" fmla="*/ 2988163 h 5975838"/>
              <a:gd name="connsiteX4" fmla="*/ 2769486 w 5757161"/>
              <a:gd name="connsiteY4" fmla="*/ 5975838 h 5975838"/>
              <a:gd name="connsiteX5" fmla="*/ 2766311 w 5757161"/>
              <a:gd name="connsiteY5" fmla="*/ 5975838 h 5975838"/>
              <a:gd name="connsiteX6" fmla="*/ 5363 w 5757161"/>
              <a:gd name="connsiteY6" fmla="*/ 5970645 h 5975838"/>
              <a:gd name="connsiteX7" fmla="*/ 97 w 5757161"/>
              <a:gd name="connsiteY7" fmla="*/ 0 h 5975838"/>
              <a:gd name="connsiteX0" fmla="*/ 156530 w 5751798"/>
              <a:gd name="connsiteY0" fmla="*/ 22521 h 5975350"/>
              <a:gd name="connsiteX1" fmla="*/ 2760948 w 5751798"/>
              <a:gd name="connsiteY1" fmla="*/ 0 h 5975350"/>
              <a:gd name="connsiteX2" fmla="*/ 2764123 w 5751798"/>
              <a:gd name="connsiteY2" fmla="*/ 0 h 5975350"/>
              <a:gd name="connsiteX3" fmla="*/ 5751798 w 5751798"/>
              <a:gd name="connsiteY3" fmla="*/ 2987675 h 5975350"/>
              <a:gd name="connsiteX4" fmla="*/ 2764123 w 5751798"/>
              <a:gd name="connsiteY4" fmla="*/ 5975350 h 5975350"/>
              <a:gd name="connsiteX5" fmla="*/ 2760948 w 5751798"/>
              <a:gd name="connsiteY5" fmla="*/ 5975350 h 5975350"/>
              <a:gd name="connsiteX6" fmla="*/ 0 w 5751798"/>
              <a:gd name="connsiteY6" fmla="*/ 5970157 h 5975350"/>
              <a:gd name="connsiteX7" fmla="*/ 156530 w 5751798"/>
              <a:gd name="connsiteY7" fmla="*/ 22521 h 5975350"/>
              <a:gd name="connsiteX0" fmla="*/ 98 w 5595366"/>
              <a:gd name="connsiteY0" fmla="*/ 22521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0157 h 5975350"/>
              <a:gd name="connsiteX7" fmla="*/ 98 w 5595366"/>
              <a:gd name="connsiteY7" fmla="*/ 22521 h 5975350"/>
              <a:gd name="connsiteX0" fmla="*/ 98 w 5595366"/>
              <a:gd name="connsiteY0" fmla="*/ 9628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0157 h 5975350"/>
              <a:gd name="connsiteX7" fmla="*/ 98 w 5595366"/>
              <a:gd name="connsiteY7" fmla="*/ 9628 h 5975350"/>
              <a:gd name="connsiteX0" fmla="*/ 64 w 5595332"/>
              <a:gd name="connsiteY0" fmla="*/ 9628 h 5980900"/>
              <a:gd name="connsiteX1" fmla="*/ 2604482 w 5595332"/>
              <a:gd name="connsiteY1" fmla="*/ 0 h 5980900"/>
              <a:gd name="connsiteX2" fmla="*/ 2607657 w 5595332"/>
              <a:gd name="connsiteY2" fmla="*/ 0 h 5980900"/>
              <a:gd name="connsiteX3" fmla="*/ 5595332 w 5595332"/>
              <a:gd name="connsiteY3" fmla="*/ 2987675 h 5980900"/>
              <a:gd name="connsiteX4" fmla="*/ 2607657 w 5595332"/>
              <a:gd name="connsiteY4" fmla="*/ 5975350 h 5980900"/>
              <a:gd name="connsiteX5" fmla="*/ 2604482 w 5595332"/>
              <a:gd name="connsiteY5" fmla="*/ 5975350 h 5980900"/>
              <a:gd name="connsiteX6" fmla="*/ 9656 w 5595332"/>
              <a:gd name="connsiteY6" fmla="*/ 5980900 h 5980900"/>
              <a:gd name="connsiteX7" fmla="*/ 64 w 5595332"/>
              <a:gd name="connsiteY7" fmla="*/ 9628 h 5980900"/>
              <a:gd name="connsiteX0" fmla="*/ 215 w 5586832"/>
              <a:gd name="connsiteY0" fmla="*/ 11777 h 5980900"/>
              <a:gd name="connsiteX1" fmla="*/ 2595982 w 5586832"/>
              <a:gd name="connsiteY1" fmla="*/ 0 h 5980900"/>
              <a:gd name="connsiteX2" fmla="*/ 2599157 w 5586832"/>
              <a:gd name="connsiteY2" fmla="*/ 0 h 5980900"/>
              <a:gd name="connsiteX3" fmla="*/ 5586832 w 5586832"/>
              <a:gd name="connsiteY3" fmla="*/ 2987675 h 5980900"/>
              <a:gd name="connsiteX4" fmla="*/ 2599157 w 5586832"/>
              <a:gd name="connsiteY4" fmla="*/ 5975350 h 5980900"/>
              <a:gd name="connsiteX5" fmla="*/ 2595982 w 5586832"/>
              <a:gd name="connsiteY5" fmla="*/ 5975350 h 5980900"/>
              <a:gd name="connsiteX6" fmla="*/ 1156 w 5586832"/>
              <a:gd name="connsiteY6" fmla="*/ 5980900 h 5980900"/>
              <a:gd name="connsiteX7" fmla="*/ 215 w 5586832"/>
              <a:gd name="connsiteY7" fmla="*/ 11777 h 5980900"/>
              <a:gd name="connsiteX0" fmla="*/ 1453 w 5585676"/>
              <a:gd name="connsiteY0" fmla="*/ 9399 h 5980900"/>
              <a:gd name="connsiteX1" fmla="*/ 2594826 w 5585676"/>
              <a:gd name="connsiteY1" fmla="*/ 0 h 5980900"/>
              <a:gd name="connsiteX2" fmla="*/ 2598001 w 5585676"/>
              <a:gd name="connsiteY2" fmla="*/ 0 h 5980900"/>
              <a:gd name="connsiteX3" fmla="*/ 5585676 w 5585676"/>
              <a:gd name="connsiteY3" fmla="*/ 2987675 h 5980900"/>
              <a:gd name="connsiteX4" fmla="*/ 2598001 w 5585676"/>
              <a:gd name="connsiteY4" fmla="*/ 5975350 h 5980900"/>
              <a:gd name="connsiteX5" fmla="*/ 2594826 w 5585676"/>
              <a:gd name="connsiteY5" fmla="*/ 5975350 h 5980900"/>
              <a:gd name="connsiteX6" fmla="*/ 0 w 5585676"/>
              <a:gd name="connsiteY6" fmla="*/ 5980900 h 5980900"/>
              <a:gd name="connsiteX7" fmla="*/ 1453 w 5585676"/>
              <a:gd name="connsiteY7" fmla="*/ 9399 h 598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85676" h="5980900">
                <a:moveTo>
                  <a:pt x="1453" y="9399"/>
                </a:moveTo>
                <a:lnTo>
                  <a:pt x="2594826" y="0"/>
                </a:lnTo>
                <a:lnTo>
                  <a:pt x="2598001" y="0"/>
                </a:lnTo>
                <a:cubicBezTo>
                  <a:pt x="4247731" y="0"/>
                  <a:pt x="5585676" y="1337945"/>
                  <a:pt x="5585676" y="2987675"/>
                </a:cubicBezTo>
                <a:cubicBezTo>
                  <a:pt x="5585676" y="4637405"/>
                  <a:pt x="4247731" y="5975350"/>
                  <a:pt x="2598001" y="5975350"/>
                </a:cubicBezTo>
                <a:lnTo>
                  <a:pt x="2594826" y="5975350"/>
                </a:lnTo>
                <a:lnTo>
                  <a:pt x="0" y="5980900"/>
                </a:lnTo>
                <a:cubicBezTo>
                  <a:pt x="1017" y="3994896"/>
                  <a:pt x="436" y="1995403"/>
                  <a:pt x="1453" y="9399"/>
                </a:cubicBezTo>
                <a:close/>
              </a:path>
            </a:pathLst>
          </a:custGeom>
        </p:spPr>
        <p:txBody>
          <a:bodyPr wrap="square" lIns="720000" tIns="720000" rIns="720000" bIns="1800000" anchor="ctr" anchorCtr="1">
            <a:noAutofit/>
          </a:bodyPr>
          <a:lstStyle>
            <a:lvl1pPr marL="0" indent="0" algn="ctr">
              <a:buFontTx/>
              <a:buNone/>
              <a:defRPr sz="1333"/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9" name="Plassholder for lysbildenummer 1">
            <a:extLst>
              <a:ext uri="{FF2B5EF4-FFF2-40B4-BE49-F238E27FC236}">
                <a16:creationId xmlns:a16="http://schemas.microsoft.com/office/drawing/2014/main" id="{A117A76D-5C02-47DC-8E9C-B3571B0F1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8" name="Rett linje 7">
            <a:extLst>
              <a:ext uri="{FF2B5EF4-FFF2-40B4-BE49-F238E27FC236}">
                <a16:creationId xmlns:a16="http://schemas.microsoft.com/office/drawing/2014/main" id="{C4E9CD80-B41C-43EE-A04E-38BF28F7F98D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396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ounded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4DCB47A4-2EBA-204A-8E47-730228792A8E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Text rounded picture right</a:t>
            </a:r>
          </a:p>
        </p:txBody>
      </p:sp>
      <p:sp>
        <p:nvSpPr>
          <p:cNvPr id="7" name="Plassholder for lysbildenummer 1">
            <a:extLst>
              <a:ext uri="{FF2B5EF4-FFF2-40B4-BE49-F238E27FC236}">
                <a16:creationId xmlns:a16="http://schemas.microsoft.com/office/drawing/2014/main" id="{8A423460-F7D8-44AB-A5CD-0A05A86C4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6" name="Rett linje 5">
            <a:extLst>
              <a:ext uri="{FF2B5EF4-FFF2-40B4-BE49-F238E27FC236}">
                <a16:creationId xmlns:a16="http://schemas.microsoft.com/office/drawing/2014/main" id="{8C34D99F-5241-49E2-91AF-9426DF700E0F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38F0394C-0900-425C-A33E-68A17D66F4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731" y="548217"/>
            <a:ext cx="5376335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304565-36B8-4341-A497-A9E869E925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5734" y="1617601"/>
            <a:ext cx="5376333" cy="42116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2" name="Plassholder for bilde 8">
            <a:extLst>
              <a:ext uri="{FF2B5EF4-FFF2-40B4-BE49-F238E27FC236}">
                <a16:creationId xmlns:a16="http://schemas.microsoft.com/office/drawing/2014/main" id="{F7EA798C-1DD8-4DC0-988B-645354E41A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9936" y="6144"/>
            <a:ext cx="5960515" cy="6403921"/>
          </a:xfrm>
          <a:custGeom>
            <a:avLst/>
            <a:gdLst>
              <a:gd name="connsiteX0" fmla="*/ 2497138 w 5344567"/>
              <a:gd name="connsiteY0" fmla="*/ 0 h 4993958"/>
              <a:gd name="connsiteX1" fmla="*/ 2499792 w 5344567"/>
              <a:gd name="connsiteY1" fmla="*/ 0 h 4993958"/>
              <a:gd name="connsiteX2" fmla="*/ 5344567 w 5344567"/>
              <a:gd name="connsiteY2" fmla="*/ 0 h 4993958"/>
              <a:gd name="connsiteX3" fmla="*/ 5344567 w 5344567"/>
              <a:gd name="connsiteY3" fmla="*/ 4993958 h 4993958"/>
              <a:gd name="connsiteX4" fmla="*/ 2490823 w 5344567"/>
              <a:gd name="connsiteY4" fmla="*/ 4993958 h 4993958"/>
              <a:gd name="connsiteX5" fmla="*/ 2241864 w 5344567"/>
              <a:gd name="connsiteY5" fmla="*/ 4981382 h 4993958"/>
              <a:gd name="connsiteX6" fmla="*/ 0 w 5344567"/>
              <a:gd name="connsiteY6" fmla="*/ 2497138 h 4993958"/>
              <a:gd name="connsiteX7" fmla="*/ 2497138 w 5344567"/>
              <a:gd name="connsiteY7" fmla="*/ 0 h 4993958"/>
              <a:gd name="connsiteX0" fmla="*/ 2497138 w 5344567"/>
              <a:gd name="connsiteY0" fmla="*/ 0 h 4993958"/>
              <a:gd name="connsiteX1" fmla="*/ 2499792 w 5344567"/>
              <a:gd name="connsiteY1" fmla="*/ 0 h 4993958"/>
              <a:gd name="connsiteX2" fmla="*/ 4825407 w 5344567"/>
              <a:gd name="connsiteY2" fmla="*/ 0 h 4993958"/>
              <a:gd name="connsiteX3" fmla="*/ 5344567 w 5344567"/>
              <a:gd name="connsiteY3" fmla="*/ 4993958 h 4993958"/>
              <a:gd name="connsiteX4" fmla="*/ 2490823 w 5344567"/>
              <a:gd name="connsiteY4" fmla="*/ 4993958 h 4993958"/>
              <a:gd name="connsiteX5" fmla="*/ 2241864 w 5344567"/>
              <a:gd name="connsiteY5" fmla="*/ 4981382 h 4993958"/>
              <a:gd name="connsiteX6" fmla="*/ 0 w 5344567"/>
              <a:gd name="connsiteY6" fmla="*/ 2497138 h 4993958"/>
              <a:gd name="connsiteX7" fmla="*/ 2497138 w 5344567"/>
              <a:gd name="connsiteY7" fmla="*/ 0 h 4993958"/>
              <a:gd name="connsiteX0" fmla="*/ 2497138 w 4844997"/>
              <a:gd name="connsiteY0" fmla="*/ 0 h 4993958"/>
              <a:gd name="connsiteX1" fmla="*/ 2499792 w 4844997"/>
              <a:gd name="connsiteY1" fmla="*/ 0 h 4993958"/>
              <a:gd name="connsiteX2" fmla="*/ 4825407 w 4844997"/>
              <a:gd name="connsiteY2" fmla="*/ 0 h 4993958"/>
              <a:gd name="connsiteX3" fmla="*/ 4844997 w 4844997"/>
              <a:gd name="connsiteY3" fmla="*/ 4993958 h 4993958"/>
              <a:gd name="connsiteX4" fmla="*/ 2490823 w 4844997"/>
              <a:gd name="connsiteY4" fmla="*/ 4993958 h 4993958"/>
              <a:gd name="connsiteX5" fmla="*/ 2241864 w 4844997"/>
              <a:gd name="connsiteY5" fmla="*/ 4981382 h 4993958"/>
              <a:gd name="connsiteX6" fmla="*/ 0 w 4844997"/>
              <a:gd name="connsiteY6" fmla="*/ 2497138 h 4993958"/>
              <a:gd name="connsiteX7" fmla="*/ 2497138 w 4844997"/>
              <a:gd name="connsiteY7" fmla="*/ 0 h 4993958"/>
              <a:gd name="connsiteX0" fmla="*/ 2497138 w 4844997"/>
              <a:gd name="connsiteY0" fmla="*/ 0 h 4993958"/>
              <a:gd name="connsiteX1" fmla="*/ 2499792 w 4844997"/>
              <a:gd name="connsiteY1" fmla="*/ 0 h 4993958"/>
              <a:gd name="connsiteX2" fmla="*/ 4844454 w 4844997"/>
              <a:gd name="connsiteY2" fmla="*/ 2721 h 4993958"/>
              <a:gd name="connsiteX3" fmla="*/ 4844997 w 4844997"/>
              <a:gd name="connsiteY3" fmla="*/ 4993958 h 4993958"/>
              <a:gd name="connsiteX4" fmla="*/ 2490823 w 4844997"/>
              <a:gd name="connsiteY4" fmla="*/ 4993958 h 4993958"/>
              <a:gd name="connsiteX5" fmla="*/ 2241864 w 4844997"/>
              <a:gd name="connsiteY5" fmla="*/ 4981382 h 4993958"/>
              <a:gd name="connsiteX6" fmla="*/ 0 w 4844997"/>
              <a:gd name="connsiteY6" fmla="*/ 2497138 h 4993958"/>
              <a:gd name="connsiteX7" fmla="*/ 2497138 w 4844997"/>
              <a:gd name="connsiteY7" fmla="*/ 0 h 4993958"/>
              <a:gd name="connsiteX0" fmla="*/ 2497138 w 4844997"/>
              <a:gd name="connsiteY0" fmla="*/ 10884 h 5004842"/>
              <a:gd name="connsiteX1" fmla="*/ 2499792 w 4844997"/>
              <a:gd name="connsiteY1" fmla="*/ 10884 h 5004842"/>
              <a:gd name="connsiteX2" fmla="*/ 4844454 w 4844997"/>
              <a:gd name="connsiteY2" fmla="*/ 0 h 5004842"/>
              <a:gd name="connsiteX3" fmla="*/ 4844997 w 4844997"/>
              <a:gd name="connsiteY3" fmla="*/ 5004842 h 5004842"/>
              <a:gd name="connsiteX4" fmla="*/ 2490823 w 4844997"/>
              <a:gd name="connsiteY4" fmla="*/ 5004842 h 5004842"/>
              <a:gd name="connsiteX5" fmla="*/ 2241864 w 4844997"/>
              <a:gd name="connsiteY5" fmla="*/ 4992266 h 5004842"/>
              <a:gd name="connsiteX6" fmla="*/ 0 w 4844997"/>
              <a:gd name="connsiteY6" fmla="*/ 2508022 h 5004842"/>
              <a:gd name="connsiteX7" fmla="*/ 2497138 w 4844997"/>
              <a:gd name="connsiteY7" fmla="*/ 10884 h 5004842"/>
              <a:gd name="connsiteX0" fmla="*/ 2497138 w 4844997"/>
              <a:gd name="connsiteY0" fmla="*/ 19308 h 5013266"/>
              <a:gd name="connsiteX1" fmla="*/ 2499792 w 4844997"/>
              <a:gd name="connsiteY1" fmla="*/ 19308 h 5013266"/>
              <a:gd name="connsiteX2" fmla="*/ 4667642 w 4844997"/>
              <a:gd name="connsiteY2" fmla="*/ 0 h 5013266"/>
              <a:gd name="connsiteX3" fmla="*/ 4844997 w 4844997"/>
              <a:gd name="connsiteY3" fmla="*/ 5013266 h 5013266"/>
              <a:gd name="connsiteX4" fmla="*/ 2490823 w 4844997"/>
              <a:gd name="connsiteY4" fmla="*/ 5013266 h 5013266"/>
              <a:gd name="connsiteX5" fmla="*/ 2241864 w 4844997"/>
              <a:gd name="connsiteY5" fmla="*/ 5000690 h 5013266"/>
              <a:gd name="connsiteX6" fmla="*/ 0 w 4844997"/>
              <a:gd name="connsiteY6" fmla="*/ 2516446 h 5013266"/>
              <a:gd name="connsiteX7" fmla="*/ 2497138 w 4844997"/>
              <a:gd name="connsiteY7" fmla="*/ 19308 h 5013266"/>
              <a:gd name="connsiteX0" fmla="*/ 2497138 w 4667642"/>
              <a:gd name="connsiteY0" fmla="*/ 19308 h 5013266"/>
              <a:gd name="connsiteX1" fmla="*/ 2499792 w 4667642"/>
              <a:gd name="connsiteY1" fmla="*/ 19308 h 5013266"/>
              <a:gd name="connsiteX2" fmla="*/ 4667642 w 4667642"/>
              <a:gd name="connsiteY2" fmla="*/ 0 h 5013266"/>
              <a:gd name="connsiteX3" fmla="*/ 4651346 w 4667642"/>
              <a:gd name="connsiteY3" fmla="*/ 5004842 h 5013266"/>
              <a:gd name="connsiteX4" fmla="*/ 2490823 w 4667642"/>
              <a:gd name="connsiteY4" fmla="*/ 5013266 h 5013266"/>
              <a:gd name="connsiteX5" fmla="*/ 2241864 w 4667642"/>
              <a:gd name="connsiteY5" fmla="*/ 5000690 h 5013266"/>
              <a:gd name="connsiteX6" fmla="*/ 0 w 4667642"/>
              <a:gd name="connsiteY6" fmla="*/ 2516446 h 5013266"/>
              <a:gd name="connsiteX7" fmla="*/ 2497138 w 4667642"/>
              <a:gd name="connsiteY7" fmla="*/ 19308 h 5013266"/>
              <a:gd name="connsiteX0" fmla="*/ 2497138 w 4651346"/>
              <a:gd name="connsiteY0" fmla="*/ 25919 h 5019877"/>
              <a:gd name="connsiteX1" fmla="*/ 2499792 w 4651346"/>
              <a:gd name="connsiteY1" fmla="*/ 25919 h 5019877"/>
              <a:gd name="connsiteX2" fmla="*/ 4628000 w 4651346"/>
              <a:gd name="connsiteY2" fmla="*/ 0 h 5019877"/>
              <a:gd name="connsiteX3" fmla="*/ 4651346 w 4651346"/>
              <a:gd name="connsiteY3" fmla="*/ 5011453 h 5019877"/>
              <a:gd name="connsiteX4" fmla="*/ 2490823 w 4651346"/>
              <a:gd name="connsiteY4" fmla="*/ 5019877 h 5019877"/>
              <a:gd name="connsiteX5" fmla="*/ 2241864 w 4651346"/>
              <a:gd name="connsiteY5" fmla="*/ 5007301 h 5019877"/>
              <a:gd name="connsiteX6" fmla="*/ 0 w 4651346"/>
              <a:gd name="connsiteY6" fmla="*/ 2523057 h 5019877"/>
              <a:gd name="connsiteX7" fmla="*/ 2497138 w 4651346"/>
              <a:gd name="connsiteY7" fmla="*/ 25919 h 5019877"/>
              <a:gd name="connsiteX0" fmla="*/ 2497138 w 4651346"/>
              <a:gd name="connsiteY0" fmla="*/ 6087 h 5000045"/>
              <a:gd name="connsiteX1" fmla="*/ 2499792 w 4651346"/>
              <a:gd name="connsiteY1" fmla="*/ 6087 h 5000045"/>
              <a:gd name="connsiteX2" fmla="*/ 4641215 w 4651346"/>
              <a:gd name="connsiteY2" fmla="*/ 0 h 5000045"/>
              <a:gd name="connsiteX3" fmla="*/ 4651346 w 4651346"/>
              <a:gd name="connsiteY3" fmla="*/ 4991621 h 5000045"/>
              <a:gd name="connsiteX4" fmla="*/ 2490823 w 4651346"/>
              <a:gd name="connsiteY4" fmla="*/ 5000045 h 5000045"/>
              <a:gd name="connsiteX5" fmla="*/ 2241864 w 4651346"/>
              <a:gd name="connsiteY5" fmla="*/ 4987469 h 5000045"/>
              <a:gd name="connsiteX6" fmla="*/ 0 w 4651346"/>
              <a:gd name="connsiteY6" fmla="*/ 2503225 h 5000045"/>
              <a:gd name="connsiteX7" fmla="*/ 2497138 w 4651346"/>
              <a:gd name="connsiteY7" fmla="*/ 6087 h 5000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51346" h="5000045">
                <a:moveTo>
                  <a:pt x="2497138" y="6087"/>
                </a:moveTo>
                <a:lnTo>
                  <a:pt x="2499792" y="6087"/>
                </a:lnTo>
                <a:lnTo>
                  <a:pt x="4641215" y="0"/>
                </a:lnTo>
                <a:lnTo>
                  <a:pt x="4651346" y="4991621"/>
                </a:lnTo>
                <a:lnTo>
                  <a:pt x="2490823" y="5000045"/>
                </a:lnTo>
                <a:lnTo>
                  <a:pt x="2241864" y="4987469"/>
                </a:lnTo>
                <a:cubicBezTo>
                  <a:pt x="982857" y="4859562"/>
                  <a:pt x="0" y="3795912"/>
                  <a:pt x="0" y="2503225"/>
                </a:cubicBezTo>
                <a:cubicBezTo>
                  <a:pt x="0" y="1124360"/>
                  <a:pt x="1118272" y="6087"/>
                  <a:pt x="2497138" y="6087"/>
                </a:cubicBezTo>
                <a:close/>
              </a:path>
            </a:pathLst>
          </a:custGeom>
        </p:spPr>
        <p:txBody>
          <a:bodyPr wrap="square" lIns="720000" rIns="720000" bIns="1800000" anchor="ctr" anchorCtr="0">
            <a:noAutofit/>
          </a:bodyPr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 sz="1333" u="none"/>
            </a:lvl1pPr>
          </a:lstStyle>
          <a:p>
            <a:r>
              <a:rPr lang="nb-NO" sz="1400" err="1"/>
              <a:t>Click</a:t>
            </a:r>
            <a:r>
              <a:rPr lang="nb-NO" sz="1400"/>
              <a:t> to </a:t>
            </a:r>
            <a:r>
              <a:rPr lang="nb-NO" sz="1400" err="1"/>
              <a:t>add</a:t>
            </a:r>
            <a:r>
              <a:rPr lang="nb-NO" sz="1400"/>
              <a:t> image</a:t>
            </a:r>
            <a:endParaRPr lang="nb-NO" sz="1400" noProof="1"/>
          </a:p>
        </p:txBody>
      </p:sp>
    </p:spTree>
    <p:extLst>
      <p:ext uri="{BB962C8B-B14F-4D97-AF65-F5344CB8AC3E}">
        <p14:creationId xmlns:p14="http://schemas.microsoft.com/office/powerpoint/2010/main" val="8773254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1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661E617-C2A2-46DE-B3FA-922895EFE5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2803" y="547684"/>
            <a:ext cx="6843464" cy="808800"/>
          </a:xfrm>
        </p:spPr>
        <p:txBody>
          <a:bodyPr/>
          <a:lstStyle/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/>
          </a:p>
        </p:txBody>
      </p:sp>
      <p:sp>
        <p:nvSpPr>
          <p:cNvPr id="4" name="Plassholder for bilde 3">
            <a:extLst>
              <a:ext uri="{FF2B5EF4-FFF2-40B4-BE49-F238E27FC236}">
                <a16:creationId xmlns:a16="http://schemas.microsoft.com/office/drawing/2014/main" id="{E6B1C067-05B9-4B79-AEF3-4E7B33DEF2A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87867" y="260351"/>
            <a:ext cx="4127500" cy="5856816"/>
          </a:xfrm>
        </p:spPr>
        <p:txBody>
          <a:bodyPr lIns="720000" rIns="720000" bIns="1800000" anchor="ctr" anchorCtr="0">
            <a:normAutofit/>
          </a:bodyPr>
          <a:lstStyle>
            <a:lvl1pPr marL="0" indent="0" algn="ctr">
              <a:buFontTx/>
              <a:buNone/>
              <a:defRPr sz="1333"/>
            </a:lvl1pPr>
          </a:lstStyle>
          <a:p>
            <a:r>
              <a:rPr lang="nb-NO" sz="1400" err="1"/>
              <a:t>Click</a:t>
            </a:r>
            <a:r>
              <a:rPr lang="nb-NO" sz="1400"/>
              <a:t> </a:t>
            </a:r>
            <a:r>
              <a:rPr lang="nb-NO" sz="1400" err="1"/>
              <a:t>the</a:t>
            </a:r>
            <a:r>
              <a:rPr lang="nb-NO" sz="1400"/>
              <a:t> placeholder and </a:t>
            </a:r>
            <a:r>
              <a:rPr lang="nb-NO" sz="1400" err="1"/>
              <a:t>use</a:t>
            </a:r>
            <a:r>
              <a:rPr lang="nb-NO" sz="1400"/>
              <a:t> </a:t>
            </a:r>
            <a:r>
              <a:rPr lang="nb-NO" sz="1400" err="1"/>
              <a:t>button</a:t>
            </a:r>
            <a:r>
              <a:rPr lang="nb-NO" sz="1400"/>
              <a:t> "</a:t>
            </a:r>
            <a:r>
              <a:rPr lang="nb-NO" sz="1400" err="1"/>
              <a:t>Insert</a:t>
            </a:r>
            <a:r>
              <a:rPr lang="nb-NO" sz="1400"/>
              <a:t> image BrandMaster" to </a:t>
            </a:r>
            <a:r>
              <a:rPr lang="nb-NO" sz="1400" err="1"/>
              <a:t>the</a:t>
            </a:r>
            <a:r>
              <a:rPr lang="nb-NO" sz="1400"/>
              <a:t> far right </a:t>
            </a:r>
            <a:r>
              <a:rPr lang="nb-NO" sz="1400" err="1"/>
              <a:t>on</a:t>
            </a:r>
            <a:r>
              <a:rPr lang="nb-NO" sz="1400"/>
              <a:t> </a:t>
            </a:r>
            <a:r>
              <a:rPr lang="nb-NO" sz="1400" err="1"/>
              <a:t>the</a:t>
            </a:r>
            <a:r>
              <a:rPr lang="nb-NO" sz="1400"/>
              <a:t> </a:t>
            </a:r>
            <a:r>
              <a:rPr lang="nb-NO" sz="1400" err="1"/>
              <a:t>menu</a:t>
            </a:r>
            <a:r>
              <a:rPr lang="nb-NO" sz="1400"/>
              <a:t> "Sett inn/</a:t>
            </a:r>
            <a:r>
              <a:rPr lang="nb-NO" sz="1400" err="1"/>
              <a:t>Insert</a:t>
            </a:r>
            <a:r>
              <a:rPr lang="nb-NO" sz="1400"/>
              <a:t>/</a:t>
            </a:r>
            <a:r>
              <a:rPr lang="nb-NO" sz="1400" err="1"/>
              <a:t>Infoga</a:t>
            </a:r>
            <a:r>
              <a:rPr lang="nb-NO" sz="1400"/>
              <a:t>". </a:t>
            </a:r>
            <a:endParaRPr lang="nb-NO" sz="1400" noProof="1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AB1163-6B86-472C-9B8F-22943C8A8EE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72803" y="1617601"/>
            <a:ext cx="6843464" cy="42116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B89145A-3A7E-4585-8C75-FD50BC120F5F}"/>
              </a:ext>
            </a:extLst>
          </p:cNvPr>
          <p:cNvSpPr txBox="1"/>
          <p:nvPr userDrawn="1"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Text and picture 1/3 left</a:t>
            </a:r>
          </a:p>
        </p:txBody>
      </p:sp>
      <p:sp>
        <p:nvSpPr>
          <p:cNvPr id="8" name="Plassholder for lysbildenummer 1">
            <a:extLst>
              <a:ext uri="{FF2B5EF4-FFF2-40B4-BE49-F238E27FC236}">
                <a16:creationId xmlns:a16="http://schemas.microsoft.com/office/drawing/2014/main" id="{9606BE06-8980-4E4C-B103-F2035AF09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198824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208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s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4" y="554084"/>
            <a:ext cx="11040533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CA8F7157-E8B4-474C-8D57-99BB9FD43947}"/>
              </a:ext>
            </a:extLst>
          </p:cNvPr>
          <p:cNvSpPr txBox="1"/>
          <p:nvPr/>
        </p:nvSpPr>
        <p:spPr>
          <a:xfrm>
            <a:off x="0" y="-381828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Two-columns comparison</a:t>
            </a:r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72A1B737-3F65-D345-BE96-164FDAC030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9934" y="1617134"/>
            <a:ext cx="5376333" cy="421216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2000"/>
            </a:lvl1pPr>
            <a:lvl2pPr marL="6351" indent="0">
              <a:buNone/>
              <a:tabLst/>
              <a:defRPr sz="2000" b="1"/>
            </a:lvl2pPr>
            <a:lvl3pPr marL="296326" indent="-289977">
              <a:tabLst/>
              <a:defRPr sz="2000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3" name="Plassholder for tekst 7">
            <a:extLst>
              <a:ext uri="{FF2B5EF4-FFF2-40B4-BE49-F238E27FC236}">
                <a16:creationId xmlns:a16="http://schemas.microsoft.com/office/drawing/2014/main" id="{60EBD655-1984-954F-986F-72C85D8297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5734" y="1617134"/>
            <a:ext cx="5376333" cy="421216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2000"/>
            </a:lvl1pPr>
            <a:lvl2pPr marL="6351" indent="0">
              <a:buNone/>
              <a:tabLst/>
              <a:defRPr sz="2000" b="1"/>
            </a:lvl2pPr>
            <a:lvl3pPr marL="296326" indent="-289977">
              <a:tabLst/>
              <a:defRPr sz="2000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6" name="Plassholder for lysbildenummer 1">
            <a:extLst>
              <a:ext uri="{FF2B5EF4-FFF2-40B4-BE49-F238E27FC236}">
                <a16:creationId xmlns:a16="http://schemas.microsoft.com/office/drawing/2014/main" id="{8DFAD86D-5AF0-47A7-BA41-C222DBCB8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32935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75734" y="548217"/>
            <a:ext cx="11040533" cy="808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933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nb-NO"/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6C1E7DB7-7266-3C41-97CE-B836463FDC42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Three columns</a:t>
            </a:r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67F07CC3-2627-0044-A0E1-8402BC248D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733" y="1617134"/>
            <a:ext cx="3505200" cy="421216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2000"/>
            </a:lvl1pPr>
            <a:lvl2pPr marL="6351" indent="0">
              <a:buNone/>
              <a:tabLst/>
              <a:defRPr sz="2000" b="1"/>
            </a:lvl2pPr>
            <a:lvl3pPr marL="296326" indent="-289977">
              <a:tabLst/>
              <a:defRPr sz="2000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7" name="Plassholder for tekst 7">
            <a:extLst>
              <a:ext uri="{FF2B5EF4-FFF2-40B4-BE49-F238E27FC236}">
                <a16:creationId xmlns:a16="http://schemas.microsoft.com/office/drawing/2014/main" id="{18A1728C-9522-4626-A7CE-E74A845ABD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3400" y="1617134"/>
            <a:ext cx="3505200" cy="421216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2000"/>
            </a:lvl1pPr>
            <a:lvl2pPr marL="6351" indent="0">
              <a:buNone/>
              <a:tabLst/>
              <a:defRPr sz="2000" b="1"/>
            </a:lvl2pPr>
            <a:lvl3pPr marL="296326" indent="-289977">
              <a:tabLst/>
              <a:defRPr sz="2000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8" name="Plassholder for tekst 7">
            <a:extLst>
              <a:ext uri="{FF2B5EF4-FFF2-40B4-BE49-F238E27FC236}">
                <a16:creationId xmlns:a16="http://schemas.microsoft.com/office/drawing/2014/main" id="{EC613140-D87D-4DD9-B501-0C7D380084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11067" y="1617134"/>
            <a:ext cx="3505200" cy="421216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2000"/>
            </a:lvl1pPr>
            <a:lvl2pPr marL="6351" indent="0">
              <a:buNone/>
              <a:tabLst/>
              <a:defRPr sz="2000" b="1"/>
            </a:lvl2pPr>
            <a:lvl3pPr marL="296326" indent="-289977">
              <a:tabLst/>
              <a:defRPr sz="2000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7" name="Plassholder for lysbildenummer 1">
            <a:extLst>
              <a:ext uri="{FF2B5EF4-FFF2-40B4-BE49-F238E27FC236}">
                <a16:creationId xmlns:a16="http://schemas.microsoft.com/office/drawing/2014/main" id="{D6B3A6C6-4BF5-474B-AA99-F2207A6A4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833399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ssholder for tekst 7">
            <a:extLst>
              <a:ext uri="{FF2B5EF4-FFF2-40B4-BE49-F238E27FC236}">
                <a16:creationId xmlns:a16="http://schemas.microsoft.com/office/drawing/2014/main" id="{3D668621-7CFC-1B46-9E33-33B4E7B10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5733" y="1617134"/>
            <a:ext cx="2624667" cy="421216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1867"/>
            </a:lvl1pPr>
            <a:lvl2pPr marL="6351" indent="0">
              <a:buNone/>
              <a:tabLst/>
              <a:defRPr sz="1867" b="1"/>
            </a:lvl2pPr>
            <a:lvl3pPr marL="296326" indent="-289977">
              <a:tabLst/>
              <a:defRPr sz="1867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EDD9A8B8-9E9C-9B4A-8337-0CBFBFC32B95}"/>
              </a:ext>
            </a:extLst>
          </p:cNvPr>
          <p:cNvSpPr txBox="1"/>
          <p:nvPr/>
        </p:nvSpPr>
        <p:spPr>
          <a:xfrm>
            <a:off x="0" y="-383629"/>
            <a:ext cx="342971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Four columns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4" y="548217"/>
            <a:ext cx="11040533" cy="8088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13" name="Plassholder for tekst 7">
            <a:extLst>
              <a:ext uri="{FF2B5EF4-FFF2-40B4-BE49-F238E27FC236}">
                <a16:creationId xmlns:a16="http://schemas.microsoft.com/office/drawing/2014/main" id="{BC08ADEA-C3BD-44F7-AB5F-962C1B9FF5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0900" y="1617134"/>
            <a:ext cx="2624667" cy="421216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1867"/>
            </a:lvl1pPr>
            <a:lvl2pPr marL="6351" indent="0">
              <a:buNone/>
              <a:tabLst/>
              <a:defRPr sz="1867" b="1"/>
            </a:lvl2pPr>
            <a:lvl3pPr marL="296326" indent="-289977">
              <a:tabLst/>
              <a:defRPr sz="1867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8" name="Plassholder for tekst 7">
            <a:extLst>
              <a:ext uri="{FF2B5EF4-FFF2-40B4-BE49-F238E27FC236}">
                <a16:creationId xmlns:a16="http://schemas.microsoft.com/office/drawing/2014/main" id="{B257CB65-85D8-42AB-BFEB-B9FC45812D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91249" y="1617133"/>
            <a:ext cx="2624667" cy="4212168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1867"/>
            </a:lvl1pPr>
            <a:lvl2pPr marL="6351" indent="0">
              <a:buNone/>
              <a:tabLst/>
              <a:defRPr sz="1867" b="1"/>
            </a:lvl2pPr>
            <a:lvl3pPr marL="296326" indent="-289977">
              <a:tabLst/>
              <a:defRPr sz="1867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9" name="Plassholder for tekst 7">
            <a:extLst>
              <a:ext uri="{FF2B5EF4-FFF2-40B4-BE49-F238E27FC236}">
                <a16:creationId xmlns:a16="http://schemas.microsoft.com/office/drawing/2014/main" id="{94F1FA59-856C-45D2-BB5C-3EE8E83BA5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1600" y="1617134"/>
            <a:ext cx="2624667" cy="421216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1867"/>
            </a:lvl1pPr>
            <a:lvl2pPr marL="6351" indent="0">
              <a:buNone/>
              <a:tabLst/>
              <a:defRPr sz="1867" b="1"/>
            </a:lvl2pPr>
            <a:lvl3pPr marL="296326" indent="-289977">
              <a:tabLst/>
              <a:defRPr sz="1867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8" name="Plassholder for lysbildenummer 1">
            <a:extLst>
              <a:ext uri="{FF2B5EF4-FFF2-40B4-BE49-F238E27FC236}">
                <a16:creationId xmlns:a16="http://schemas.microsoft.com/office/drawing/2014/main" id="{165FB570-A32C-4250-8D97-A234097CF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201187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 with icon -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AAA4743-4A79-4507-89C1-9C095A7D9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nb-NO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924621AD-F7D7-46BB-86F6-CB1F0DDA9BEE}"/>
              </a:ext>
            </a:extLst>
          </p:cNvPr>
          <p:cNvSpPr/>
          <p:nvPr userDrawn="1"/>
        </p:nvSpPr>
        <p:spPr>
          <a:xfrm>
            <a:off x="575734" y="1617135"/>
            <a:ext cx="5376333" cy="1953381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42E6CEB5-5F8F-41F4-8440-2821B5147513}"/>
              </a:ext>
            </a:extLst>
          </p:cNvPr>
          <p:cNvSpPr/>
          <p:nvPr userDrawn="1"/>
        </p:nvSpPr>
        <p:spPr>
          <a:xfrm>
            <a:off x="6239936" y="1617134"/>
            <a:ext cx="5376333" cy="1953383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13" name="Plassholder for bilde 11">
            <a:extLst>
              <a:ext uri="{FF2B5EF4-FFF2-40B4-BE49-F238E27FC236}">
                <a16:creationId xmlns:a16="http://schemas.microsoft.com/office/drawing/2014/main" id="{4B8CBA88-BB36-456E-8EF4-757C37280CB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86751" y="2001356"/>
            <a:ext cx="1182031" cy="11838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r>
              <a:rPr lang="nb-NO" err="1"/>
              <a:t>Icon</a:t>
            </a:r>
            <a:endParaRPr lang="nb-NO"/>
          </a:p>
        </p:txBody>
      </p:sp>
      <p:sp>
        <p:nvSpPr>
          <p:cNvPr id="14" name="Plassholder for tekst 16">
            <a:extLst>
              <a:ext uri="{FF2B5EF4-FFF2-40B4-BE49-F238E27FC236}">
                <a16:creationId xmlns:a16="http://schemas.microsoft.com/office/drawing/2014/main" id="{8F8CAB98-8B6F-4334-9F9E-82F04B751E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5834" y="1920425"/>
            <a:ext cx="2876551" cy="1390649"/>
          </a:xfrm>
          <a:noFill/>
        </p:spPr>
        <p:txBody>
          <a:bodyPr/>
          <a:lstStyle>
            <a:lvl1pPr marL="0" indent="0">
              <a:buNone/>
              <a:defRPr/>
            </a:lvl1pPr>
            <a:lvl2pPr marL="191995" indent="0">
              <a:buNone/>
              <a:defRPr/>
            </a:lvl2pPr>
          </a:lstStyle>
          <a:p>
            <a:pPr lvl="0"/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15" name="Plassholder for tekst 16">
            <a:extLst>
              <a:ext uri="{FF2B5EF4-FFF2-40B4-BE49-F238E27FC236}">
                <a16:creationId xmlns:a16="http://schemas.microsoft.com/office/drawing/2014/main" id="{80705CD0-FAA1-414C-BB01-2DFEE841CE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76073" y="1920425"/>
            <a:ext cx="2876551" cy="1390649"/>
          </a:xfrm>
          <a:noFill/>
        </p:spPr>
        <p:txBody>
          <a:bodyPr/>
          <a:lstStyle>
            <a:lvl1pPr marL="0" indent="0">
              <a:buNone/>
              <a:defRPr/>
            </a:lvl1pPr>
            <a:lvl2pPr marL="191995" indent="0">
              <a:buNone/>
              <a:defRPr/>
            </a:lvl2pPr>
          </a:lstStyle>
          <a:p>
            <a:pPr lvl="0"/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16" name="Plassholder for bilde 11">
            <a:extLst>
              <a:ext uri="{FF2B5EF4-FFF2-40B4-BE49-F238E27FC236}">
                <a16:creationId xmlns:a16="http://schemas.microsoft.com/office/drawing/2014/main" id="{8DABA7E5-1EC3-4958-B4A7-ED5CCE8422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98898" y="2001356"/>
            <a:ext cx="1182031" cy="11838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r>
              <a:rPr lang="nb-NO" err="1"/>
              <a:t>Icon</a:t>
            </a:r>
            <a:endParaRPr lang="nb-NO"/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6EC4880-BF9B-43DE-AE1F-9B902C488928}"/>
              </a:ext>
            </a:extLst>
          </p:cNvPr>
          <p:cNvSpPr/>
          <p:nvPr userDrawn="1"/>
        </p:nvSpPr>
        <p:spPr>
          <a:xfrm>
            <a:off x="573311" y="3873806"/>
            <a:ext cx="5376333" cy="1953381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1027931D-A958-4684-B486-7A5C658721E1}"/>
              </a:ext>
            </a:extLst>
          </p:cNvPr>
          <p:cNvSpPr/>
          <p:nvPr userDrawn="1"/>
        </p:nvSpPr>
        <p:spPr>
          <a:xfrm>
            <a:off x="6237514" y="3873805"/>
            <a:ext cx="5376333" cy="1953383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19" name="Plassholder for bilde 11">
            <a:extLst>
              <a:ext uri="{FF2B5EF4-FFF2-40B4-BE49-F238E27FC236}">
                <a16:creationId xmlns:a16="http://schemas.microsoft.com/office/drawing/2014/main" id="{711D8455-889E-4B83-BC8A-AB53FF2AE8E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84329" y="4258027"/>
            <a:ext cx="1182031" cy="11838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r>
              <a:rPr lang="nb-NO" err="1"/>
              <a:t>Icon</a:t>
            </a:r>
            <a:endParaRPr lang="nb-NO"/>
          </a:p>
        </p:txBody>
      </p:sp>
      <p:sp>
        <p:nvSpPr>
          <p:cNvPr id="20" name="Plassholder for tekst 16">
            <a:extLst>
              <a:ext uri="{FF2B5EF4-FFF2-40B4-BE49-F238E27FC236}">
                <a16:creationId xmlns:a16="http://schemas.microsoft.com/office/drawing/2014/main" id="{D6D6C47F-0E92-4C79-847E-3EA1BF4DC4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43411" y="4177096"/>
            <a:ext cx="2876551" cy="1390649"/>
          </a:xfrm>
          <a:noFill/>
        </p:spPr>
        <p:txBody>
          <a:bodyPr/>
          <a:lstStyle>
            <a:lvl1pPr marL="0" indent="0">
              <a:buNone/>
              <a:defRPr/>
            </a:lvl1pPr>
            <a:lvl2pPr marL="191995" indent="0">
              <a:buNone/>
              <a:defRPr/>
            </a:lvl2pPr>
          </a:lstStyle>
          <a:p>
            <a:pPr lvl="0"/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21" name="Plassholder for tekst 16">
            <a:extLst>
              <a:ext uri="{FF2B5EF4-FFF2-40B4-BE49-F238E27FC236}">
                <a16:creationId xmlns:a16="http://schemas.microsoft.com/office/drawing/2014/main" id="{6C544775-12F6-4075-98E9-242F1E4409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73650" y="4177096"/>
            <a:ext cx="2876551" cy="1390649"/>
          </a:xfrm>
          <a:noFill/>
        </p:spPr>
        <p:txBody>
          <a:bodyPr/>
          <a:lstStyle>
            <a:lvl1pPr marL="0" indent="0">
              <a:buNone/>
              <a:defRPr/>
            </a:lvl1pPr>
            <a:lvl2pPr marL="191995" indent="0">
              <a:buNone/>
              <a:defRPr/>
            </a:lvl2pPr>
          </a:lstStyle>
          <a:p>
            <a:pPr lvl="0"/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22" name="Plassholder for bilde 11">
            <a:extLst>
              <a:ext uri="{FF2B5EF4-FFF2-40B4-BE49-F238E27FC236}">
                <a16:creationId xmlns:a16="http://schemas.microsoft.com/office/drawing/2014/main" id="{41E826F1-3605-41F7-B5AF-932B02E4BB3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96475" y="4258027"/>
            <a:ext cx="1182031" cy="11838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r>
              <a:rPr lang="nb-NO" err="1"/>
              <a:t>Icon</a:t>
            </a:r>
            <a:endParaRPr lang="nb-NO"/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664B9941-9C8E-4679-919E-35F528399117}"/>
              </a:ext>
            </a:extLst>
          </p:cNvPr>
          <p:cNvSpPr txBox="1"/>
          <p:nvPr userDrawn="1"/>
        </p:nvSpPr>
        <p:spPr>
          <a:xfrm>
            <a:off x="0" y="-383629"/>
            <a:ext cx="342971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Four boxes with icon - beige</a:t>
            </a:r>
          </a:p>
        </p:txBody>
      </p:sp>
      <p:sp>
        <p:nvSpPr>
          <p:cNvPr id="24" name="Plassholder for lysbildenummer 1">
            <a:extLst>
              <a:ext uri="{FF2B5EF4-FFF2-40B4-BE49-F238E27FC236}">
                <a16:creationId xmlns:a16="http://schemas.microsoft.com/office/drawing/2014/main" id="{A340464E-3CAF-444F-9054-38B24D495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5482884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 with ic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AAA4743-4A79-4507-89C1-9C095A7D9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nb-NO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924621AD-F7D7-46BB-86F6-CB1F0DDA9BEE}"/>
              </a:ext>
            </a:extLst>
          </p:cNvPr>
          <p:cNvSpPr/>
          <p:nvPr userDrawn="1"/>
        </p:nvSpPr>
        <p:spPr>
          <a:xfrm>
            <a:off x="575734" y="1617135"/>
            <a:ext cx="5376333" cy="1953381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42E6CEB5-5F8F-41F4-8440-2821B5147513}"/>
              </a:ext>
            </a:extLst>
          </p:cNvPr>
          <p:cNvSpPr/>
          <p:nvPr userDrawn="1"/>
        </p:nvSpPr>
        <p:spPr>
          <a:xfrm>
            <a:off x="6239936" y="1617134"/>
            <a:ext cx="5376333" cy="1953383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13" name="Plassholder for bilde 11">
            <a:extLst>
              <a:ext uri="{FF2B5EF4-FFF2-40B4-BE49-F238E27FC236}">
                <a16:creationId xmlns:a16="http://schemas.microsoft.com/office/drawing/2014/main" id="{4B8CBA88-BB36-456E-8EF4-757C37280CB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86751" y="2001356"/>
            <a:ext cx="1182031" cy="11838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r>
              <a:rPr lang="nb-NO" err="1"/>
              <a:t>Icon</a:t>
            </a:r>
            <a:endParaRPr lang="nb-NO"/>
          </a:p>
        </p:txBody>
      </p:sp>
      <p:sp>
        <p:nvSpPr>
          <p:cNvPr id="14" name="Plassholder for tekst 16">
            <a:extLst>
              <a:ext uri="{FF2B5EF4-FFF2-40B4-BE49-F238E27FC236}">
                <a16:creationId xmlns:a16="http://schemas.microsoft.com/office/drawing/2014/main" id="{8F8CAB98-8B6F-4334-9F9E-82F04B751E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5834" y="1920425"/>
            <a:ext cx="2876551" cy="1390649"/>
          </a:xfrm>
          <a:noFill/>
        </p:spPr>
        <p:txBody>
          <a:bodyPr/>
          <a:lstStyle>
            <a:lvl1pPr marL="0" indent="0">
              <a:buNone/>
              <a:defRPr/>
            </a:lvl1pPr>
            <a:lvl2pPr marL="191995" indent="0">
              <a:buNone/>
              <a:defRPr/>
            </a:lvl2pPr>
          </a:lstStyle>
          <a:p>
            <a:pPr lvl="0"/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15" name="Plassholder for tekst 16">
            <a:extLst>
              <a:ext uri="{FF2B5EF4-FFF2-40B4-BE49-F238E27FC236}">
                <a16:creationId xmlns:a16="http://schemas.microsoft.com/office/drawing/2014/main" id="{80705CD0-FAA1-414C-BB01-2DFEE841CE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76073" y="1920425"/>
            <a:ext cx="2876551" cy="1390649"/>
          </a:xfrm>
          <a:noFill/>
        </p:spPr>
        <p:txBody>
          <a:bodyPr/>
          <a:lstStyle>
            <a:lvl1pPr marL="0" indent="0">
              <a:buNone/>
              <a:defRPr/>
            </a:lvl1pPr>
            <a:lvl2pPr marL="191995" indent="0">
              <a:buNone/>
              <a:defRPr/>
            </a:lvl2pPr>
          </a:lstStyle>
          <a:p>
            <a:pPr lvl="0"/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16" name="Plassholder for bilde 11">
            <a:extLst>
              <a:ext uri="{FF2B5EF4-FFF2-40B4-BE49-F238E27FC236}">
                <a16:creationId xmlns:a16="http://schemas.microsoft.com/office/drawing/2014/main" id="{8DABA7E5-1EC3-4958-B4A7-ED5CCE8422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98898" y="2001356"/>
            <a:ext cx="1182031" cy="11838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r>
              <a:rPr lang="nb-NO" err="1"/>
              <a:t>Icon</a:t>
            </a:r>
            <a:endParaRPr lang="nb-NO"/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6EC4880-BF9B-43DE-AE1F-9B902C488928}"/>
              </a:ext>
            </a:extLst>
          </p:cNvPr>
          <p:cNvSpPr/>
          <p:nvPr userDrawn="1"/>
        </p:nvSpPr>
        <p:spPr>
          <a:xfrm>
            <a:off x="573311" y="3873806"/>
            <a:ext cx="5376333" cy="1953381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1027931D-A958-4684-B486-7A5C658721E1}"/>
              </a:ext>
            </a:extLst>
          </p:cNvPr>
          <p:cNvSpPr/>
          <p:nvPr userDrawn="1"/>
        </p:nvSpPr>
        <p:spPr>
          <a:xfrm>
            <a:off x="6237514" y="3873805"/>
            <a:ext cx="5376333" cy="1953383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19" name="Plassholder for bilde 11">
            <a:extLst>
              <a:ext uri="{FF2B5EF4-FFF2-40B4-BE49-F238E27FC236}">
                <a16:creationId xmlns:a16="http://schemas.microsoft.com/office/drawing/2014/main" id="{711D8455-889E-4B83-BC8A-AB53FF2AE8E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84329" y="4258027"/>
            <a:ext cx="1182031" cy="11838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r>
              <a:rPr lang="nb-NO" err="1"/>
              <a:t>Icon</a:t>
            </a:r>
            <a:endParaRPr lang="nb-NO"/>
          </a:p>
        </p:txBody>
      </p:sp>
      <p:sp>
        <p:nvSpPr>
          <p:cNvPr id="20" name="Plassholder for tekst 16">
            <a:extLst>
              <a:ext uri="{FF2B5EF4-FFF2-40B4-BE49-F238E27FC236}">
                <a16:creationId xmlns:a16="http://schemas.microsoft.com/office/drawing/2014/main" id="{D6D6C47F-0E92-4C79-847E-3EA1BF4DC4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43411" y="4177096"/>
            <a:ext cx="2876551" cy="1390649"/>
          </a:xfrm>
          <a:noFill/>
        </p:spPr>
        <p:txBody>
          <a:bodyPr/>
          <a:lstStyle>
            <a:lvl1pPr marL="0" indent="0">
              <a:buNone/>
              <a:defRPr/>
            </a:lvl1pPr>
            <a:lvl2pPr marL="191995" indent="0">
              <a:buNone/>
              <a:defRPr/>
            </a:lvl2pPr>
          </a:lstStyle>
          <a:p>
            <a:pPr lvl="0"/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21" name="Plassholder for tekst 16">
            <a:extLst>
              <a:ext uri="{FF2B5EF4-FFF2-40B4-BE49-F238E27FC236}">
                <a16:creationId xmlns:a16="http://schemas.microsoft.com/office/drawing/2014/main" id="{6C544775-12F6-4075-98E9-242F1E4409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73650" y="4177096"/>
            <a:ext cx="2876551" cy="1390649"/>
          </a:xfrm>
          <a:noFill/>
        </p:spPr>
        <p:txBody>
          <a:bodyPr/>
          <a:lstStyle>
            <a:lvl1pPr marL="0" indent="0">
              <a:buNone/>
              <a:defRPr/>
            </a:lvl1pPr>
            <a:lvl2pPr marL="191995" indent="0">
              <a:buNone/>
              <a:defRPr/>
            </a:lvl2pPr>
          </a:lstStyle>
          <a:p>
            <a:pPr lvl="0"/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22" name="Plassholder for bilde 11">
            <a:extLst>
              <a:ext uri="{FF2B5EF4-FFF2-40B4-BE49-F238E27FC236}">
                <a16:creationId xmlns:a16="http://schemas.microsoft.com/office/drawing/2014/main" id="{41E826F1-3605-41F7-B5AF-932B02E4BB3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96475" y="4258027"/>
            <a:ext cx="1182031" cy="11838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r>
              <a:rPr lang="nb-NO" err="1"/>
              <a:t>Icon</a:t>
            </a:r>
            <a:endParaRPr lang="nb-NO"/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6A3B5894-6ED0-4649-90E1-104C1A305843}"/>
              </a:ext>
            </a:extLst>
          </p:cNvPr>
          <p:cNvSpPr txBox="1"/>
          <p:nvPr userDrawn="1"/>
        </p:nvSpPr>
        <p:spPr>
          <a:xfrm>
            <a:off x="0" y="-383629"/>
            <a:ext cx="342971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Four boxes with icon - green</a:t>
            </a:r>
          </a:p>
        </p:txBody>
      </p:sp>
      <p:sp>
        <p:nvSpPr>
          <p:cNvPr id="24" name="Plassholder for lysbildenummer 1">
            <a:extLst>
              <a:ext uri="{FF2B5EF4-FFF2-40B4-BE49-F238E27FC236}">
                <a16:creationId xmlns:a16="http://schemas.microsoft.com/office/drawing/2014/main" id="{17A43174-42AA-4168-BC91-810C5AD9F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38601735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am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4" y="556771"/>
            <a:ext cx="11040533" cy="8088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EDD9A8B8-9E9C-9B4A-8337-0CBFBFC32B95}"/>
              </a:ext>
            </a:extLst>
          </p:cNvPr>
          <p:cNvSpPr txBox="1"/>
          <p:nvPr/>
        </p:nvSpPr>
        <p:spPr>
          <a:xfrm>
            <a:off x="0" y="-383629"/>
            <a:ext cx="342971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Title and team presentation</a:t>
            </a:r>
          </a:p>
        </p:txBody>
      </p:sp>
      <p:sp>
        <p:nvSpPr>
          <p:cNvPr id="47" name="Plassholder for bilde 14">
            <a:extLst>
              <a:ext uri="{FF2B5EF4-FFF2-40B4-BE49-F238E27FC236}">
                <a16:creationId xmlns:a16="http://schemas.microsoft.com/office/drawing/2014/main" id="{12AB5CF8-7129-478C-885D-AE4D02F6E38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6056" y="1679392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333"/>
            </a:lvl1pPr>
          </a:lstStyle>
          <a:p>
            <a:r>
              <a:rPr lang="nb-NO" err="1"/>
              <a:t>Insert</a:t>
            </a:r>
            <a:r>
              <a:rPr lang="nb-NO"/>
              <a:t> image</a:t>
            </a:r>
          </a:p>
        </p:txBody>
      </p:sp>
      <p:sp>
        <p:nvSpPr>
          <p:cNvPr id="48" name="Plassholder for bilde 16">
            <a:extLst>
              <a:ext uri="{FF2B5EF4-FFF2-40B4-BE49-F238E27FC236}">
                <a16:creationId xmlns:a16="http://schemas.microsoft.com/office/drawing/2014/main" id="{330099D6-2560-428C-9912-D91D84708B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1080" y="1679392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333"/>
            </a:lvl1pPr>
          </a:lstStyle>
          <a:p>
            <a:r>
              <a:rPr lang="nb-NO" err="1"/>
              <a:t>Insert</a:t>
            </a:r>
            <a:r>
              <a:rPr lang="nb-NO"/>
              <a:t> image</a:t>
            </a:r>
          </a:p>
        </p:txBody>
      </p:sp>
      <p:sp>
        <p:nvSpPr>
          <p:cNvPr id="49" name="Plassholder for bilde 18">
            <a:extLst>
              <a:ext uri="{FF2B5EF4-FFF2-40B4-BE49-F238E27FC236}">
                <a16:creationId xmlns:a16="http://schemas.microsoft.com/office/drawing/2014/main" id="{B1DC65BC-775F-4981-B78A-EBA2671DD98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208730" y="1679392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333"/>
            </a:lvl1pPr>
          </a:lstStyle>
          <a:p>
            <a:r>
              <a:rPr lang="nb-NO" err="1"/>
              <a:t>Insert</a:t>
            </a:r>
            <a:r>
              <a:rPr lang="nb-NO"/>
              <a:t> image</a:t>
            </a:r>
          </a:p>
        </p:txBody>
      </p:sp>
      <p:sp>
        <p:nvSpPr>
          <p:cNvPr id="50" name="Plassholder for tekst 3">
            <a:extLst>
              <a:ext uri="{FF2B5EF4-FFF2-40B4-BE49-F238E27FC236}">
                <a16:creationId xmlns:a16="http://schemas.microsoft.com/office/drawing/2014/main" id="{9EFAE50D-B78C-440B-829D-ADD0300614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62742" y="1617133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endParaRPr lang="nb-NO"/>
          </a:p>
        </p:txBody>
      </p:sp>
      <p:sp>
        <p:nvSpPr>
          <p:cNvPr id="51" name="Plassholder for tekst 5">
            <a:extLst>
              <a:ext uri="{FF2B5EF4-FFF2-40B4-BE49-F238E27FC236}">
                <a16:creationId xmlns:a16="http://schemas.microsoft.com/office/drawing/2014/main" id="{B12F6E99-96F6-4F12-995E-C27E168973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63555" y="2211803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52" name="Plassholder for tekst 3">
            <a:extLst>
              <a:ext uri="{FF2B5EF4-FFF2-40B4-BE49-F238E27FC236}">
                <a16:creationId xmlns:a16="http://schemas.microsoft.com/office/drawing/2014/main" id="{9292159D-A239-427B-9C9D-3DA70F8998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88785" y="1617133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53" name="Plassholder for tekst 5">
            <a:extLst>
              <a:ext uri="{FF2B5EF4-FFF2-40B4-BE49-F238E27FC236}">
                <a16:creationId xmlns:a16="http://schemas.microsoft.com/office/drawing/2014/main" id="{070CF4F3-3986-49FB-98F1-457933BBCE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89597" y="2211803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54" name="Plassholder for tekst 3">
            <a:extLst>
              <a:ext uri="{FF2B5EF4-FFF2-40B4-BE49-F238E27FC236}">
                <a16:creationId xmlns:a16="http://schemas.microsoft.com/office/drawing/2014/main" id="{9A939696-8DE8-4A64-8BE1-29257614CC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37133" y="1617133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55" name="Plassholder for tekst 5">
            <a:extLst>
              <a:ext uri="{FF2B5EF4-FFF2-40B4-BE49-F238E27FC236}">
                <a16:creationId xmlns:a16="http://schemas.microsoft.com/office/drawing/2014/main" id="{EA7C6B97-E847-4CC9-8D9A-B7F90BE570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37945" y="2211803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56" name="Plassholder for bilde 14">
            <a:extLst>
              <a:ext uri="{FF2B5EF4-FFF2-40B4-BE49-F238E27FC236}">
                <a16:creationId xmlns:a16="http://schemas.microsoft.com/office/drawing/2014/main" id="{89E24870-5F9F-4684-860E-648C088D536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75734" y="3717957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333"/>
            </a:lvl1pPr>
          </a:lstStyle>
          <a:p>
            <a:r>
              <a:rPr lang="nb-NO" err="1"/>
              <a:t>Insert</a:t>
            </a:r>
            <a:r>
              <a:rPr lang="nb-NO"/>
              <a:t> image</a:t>
            </a:r>
          </a:p>
        </p:txBody>
      </p:sp>
      <p:sp>
        <p:nvSpPr>
          <p:cNvPr id="57" name="Plassholder for bilde 16">
            <a:extLst>
              <a:ext uri="{FF2B5EF4-FFF2-40B4-BE49-F238E27FC236}">
                <a16:creationId xmlns:a16="http://schemas.microsoft.com/office/drawing/2014/main" id="{7EA246E5-5B1D-48D5-BED7-4D5BA8C70E8F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380758" y="3717957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333"/>
            </a:lvl1pPr>
          </a:lstStyle>
          <a:p>
            <a:r>
              <a:rPr lang="nb-NO" err="1"/>
              <a:t>Insert</a:t>
            </a:r>
            <a:r>
              <a:rPr lang="nb-NO"/>
              <a:t> image</a:t>
            </a:r>
          </a:p>
        </p:txBody>
      </p:sp>
      <p:sp>
        <p:nvSpPr>
          <p:cNvPr id="58" name="Plassholder for bilde 18">
            <a:extLst>
              <a:ext uri="{FF2B5EF4-FFF2-40B4-BE49-F238E27FC236}">
                <a16:creationId xmlns:a16="http://schemas.microsoft.com/office/drawing/2014/main" id="{7F0D1F2D-5251-4151-947B-EE0C97101EE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208409" y="3717957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333"/>
            </a:lvl1pPr>
          </a:lstStyle>
          <a:p>
            <a:r>
              <a:rPr lang="nb-NO" err="1"/>
              <a:t>Insert</a:t>
            </a:r>
            <a:r>
              <a:rPr lang="nb-NO"/>
              <a:t> image</a:t>
            </a:r>
          </a:p>
        </p:txBody>
      </p:sp>
      <p:sp>
        <p:nvSpPr>
          <p:cNvPr id="59" name="Plassholder for tekst 3">
            <a:extLst>
              <a:ext uri="{FF2B5EF4-FFF2-40B4-BE49-F238E27FC236}">
                <a16:creationId xmlns:a16="http://schemas.microsoft.com/office/drawing/2014/main" id="{8E57CF47-BD3D-427A-9D30-ADAC119151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62421" y="3655699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60" name="Plassholder for tekst 5">
            <a:extLst>
              <a:ext uri="{FF2B5EF4-FFF2-40B4-BE49-F238E27FC236}">
                <a16:creationId xmlns:a16="http://schemas.microsoft.com/office/drawing/2014/main" id="{D4D5925C-D0AF-4F60-AC6A-7C6322551E1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63233" y="4250368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61" name="Plassholder for tekst 3">
            <a:extLst>
              <a:ext uri="{FF2B5EF4-FFF2-40B4-BE49-F238E27FC236}">
                <a16:creationId xmlns:a16="http://schemas.microsoft.com/office/drawing/2014/main" id="{8024A119-F365-4FFE-9B32-A6CDC29C3C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88463" y="3655699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62" name="Plassholder for tekst 5">
            <a:extLst>
              <a:ext uri="{FF2B5EF4-FFF2-40B4-BE49-F238E27FC236}">
                <a16:creationId xmlns:a16="http://schemas.microsoft.com/office/drawing/2014/main" id="{5400F042-8A97-457D-B494-10D6D55F60F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89276" y="4250368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63" name="Plassholder for tekst 3">
            <a:extLst>
              <a:ext uri="{FF2B5EF4-FFF2-40B4-BE49-F238E27FC236}">
                <a16:creationId xmlns:a16="http://schemas.microsoft.com/office/drawing/2014/main" id="{4C2D684F-AA58-4266-BE8F-9D039F826C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836811" y="3655699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64" name="Plassholder for tekst 5">
            <a:extLst>
              <a:ext uri="{FF2B5EF4-FFF2-40B4-BE49-F238E27FC236}">
                <a16:creationId xmlns:a16="http://schemas.microsoft.com/office/drawing/2014/main" id="{EA439540-9F4A-4C90-A0E3-A24A710D32B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837624" y="4250368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22" name="Plassholder for lysbildenummer 1">
            <a:extLst>
              <a:ext uri="{FF2B5EF4-FFF2-40B4-BE49-F238E27FC236}">
                <a16:creationId xmlns:a16="http://schemas.microsoft.com/office/drawing/2014/main" id="{EC2F55FA-6D31-458B-B1BD-393F0AC5E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390597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picture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11">
            <a:extLst>
              <a:ext uri="{FF2B5EF4-FFF2-40B4-BE49-F238E27FC236}">
                <a16:creationId xmlns:a16="http://schemas.microsoft.com/office/drawing/2014/main" id="{A9C0C1D0-481B-4F32-AFB2-D7876FDD8901}"/>
              </a:ext>
            </a:extLst>
          </p:cNvPr>
          <p:cNvSpPr/>
          <p:nvPr/>
        </p:nvSpPr>
        <p:spPr>
          <a:xfrm>
            <a:off x="0" y="-11953"/>
            <a:ext cx="12192000" cy="6412753"/>
          </a:xfrm>
          <a:prstGeom prst="rect">
            <a:avLst/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A71209F6-E47F-3046-BE0F-1D488045D6DB}"/>
              </a:ext>
            </a:extLst>
          </p:cNvPr>
          <p:cNvSpPr txBox="1"/>
          <p:nvPr/>
        </p:nvSpPr>
        <p:spPr>
          <a:xfrm>
            <a:off x="0" y="-381828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Quote and picture beige</a:t>
            </a:r>
          </a:p>
        </p:txBody>
      </p:sp>
      <p:sp>
        <p:nvSpPr>
          <p:cNvPr id="10" name="Plassholder for tekst 4">
            <a:extLst>
              <a:ext uri="{FF2B5EF4-FFF2-40B4-BE49-F238E27FC236}">
                <a16:creationId xmlns:a16="http://schemas.microsoft.com/office/drawing/2014/main" id="{21A6F0F6-8E22-4AD7-9A79-2867004F5B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0200" y="1284427"/>
            <a:ext cx="4936067" cy="3263188"/>
          </a:xfrm>
        </p:spPr>
        <p:txBody>
          <a:bodyPr tIns="180000" anchor="t" anchorCtr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733">
                <a:solidFill>
                  <a:schemeClr val="tx1"/>
                </a:solidFill>
              </a:defRPr>
            </a:lvl1pPr>
            <a:lvl2pPr marL="8466" indent="0">
              <a:buNone/>
              <a:tabLst/>
              <a:defRPr b="1">
                <a:solidFill>
                  <a:schemeClr val="tx2"/>
                </a:solidFill>
              </a:defRPr>
            </a:lvl2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quote</a:t>
            </a:r>
            <a:endParaRPr lang="sv-SE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2E6BDF90-8A9E-B940-93A1-B935261D17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1281" y="4929187"/>
            <a:ext cx="4936065" cy="799172"/>
          </a:xfrm>
        </p:spPr>
        <p:txBody>
          <a:bodyPr tIns="18000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  <a:lvl2pPr marL="8466" indent="0">
              <a:buNone/>
              <a:tabLst/>
              <a:defRPr b="1">
                <a:solidFill>
                  <a:schemeClr val="tx2"/>
                </a:solidFill>
              </a:defRPr>
            </a:lvl2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name</a:t>
            </a:r>
            <a:r>
              <a:rPr lang="sv-SE"/>
              <a:t> and </a:t>
            </a:r>
            <a:r>
              <a:rPr lang="sv-SE" err="1"/>
              <a:t>title</a:t>
            </a:r>
            <a:endParaRPr lang="sv-SE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00F34B74-6779-439B-8FCD-D8669485F9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680201" y="821038"/>
            <a:ext cx="668889" cy="463388"/>
          </a:xfrm>
          <a:prstGeom prst="rect">
            <a:avLst/>
          </a:prstGeom>
        </p:spPr>
      </p:pic>
      <p:sp>
        <p:nvSpPr>
          <p:cNvPr id="9" name="Plassholder for lysbildenummer 1">
            <a:extLst>
              <a:ext uri="{FF2B5EF4-FFF2-40B4-BE49-F238E27FC236}">
                <a16:creationId xmlns:a16="http://schemas.microsoft.com/office/drawing/2014/main" id="{BA66708F-D6F8-4876-A3B1-D69265B75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4" name="Plassholder for bilde 28">
            <a:extLst>
              <a:ext uri="{FF2B5EF4-FFF2-40B4-BE49-F238E27FC236}">
                <a16:creationId xmlns:a16="http://schemas.microsoft.com/office/drawing/2014/main" id="{651CF724-D3BD-4AF5-B4D5-8D03CE9F2C6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0467" y="-12201"/>
            <a:ext cx="5962536" cy="6412999"/>
          </a:xfrm>
          <a:custGeom>
            <a:avLst/>
            <a:gdLst>
              <a:gd name="connsiteX0" fmla="*/ 0 w 6394450"/>
              <a:gd name="connsiteY0" fmla="*/ 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0" fmla="*/ 492259 w 6394450"/>
              <a:gd name="connsiteY0" fmla="*/ 1172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7" fmla="*/ 492259 w 6394450"/>
              <a:gd name="connsiteY7" fmla="*/ 11720 h 5975350"/>
              <a:gd name="connsiteX0" fmla="*/ 0 w 5902191"/>
              <a:gd name="connsiteY0" fmla="*/ 11720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0 w 5902191"/>
              <a:gd name="connsiteY7" fmla="*/ 11720 h 5975350"/>
              <a:gd name="connsiteX0" fmla="*/ 3052 w 5902191"/>
              <a:gd name="connsiteY0" fmla="*/ 5617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3052 w 5902191"/>
              <a:gd name="connsiteY7" fmla="*/ 5617 h 5975350"/>
              <a:gd name="connsiteX0" fmla="*/ 6104 w 5905243"/>
              <a:gd name="connsiteY0" fmla="*/ 5617 h 5981945"/>
              <a:gd name="connsiteX1" fmla="*/ 2914393 w 5905243"/>
              <a:gd name="connsiteY1" fmla="*/ 0 h 5981945"/>
              <a:gd name="connsiteX2" fmla="*/ 2917568 w 5905243"/>
              <a:gd name="connsiteY2" fmla="*/ 0 h 5981945"/>
              <a:gd name="connsiteX3" fmla="*/ 5905243 w 5905243"/>
              <a:gd name="connsiteY3" fmla="*/ 2987675 h 5981945"/>
              <a:gd name="connsiteX4" fmla="*/ 2917568 w 5905243"/>
              <a:gd name="connsiteY4" fmla="*/ 5975350 h 5981945"/>
              <a:gd name="connsiteX5" fmla="*/ 2914393 w 5905243"/>
              <a:gd name="connsiteY5" fmla="*/ 5975350 h 5981945"/>
              <a:gd name="connsiteX6" fmla="*/ 0 w 5905243"/>
              <a:gd name="connsiteY6" fmla="*/ 5981945 h 5981945"/>
              <a:gd name="connsiteX7" fmla="*/ 6104 w 5905243"/>
              <a:gd name="connsiteY7" fmla="*/ 5617 h 5981945"/>
              <a:gd name="connsiteX0" fmla="*/ 6104 w 5905243"/>
              <a:gd name="connsiteY0" fmla="*/ 0 h 5982433"/>
              <a:gd name="connsiteX1" fmla="*/ 2914393 w 5905243"/>
              <a:gd name="connsiteY1" fmla="*/ 488 h 5982433"/>
              <a:gd name="connsiteX2" fmla="*/ 2917568 w 5905243"/>
              <a:gd name="connsiteY2" fmla="*/ 488 h 5982433"/>
              <a:gd name="connsiteX3" fmla="*/ 5905243 w 5905243"/>
              <a:gd name="connsiteY3" fmla="*/ 2988163 h 5982433"/>
              <a:gd name="connsiteX4" fmla="*/ 2917568 w 5905243"/>
              <a:gd name="connsiteY4" fmla="*/ 5975838 h 5982433"/>
              <a:gd name="connsiteX5" fmla="*/ 2914393 w 5905243"/>
              <a:gd name="connsiteY5" fmla="*/ 5975838 h 5982433"/>
              <a:gd name="connsiteX6" fmla="*/ 0 w 5905243"/>
              <a:gd name="connsiteY6" fmla="*/ 5982433 h 5982433"/>
              <a:gd name="connsiteX7" fmla="*/ 6104 w 5905243"/>
              <a:gd name="connsiteY7" fmla="*/ 0 h 5982433"/>
              <a:gd name="connsiteX0" fmla="*/ 12209 w 5911348"/>
              <a:gd name="connsiteY0" fmla="*/ 0 h 5975838"/>
              <a:gd name="connsiteX1" fmla="*/ 2920498 w 5911348"/>
              <a:gd name="connsiteY1" fmla="*/ 488 h 5975838"/>
              <a:gd name="connsiteX2" fmla="*/ 2923673 w 5911348"/>
              <a:gd name="connsiteY2" fmla="*/ 488 h 5975838"/>
              <a:gd name="connsiteX3" fmla="*/ 5911348 w 5911348"/>
              <a:gd name="connsiteY3" fmla="*/ 2988163 h 5975838"/>
              <a:gd name="connsiteX4" fmla="*/ 2923673 w 5911348"/>
              <a:gd name="connsiteY4" fmla="*/ 5975838 h 5975838"/>
              <a:gd name="connsiteX5" fmla="*/ 2920498 w 5911348"/>
              <a:gd name="connsiteY5" fmla="*/ 5975838 h 5975838"/>
              <a:gd name="connsiteX6" fmla="*/ 0 w 5911348"/>
              <a:gd name="connsiteY6" fmla="*/ 5970236 h 5975838"/>
              <a:gd name="connsiteX7" fmla="*/ 12209 w 5911348"/>
              <a:gd name="connsiteY7" fmla="*/ 0 h 5975838"/>
              <a:gd name="connsiteX0" fmla="*/ 203 w 5912703"/>
              <a:gd name="connsiteY0" fmla="*/ 0 h 5975838"/>
              <a:gd name="connsiteX1" fmla="*/ 2921853 w 5912703"/>
              <a:gd name="connsiteY1" fmla="*/ 488 h 5975838"/>
              <a:gd name="connsiteX2" fmla="*/ 2925028 w 5912703"/>
              <a:gd name="connsiteY2" fmla="*/ 488 h 5975838"/>
              <a:gd name="connsiteX3" fmla="*/ 5912703 w 5912703"/>
              <a:gd name="connsiteY3" fmla="*/ 2988163 h 5975838"/>
              <a:gd name="connsiteX4" fmla="*/ 2925028 w 5912703"/>
              <a:gd name="connsiteY4" fmla="*/ 5975838 h 5975838"/>
              <a:gd name="connsiteX5" fmla="*/ 2921853 w 5912703"/>
              <a:gd name="connsiteY5" fmla="*/ 5975838 h 5975838"/>
              <a:gd name="connsiteX6" fmla="*/ 1355 w 5912703"/>
              <a:gd name="connsiteY6" fmla="*/ 5970236 h 5975838"/>
              <a:gd name="connsiteX7" fmla="*/ 203 w 5912703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7156"/>
              <a:gd name="connsiteX1" fmla="*/ 2932746 w 5923596"/>
              <a:gd name="connsiteY1" fmla="*/ 488 h 5977156"/>
              <a:gd name="connsiteX2" fmla="*/ 2935921 w 5923596"/>
              <a:gd name="connsiteY2" fmla="*/ 488 h 5977156"/>
              <a:gd name="connsiteX3" fmla="*/ 5923596 w 5923596"/>
              <a:gd name="connsiteY3" fmla="*/ 2988163 h 5977156"/>
              <a:gd name="connsiteX4" fmla="*/ 2935921 w 5923596"/>
              <a:gd name="connsiteY4" fmla="*/ 5975838 h 5977156"/>
              <a:gd name="connsiteX5" fmla="*/ 2932746 w 5923596"/>
              <a:gd name="connsiteY5" fmla="*/ 5975838 h 5977156"/>
              <a:gd name="connsiteX6" fmla="*/ 0 w 5923596"/>
              <a:gd name="connsiteY6" fmla="*/ 5977156 h 5977156"/>
              <a:gd name="connsiteX7" fmla="*/ 11096 w 5923596"/>
              <a:gd name="connsiteY7" fmla="*/ 0 h 5977156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5 w 5912505"/>
              <a:gd name="connsiteY0" fmla="*/ 0 h 5975838"/>
              <a:gd name="connsiteX1" fmla="*/ 2921655 w 5912505"/>
              <a:gd name="connsiteY1" fmla="*/ 488 h 5975838"/>
              <a:gd name="connsiteX2" fmla="*/ 2924830 w 5912505"/>
              <a:gd name="connsiteY2" fmla="*/ 488 h 5975838"/>
              <a:gd name="connsiteX3" fmla="*/ 5912505 w 5912505"/>
              <a:gd name="connsiteY3" fmla="*/ 2988163 h 5975838"/>
              <a:gd name="connsiteX4" fmla="*/ 2924830 w 5912505"/>
              <a:gd name="connsiteY4" fmla="*/ 5975838 h 5975838"/>
              <a:gd name="connsiteX5" fmla="*/ 2921655 w 5912505"/>
              <a:gd name="connsiteY5" fmla="*/ 5975838 h 5975838"/>
              <a:gd name="connsiteX6" fmla="*/ 160707 w 5912505"/>
              <a:gd name="connsiteY6" fmla="*/ 5970645 h 5975838"/>
              <a:gd name="connsiteX7" fmla="*/ 5 w 5912505"/>
              <a:gd name="connsiteY7" fmla="*/ 0 h 5975838"/>
              <a:gd name="connsiteX0" fmla="*/ 97 w 5757161"/>
              <a:gd name="connsiteY0" fmla="*/ 0 h 5975838"/>
              <a:gd name="connsiteX1" fmla="*/ 2766311 w 5757161"/>
              <a:gd name="connsiteY1" fmla="*/ 488 h 5975838"/>
              <a:gd name="connsiteX2" fmla="*/ 2769486 w 5757161"/>
              <a:gd name="connsiteY2" fmla="*/ 488 h 5975838"/>
              <a:gd name="connsiteX3" fmla="*/ 5757161 w 5757161"/>
              <a:gd name="connsiteY3" fmla="*/ 2988163 h 5975838"/>
              <a:gd name="connsiteX4" fmla="*/ 2769486 w 5757161"/>
              <a:gd name="connsiteY4" fmla="*/ 5975838 h 5975838"/>
              <a:gd name="connsiteX5" fmla="*/ 2766311 w 5757161"/>
              <a:gd name="connsiteY5" fmla="*/ 5975838 h 5975838"/>
              <a:gd name="connsiteX6" fmla="*/ 5363 w 5757161"/>
              <a:gd name="connsiteY6" fmla="*/ 5970645 h 5975838"/>
              <a:gd name="connsiteX7" fmla="*/ 97 w 5757161"/>
              <a:gd name="connsiteY7" fmla="*/ 0 h 5975838"/>
              <a:gd name="connsiteX0" fmla="*/ 156530 w 5751798"/>
              <a:gd name="connsiteY0" fmla="*/ 22521 h 5975350"/>
              <a:gd name="connsiteX1" fmla="*/ 2760948 w 5751798"/>
              <a:gd name="connsiteY1" fmla="*/ 0 h 5975350"/>
              <a:gd name="connsiteX2" fmla="*/ 2764123 w 5751798"/>
              <a:gd name="connsiteY2" fmla="*/ 0 h 5975350"/>
              <a:gd name="connsiteX3" fmla="*/ 5751798 w 5751798"/>
              <a:gd name="connsiteY3" fmla="*/ 2987675 h 5975350"/>
              <a:gd name="connsiteX4" fmla="*/ 2764123 w 5751798"/>
              <a:gd name="connsiteY4" fmla="*/ 5975350 h 5975350"/>
              <a:gd name="connsiteX5" fmla="*/ 2760948 w 5751798"/>
              <a:gd name="connsiteY5" fmla="*/ 5975350 h 5975350"/>
              <a:gd name="connsiteX6" fmla="*/ 0 w 5751798"/>
              <a:gd name="connsiteY6" fmla="*/ 5970157 h 5975350"/>
              <a:gd name="connsiteX7" fmla="*/ 156530 w 5751798"/>
              <a:gd name="connsiteY7" fmla="*/ 22521 h 5975350"/>
              <a:gd name="connsiteX0" fmla="*/ 98 w 5595366"/>
              <a:gd name="connsiteY0" fmla="*/ 22521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0157 h 5975350"/>
              <a:gd name="connsiteX7" fmla="*/ 98 w 5595366"/>
              <a:gd name="connsiteY7" fmla="*/ 22521 h 5975350"/>
              <a:gd name="connsiteX0" fmla="*/ 98 w 5595366"/>
              <a:gd name="connsiteY0" fmla="*/ 22521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4751 h 5975350"/>
              <a:gd name="connsiteX7" fmla="*/ 98 w 5595366"/>
              <a:gd name="connsiteY7" fmla="*/ 22521 h 5975350"/>
              <a:gd name="connsiteX0" fmla="*/ 98 w 5595366"/>
              <a:gd name="connsiteY0" fmla="*/ 11210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4751 h 5975350"/>
              <a:gd name="connsiteX7" fmla="*/ 98 w 5595366"/>
              <a:gd name="connsiteY7" fmla="*/ 11210 h 5975350"/>
              <a:gd name="connsiteX0" fmla="*/ 98 w 5595366"/>
              <a:gd name="connsiteY0" fmla="*/ 0 h 5978854"/>
              <a:gd name="connsiteX1" fmla="*/ 2604516 w 5595366"/>
              <a:gd name="connsiteY1" fmla="*/ 3504 h 5978854"/>
              <a:gd name="connsiteX2" fmla="*/ 2607691 w 5595366"/>
              <a:gd name="connsiteY2" fmla="*/ 3504 h 5978854"/>
              <a:gd name="connsiteX3" fmla="*/ 5595366 w 5595366"/>
              <a:gd name="connsiteY3" fmla="*/ 2991179 h 5978854"/>
              <a:gd name="connsiteX4" fmla="*/ 2607691 w 5595366"/>
              <a:gd name="connsiteY4" fmla="*/ 5978854 h 5978854"/>
              <a:gd name="connsiteX5" fmla="*/ 2604516 w 5595366"/>
              <a:gd name="connsiteY5" fmla="*/ 5978854 h 5978854"/>
              <a:gd name="connsiteX6" fmla="*/ 5363 w 5595366"/>
              <a:gd name="connsiteY6" fmla="*/ 5978255 h 5978854"/>
              <a:gd name="connsiteX7" fmla="*/ 98 w 5595366"/>
              <a:gd name="connsiteY7" fmla="*/ 0 h 5978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95366" h="5978854">
                <a:moveTo>
                  <a:pt x="98" y="0"/>
                </a:moveTo>
                <a:lnTo>
                  <a:pt x="2604516" y="3504"/>
                </a:lnTo>
                <a:lnTo>
                  <a:pt x="2607691" y="3504"/>
                </a:lnTo>
                <a:cubicBezTo>
                  <a:pt x="4257421" y="3504"/>
                  <a:pt x="5595366" y="1341449"/>
                  <a:pt x="5595366" y="2991179"/>
                </a:cubicBezTo>
                <a:cubicBezTo>
                  <a:pt x="5595366" y="4640909"/>
                  <a:pt x="4257421" y="5978854"/>
                  <a:pt x="2607691" y="5978854"/>
                </a:cubicBezTo>
                <a:lnTo>
                  <a:pt x="2604516" y="5978854"/>
                </a:lnTo>
                <a:lnTo>
                  <a:pt x="5363" y="5978255"/>
                </a:lnTo>
                <a:cubicBezTo>
                  <a:pt x="6380" y="3992251"/>
                  <a:pt x="-919" y="1986004"/>
                  <a:pt x="98" y="0"/>
                </a:cubicBezTo>
                <a:close/>
              </a:path>
            </a:pathLst>
          </a:custGeom>
        </p:spPr>
        <p:txBody>
          <a:bodyPr wrap="square" lIns="720000" tIns="720000" rIns="720000" bIns="1800000" anchor="ctr" anchorCtr="1">
            <a:noAutofit/>
          </a:bodyPr>
          <a:lstStyle>
            <a:lvl1pPr marL="0" indent="0" algn="ctr">
              <a:buFontTx/>
              <a:buNone/>
              <a:defRPr sz="1333">
                <a:solidFill>
                  <a:schemeClr val="tx1"/>
                </a:solidFill>
              </a:defRPr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cxnSp>
        <p:nvCxnSpPr>
          <p:cNvPr id="8" name="Rett linje 7">
            <a:extLst>
              <a:ext uri="{FF2B5EF4-FFF2-40B4-BE49-F238E27FC236}">
                <a16:creationId xmlns:a16="http://schemas.microsoft.com/office/drawing/2014/main" id="{565AF124-2033-486E-9A6D-5D017093A0D5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5112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and pictur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>
            <a:extLst>
              <a:ext uri="{FF2B5EF4-FFF2-40B4-BE49-F238E27FC236}">
                <a16:creationId xmlns:a16="http://schemas.microsoft.com/office/drawing/2014/main" id="{C2FE6D7B-BD37-42F6-AC2D-2476B179B91C}"/>
              </a:ext>
            </a:extLst>
          </p:cNvPr>
          <p:cNvSpPr/>
          <p:nvPr/>
        </p:nvSpPr>
        <p:spPr>
          <a:xfrm>
            <a:off x="-8091" y="-8965"/>
            <a:ext cx="12192000" cy="6409764"/>
          </a:xfrm>
          <a:prstGeom prst="rect">
            <a:avLst/>
          </a:prstGeom>
          <a:solidFill>
            <a:srgbClr val="E8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A71209F6-E47F-3046-BE0F-1D488045D6DB}"/>
              </a:ext>
            </a:extLst>
          </p:cNvPr>
          <p:cNvSpPr txBox="1"/>
          <p:nvPr/>
        </p:nvSpPr>
        <p:spPr>
          <a:xfrm>
            <a:off x="0" y="-381828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Quote and picture green</a:t>
            </a:r>
          </a:p>
        </p:txBody>
      </p:sp>
      <p:sp>
        <p:nvSpPr>
          <p:cNvPr id="10" name="Plassholder for tekst 4">
            <a:extLst>
              <a:ext uri="{FF2B5EF4-FFF2-40B4-BE49-F238E27FC236}">
                <a16:creationId xmlns:a16="http://schemas.microsoft.com/office/drawing/2014/main" id="{21A6F0F6-8E22-4AD7-9A79-2867004F5B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0200" y="1284427"/>
            <a:ext cx="4936067" cy="3263188"/>
          </a:xfrm>
        </p:spPr>
        <p:txBody>
          <a:bodyPr tIns="180000" anchor="t" anchorCtr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733">
                <a:solidFill>
                  <a:schemeClr val="tx1"/>
                </a:solidFill>
              </a:defRPr>
            </a:lvl1pPr>
            <a:lvl2pPr marL="8466" indent="0">
              <a:buNone/>
              <a:tabLst/>
              <a:defRPr b="1">
                <a:solidFill>
                  <a:schemeClr val="tx2"/>
                </a:solidFill>
              </a:defRPr>
            </a:lvl2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quote</a:t>
            </a:r>
            <a:endParaRPr lang="sv-SE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2E6BDF90-8A9E-B940-93A1-B935261D17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1281" y="4920223"/>
            <a:ext cx="4936065" cy="799172"/>
          </a:xfrm>
        </p:spPr>
        <p:txBody>
          <a:bodyPr tIns="18000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  <a:lvl2pPr marL="8466" indent="0">
              <a:buNone/>
              <a:tabLst/>
              <a:defRPr b="1">
                <a:solidFill>
                  <a:schemeClr val="tx2"/>
                </a:solidFill>
              </a:defRPr>
            </a:lvl2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name</a:t>
            </a:r>
            <a:r>
              <a:rPr lang="sv-SE"/>
              <a:t> and </a:t>
            </a:r>
            <a:r>
              <a:rPr lang="sv-SE" err="1"/>
              <a:t>title</a:t>
            </a:r>
            <a:endParaRPr lang="sv-SE"/>
          </a:p>
        </p:txBody>
      </p:sp>
      <p:sp>
        <p:nvSpPr>
          <p:cNvPr id="16" name="Plassholder for bilde 28">
            <a:extLst>
              <a:ext uri="{FF2B5EF4-FFF2-40B4-BE49-F238E27FC236}">
                <a16:creationId xmlns:a16="http://schemas.microsoft.com/office/drawing/2014/main" id="{0003430E-8D4D-44BB-BE0E-8436F53C8523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0467" y="-8441"/>
            <a:ext cx="5962536" cy="6409240"/>
          </a:xfrm>
          <a:custGeom>
            <a:avLst/>
            <a:gdLst>
              <a:gd name="connsiteX0" fmla="*/ 0 w 6394450"/>
              <a:gd name="connsiteY0" fmla="*/ 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0" fmla="*/ 492259 w 6394450"/>
              <a:gd name="connsiteY0" fmla="*/ 1172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7" fmla="*/ 492259 w 6394450"/>
              <a:gd name="connsiteY7" fmla="*/ 11720 h 5975350"/>
              <a:gd name="connsiteX0" fmla="*/ 0 w 5902191"/>
              <a:gd name="connsiteY0" fmla="*/ 11720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0 w 5902191"/>
              <a:gd name="connsiteY7" fmla="*/ 11720 h 5975350"/>
              <a:gd name="connsiteX0" fmla="*/ 3052 w 5902191"/>
              <a:gd name="connsiteY0" fmla="*/ 5617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3052 w 5902191"/>
              <a:gd name="connsiteY7" fmla="*/ 5617 h 5975350"/>
              <a:gd name="connsiteX0" fmla="*/ 6104 w 5905243"/>
              <a:gd name="connsiteY0" fmla="*/ 5617 h 5981945"/>
              <a:gd name="connsiteX1" fmla="*/ 2914393 w 5905243"/>
              <a:gd name="connsiteY1" fmla="*/ 0 h 5981945"/>
              <a:gd name="connsiteX2" fmla="*/ 2917568 w 5905243"/>
              <a:gd name="connsiteY2" fmla="*/ 0 h 5981945"/>
              <a:gd name="connsiteX3" fmla="*/ 5905243 w 5905243"/>
              <a:gd name="connsiteY3" fmla="*/ 2987675 h 5981945"/>
              <a:gd name="connsiteX4" fmla="*/ 2917568 w 5905243"/>
              <a:gd name="connsiteY4" fmla="*/ 5975350 h 5981945"/>
              <a:gd name="connsiteX5" fmla="*/ 2914393 w 5905243"/>
              <a:gd name="connsiteY5" fmla="*/ 5975350 h 5981945"/>
              <a:gd name="connsiteX6" fmla="*/ 0 w 5905243"/>
              <a:gd name="connsiteY6" fmla="*/ 5981945 h 5981945"/>
              <a:gd name="connsiteX7" fmla="*/ 6104 w 5905243"/>
              <a:gd name="connsiteY7" fmla="*/ 5617 h 5981945"/>
              <a:gd name="connsiteX0" fmla="*/ 6104 w 5905243"/>
              <a:gd name="connsiteY0" fmla="*/ 0 h 5982433"/>
              <a:gd name="connsiteX1" fmla="*/ 2914393 w 5905243"/>
              <a:gd name="connsiteY1" fmla="*/ 488 h 5982433"/>
              <a:gd name="connsiteX2" fmla="*/ 2917568 w 5905243"/>
              <a:gd name="connsiteY2" fmla="*/ 488 h 5982433"/>
              <a:gd name="connsiteX3" fmla="*/ 5905243 w 5905243"/>
              <a:gd name="connsiteY3" fmla="*/ 2988163 h 5982433"/>
              <a:gd name="connsiteX4" fmla="*/ 2917568 w 5905243"/>
              <a:gd name="connsiteY4" fmla="*/ 5975838 h 5982433"/>
              <a:gd name="connsiteX5" fmla="*/ 2914393 w 5905243"/>
              <a:gd name="connsiteY5" fmla="*/ 5975838 h 5982433"/>
              <a:gd name="connsiteX6" fmla="*/ 0 w 5905243"/>
              <a:gd name="connsiteY6" fmla="*/ 5982433 h 5982433"/>
              <a:gd name="connsiteX7" fmla="*/ 6104 w 5905243"/>
              <a:gd name="connsiteY7" fmla="*/ 0 h 5982433"/>
              <a:gd name="connsiteX0" fmla="*/ 12209 w 5911348"/>
              <a:gd name="connsiteY0" fmla="*/ 0 h 5975838"/>
              <a:gd name="connsiteX1" fmla="*/ 2920498 w 5911348"/>
              <a:gd name="connsiteY1" fmla="*/ 488 h 5975838"/>
              <a:gd name="connsiteX2" fmla="*/ 2923673 w 5911348"/>
              <a:gd name="connsiteY2" fmla="*/ 488 h 5975838"/>
              <a:gd name="connsiteX3" fmla="*/ 5911348 w 5911348"/>
              <a:gd name="connsiteY3" fmla="*/ 2988163 h 5975838"/>
              <a:gd name="connsiteX4" fmla="*/ 2923673 w 5911348"/>
              <a:gd name="connsiteY4" fmla="*/ 5975838 h 5975838"/>
              <a:gd name="connsiteX5" fmla="*/ 2920498 w 5911348"/>
              <a:gd name="connsiteY5" fmla="*/ 5975838 h 5975838"/>
              <a:gd name="connsiteX6" fmla="*/ 0 w 5911348"/>
              <a:gd name="connsiteY6" fmla="*/ 5970236 h 5975838"/>
              <a:gd name="connsiteX7" fmla="*/ 12209 w 5911348"/>
              <a:gd name="connsiteY7" fmla="*/ 0 h 5975838"/>
              <a:gd name="connsiteX0" fmla="*/ 203 w 5912703"/>
              <a:gd name="connsiteY0" fmla="*/ 0 h 5975838"/>
              <a:gd name="connsiteX1" fmla="*/ 2921853 w 5912703"/>
              <a:gd name="connsiteY1" fmla="*/ 488 h 5975838"/>
              <a:gd name="connsiteX2" fmla="*/ 2925028 w 5912703"/>
              <a:gd name="connsiteY2" fmla="*/ 488 h 5975838"/>
              <a:gd name="connsiteX3" fmla="*/ 5912703 w 5912703"/>
              <a:gd name="connsiteY3" fmla="*/ 2988163 h 5975838"/>
              <a:gd name="connsiteX4" fmla="*/ 2925028 w 5912703"/>
              <a:gd name="connsiteY4" fmla="*/ 5975838 h 5975838"/>
              <a:gd name="connsiteX5" fmla="*/ 2921853 w 5912703"/>
              <a:gd name="connsiteY5" fmla="*/ 5975838 h 5975838"/>
              <a:gd name="connsiteX6" fmla="*/ 1355 w 5912703"/>
              <a:gd name="connsiteY6" fmla="*/ 5970236 h 5975838"/>
              <a:gd name="connsiteX7" fmla="*/ 203 w 5912703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7156"/>
              <a:gd name="connsiteX1" fmla="*/ 2932746 w 5923596"/>
              <a:gd name="connsiteY1" fmla="*/ 488 h 5977156"/>
              <a:gd name="connsiteX2" fmla="*/ 2935921 w 5923596"/>
              <a:gd name="connsiteY2" fmla="*/ 488 h 5977156"/>
              <a:gd name="connsiteX3" fmla="*/ 5923596 w 5923596"/>
              <a:gd name="connsiteY3" fmla="*/ 2988163 h 5977156"/>
              <a:gd name="connsiteX4" fmla="*/ 2935921 w 5923596"/>
              <a:gd name="connsiteY4" fmla="*/ 5975838 h 5977156"/>
              <a:gd name="connsiteX5" fmla="*/ 2932746 w 5923596"/>
              <a:gd name="connsiteY5" fmla="*/ 5975838 h 5977156"/>
              <a:gd name="connsiteX6" fmla="*/ 0 w 5923596"/>
              <a:gd name="connsiteY6" fmla="*/ 5977156 h 5977156"/>
              <a:gd name="connsiteX7" fmla="*/ 11096 w 5923596"/>
              <a:gd name="connsiteY7" fmla="*/ 0 h 5977156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5 w 5912505"/>
              <a:gd name="connsiteY0" fmla="*/ 0 h 5975838"/>
              <a:gd name="connsiteX1" fmla="*/ 2921655 w 5912505"/>
              <a:gd name="connsiteY1" fmla="*/ 488 h 5975838"/>
              <a:gd name="connsiteX2" fmla="*/ 2924830 w 5912505"/>
              <a:gd name="connsiteY2" fmla="*/ 488 h 5975838"/>
              <a:gd name="connsiteX3" fmla="*/ 5912505 w 5912505"/>
              <a:gd name="connsiteY3" fmla="*/ 2988163 h 5975838"/>
              <a:gd name="connsiteX4" fmla="*/ 2924830 w 5912505"/>
              <a:gd name="connsiteY4" fmla="*/ 5975838 h 5975838"/>
              <a:gd name="connsiteX5" fmla="*/ 2921655 w 5912505"/>
              <a:gd name="connsiteY5" fmla="*/ 5975838 h 5975838"/>
              <a:gd name="connsiteX6" fmla="*/ 160707 w 5912505"/>
              <a:gd name="connsiteY6" fmla="*/ 5970645 h 5975838"/>
              <a:gd name="connsiteX7" fmla="*/ 5 w 5912505"/>
              <a:gd name="connsiteY7" fmla="*/ 0 h 5975838"/>
              <a:gd name="connsiteX0" fmla="*/ 97 w 5757161"/>
              <a:gd name="connsiteY0" fmla="*/ 0 h 5975838"/>
              <a:gd name="connsiteX1" fmla="*/ 2766311 w 5757161"/>
              <a:gd name="connsiteY1" fmla="*/ 488 h 5975838"/>
              <a:gd name="connsiteX2" fmla="*/ 2769486 w 5757161"/>
              <a:gd name="connsiteY2" fmla="*/ 488 h 5975838"/>
              <a:gd name="connsiteX3" fmla="*/ 5757161 w 5757161"/>
              <a:gd name="connsiteY3" fmla="*/ 2988163 h 5975838"/>
              <a:gd name="connsiteX4" fmla="*/ 2769486 w 5757161"/>
              <a:gd name="connsiteY4" fmla="*/ 5975838 h 5975838"/>
              <a:gd name="connsiteX5" fmla="*/ 2766311 w 5757161"/>
              <a:gd name="connsiteY5" fmla="*/ 5975838 h 5975838"/>
              <a:gd name="connsiteX6" fmla="*/ 5363 w 5757161"/>
              <a:gd name="connsiteY6" fmla="*/ 5970645 h 5975838"/>
              <a:gd name="connsiteX7" fmla="*/ 97 w 5757161"/>
              <a:gd name="connsiteY7" fmla="*/ 0 h 5975838"/>
              <a:gd name="connsiteX0" fmla="*/ 156530 w 5751798"/>
              <a:gd name="connsiteY0" fmla="*/ 22521 h 5975350"/>
              <a:gd name="connsiteX1" fmla="*/ 2760948 w 5751798"/>
              <a:gd name="connsiteY1" fmla="*/ 0 h 5975350"/>
              <a:gd name="connsiteX2" fmla="*/ 2764123 w 5751798"/>
              <a:gd name="connsiteY2" fmla="*/ 0 h 5975350"/>
              <a:gd name="connsiteX3" fmla="*/ 5751798 w 5751798"/>
              <a:gd name="connsiteY3" fmla="*/ 2987675 h 5975350"/>
              <a:gd name="connsiteX4" fmla="*/ 2764123 w 5751798"/>
              <a:gd name="connsiteY4" fmla="*/ 5975350 h 5975350"/>
              <a:gd name="connsiteX5" fmla="*/ 2760948 w 5751798"/>
              <a:gd name="connsiteY5" fmla="*/ 5975350 h 5975350"/>
              <a:gd name="connsiteX6" fmla="*/ 0 w 5751798"/>
              <a:gd name="connsiteY6" fmla="*/ 5970157 h 5975350"/>
              <a:gd name="connsiteX7" fmla="*/ 156530 w 5751798"/>
              <a:gd name="connsiteY7" fmla="*/ 22521 h 5975350"/>
              <a:gd name="connsiteX0" fmla="*/ 98 w 5595366"/>
              <a:gd name="connsiteY0" fmla="*/ 22521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0157 h 5975350"/>
              <a:gd name="connsiteX7" fmla="*/ 98 w 5595366"/>
              <a:gd name="connsiteY7" fmla="*/ 22521 h 5975350"/>
              <a:gd name="connsiteX0" fmla="*/ 98 w 5595366"/>
              <a:gd name="connsiteY0" fmla="*/ 22521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4751 h 5975350"/>
              <a:gd name="connsiteX7" fmla="*/ 98 w 5595366"/>
              <a:gd name="connsiteY7" fmla="*/ 22521 h 5975350"/>
              <a:gd name="connsiteX0" fmla="*/ 98 w 5595366"/>
              <a:gd name="connsiteY0" fmla="*/ 11211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4751 h 5975350"/>
              <a:gd name="connsiteX7" fmla="*/ 98 w 5595366"/>
              <a:gd name="connsiteY7" fmla="*/ 11211 h 5975350"/>
              <a:gd name="connsiteX0" fmla="*/ 98 w 5595366"/>
              <a:gd name="connsiteY0" fmla="*/ 3855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4751 h 5975350"/>
              <a:gd name="connsiteX7" fmla="*/ 98 w 5595366"/>
              <a:gd name="connsiteY7" fmla="*/ 3855 h 597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95366" h="5975350">
                <a:moveTo>
                  <a:pt x="98" y="3855"/>
                </a:moveTo>
                <a:lnTo>
                  <a:pt x="2604516" y="0"/>
                </a:lnTo>
                <a:lnTo>
                  <a:pt x="2607691" y="0"/>
                </a:lnTo>
                <a:cubicBezTo>
                  <a:pt x="4257421" y="0"/>
                  <a:pt x="5595366" y="1337945"/>
                  <a:pt x="5595366" y="2987675"/>
                </a:cubicBezTo>
                <a:cubicBezTo>
                  <a:pt x="5595366" y="4637405"/>
                  <a:pt x="4257421" y="5975350"/>
                  <a:pt x="2607691" y="5975350"/>
                </a:cubicBezTo>
                <a:lnTo>
                  <a:pt x="2604516" y="5975350"/>
                </a:lnTo>
                <a:lnTo>
                  <a:pt x="5363" y="5974751"/>
                </a:lnTo>
                <a:cubicBezTo>
                  <a:pt x="6380" y="3988747"/>
                  <a:pt x="-919" y="1989859"/>
                  <a:pt x="98" y="3855"/>
                </a:cubicBezTo>
                <a:close/>
              </a:path>
            </a:pathLst>
          </a:custGeom>
        </p:spPr>
        <p:txBody>
          <a:bodyPr wrap="square" lIns="720000" tIns="720000" rIns="720000" bIns="1800000" anchor="ctr" anchorCtr="1">
            <a:noAutofit/>
          </a:bodyPr>
          <a:lstStyle>
            <a:lvl1pPr marL="0" indent="0" algn="ctr">
              <a:buFontTx/>
              <a:buNone/>
              <a:defRPr sz="1333">
                <a:solidFill>
                  <a:schemeClr val="tx1"/>
                </a:solidFill>
              </a:defRPr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1F55EB93-A5DC-440E-A47D-9DF0BC1215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0800000">
            <a:off x="6680201" y="821037"/>
            <a:ext cx="668889" cy="463387"/>
          </a:xfrm>
          <a:prstGeom prst="rect">
            <a:avLst/>
          </a:prstGeom>
        </p:spPr>
      </p:pic>
      <p:sp>
        <p:nvSpPr>
          <p:cNvPr id="9" name="Plassholder for lysbildenummer 1">
            <a:extLst>
              <a:ext uri="{FF2B5EF4-FFF2-40B4-BE49-F238E27FC236}">
                <a16:creationId xmlns:a16="http://schemas.microsoft.com/office/drawing/2014/main" id="{3702AAFE-C619-4C2E-80DF-548879305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8" name="Rett linje 7">
            <a:extLst>
              <a:ext uri="{FF2B5EF4-FFF2-40B4-BE49-F238E27FC236}">
                <a16:creationId xmlns:a16="http://schemas.microsoft.com/office/drawing/2014/main" id="{6D864409-CB50-464A-B35C-B70CE846937B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8620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87867" y="1617134"/>
            <a:ext cx="11616267" cy="4500033"/>
          </a:xfrm>
          <a:prstGeom prst="rect">
            <a:avLst/>
          </a:prstGeom>
        </p:spPr>
        <p:txBody>
          <a:bodyPr lIns="2520000" tIns="720000" rIns="2520000" bIns="720000">
            <a:normAutofit/>
          </a:bodyPr>
          <a:lstStyle>
            <a:lvl1pPr marL="0" indent="0" algn="ctr">
              <a:buNone/>
              <a:defRPr sz="1333">
                <a:solidFill>
                  <a:schemeClr val="tx2"/>
                </a:solidFill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</a:t>
            </a:r>
            <a:br>
              <a:rPr lang="nb-NO" sz="1333"/>
            </a:br>
            <a:r>
              <a:rPr lang="nb-NO" sz="1333"/>
              <a:t>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75733" y="5583937"/>
            <a:ext cx="7416800" cy="340615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067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caption</a:t>
            </a:r>
            <a:r>
              <a:rPr lang="nb-NO"/>
              <a:t>/</a:t>
            </a:r>
            <a:r>
              <a:rPr lang="nb-NO" err="1"/>
              <a:t>reference</a:t>
            </a:r>
            <a:endParaRPr lang="nb-NO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4" y="552251"/>
            <a:ext cx="11040533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nb-NO"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6C135EF7-BEFE-F641-B9CE-854C4939675C}"/>
              </a:ext>
            </a:extLst>
          </p:cNvPr>
          <p:cNvSpPr txBox="1"/>
          <p:nvPr/>
        </p:nvSpPr>
        <p:spPr>
          <a:xfrm>
            <a:off x="0" y="-381827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Title and picture</a:t>
            </a:r>
          </a:p>
        </p:txBody>
      </p:sp>
      <p:sp>
        <p:nvSpPr>
          <p:cNvPr id="6" name="Plassholder for lysbildenummer 1">
            <a:extLst>
              <a:ext uri="{FF2B5EF4-FFF2-40B4-BE49-F238E27FC236}">
                <a16:creationId xmlns:a16="http://schemas.microsoft.com/office/drawing/2014/main" id="{40FFDB94-94C5-41A6-930F-F7A2EF21D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660232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87867" y="260351"/>
            <a:ext cx="11616267" cy="5856816"/>
          </a:xfrm>
          <a:prstGeom prst="rect">
            <a:avLst/>
          </a:prstGeom>
        </p:spPr>
        <p:txBody>
          <a:bodyPr lIns="2520000" tIns="1080000" rIns="2520000">
            <a:normAutofit/>
          </a:bodyPr>
          <a:lstStyle>
            <a:lvl1pPr marL="0" indent="0" algn="ctr">
              <a:buNone/>
              <a:defRPr sz="1333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</a:t>
            </a:r>
            <a:br>
              <a:rPr lang="nb-NO" sz="1333"/>
            </a:br>
            <a:r>
              <a:rPr lang="nb-NO" sz="1333"/>
              <a:t>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86A55290-BA34-574B-88BB-9F743262227F}"/>
              </a:ext>
            </a:extLst>
          </p:cNvPr>
          <p:cNvSpPr txBox="1"/>
          <p:nvPr/>
        </p:nvSpPr>
        <p:spPr>
          <a:xfrm>
            <a:off x="0" y="-381827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Picture only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1570DFC-BEFD-40A0-BC05-3CBC7E0BC6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5733" y="5583937"/>
            <a:ext cx="7416800" cy="340615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067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caption</a:t>
            </a:r>
            <a:r>
              <a:rPr lang="nb-NO"/>
              <a:t>/</a:t>
            </a:r>
            <a:r>
              <a:rPr lang="nb-NO" err="1"/>
              <a:t>reference</a:t>
            </a:r>
            <a:endParaRPr lang="nb-NO"/>
          </a:p>
        </p:txBody>
      </p:sp>
      <p:sp>
        <p:nvSpPr>
          <p:cNvPr id="5" name="Plassholder for lysbildenummer 1">
            <a:extLst>
              <a:ext uri="{FF2B5EF4-FFF2-40B4-BE49-F238E27FC236}">
                <a16:creationId xmlns:a16="http://schemas.microsoft.com/office/drawing/2014/main" id="{9C630393-BF2F-4110-8A20-FD794BA81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761273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 and circles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ssholder for bilde 8">
            <a:extLst>
              <a:ext uri="{FF2B5EF4-FFF2-40B4-BE49-F238E27FC236}">
                <a16:creationId xmlns:a16="http://schemas.microsoft.com/office/drawing/2014/main" id="{2A64645C-DFF2-486F-A191-8B8B2B864F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2609" y="260351"/>
            <a:ext cx="3666809" cy="5856815"/>
          </a:xfrm>
        </p:spPr>
        <p:txBody>
          <a:bodyPr lIns="180000" tIns="180000" rIns="180000" bIns="180000">
            <a:normAutofit/>
          </a:bodyPr>
          <a:lstStyle>
            <a:lvl1pPr marL="0" indent="0" algn="ctr">
              <a:buFont typeface="+mj-lt"/>
              <a:buNone/>
              <a:defRPr sz="1333" baseline="0"/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</a:t>
            </a:r>
            <a:br>
              <a:rPr lang="nb-NO" sz="1333"/>
            </a:br>
            <a:r>
              <a:rPr lang="nb-NO" sz="1333"/>
              <a:t>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15" name="Plassholder for bilde 8">
            <a:extLst>
              <a:ext uri="{FF2B5EF4-FFF2-40B4-BE49-F238E27FC236}">
                <a16:creationId xmlns:a16="http://schemas.microsoft.com/office/drawing/2014/main" id="{59621879-604F-446E-BB74-3CB05E07592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63918" y="260351"/>
            <a:ext cx="3666809" cy="5856813"/>
          </a:xfrm>
        </p:spPr>
        <p:txBody>
          <a:bodyPr lIns="180000" tIns="180000" rIns="180000" bIns="180000">
            <a:normAutofit/>
          </a:bodyPr>
          <a:lstStyle>
            <a:lvl1pPr marL="0" indent="0" algn="ctr">
              <a:buFont typeface="+mj-lt"/>
              <a:buNone/>
              <a:defRPr sz="1333" baseline="0"/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</a:t>
            </a:r>
            <a:br>
              <a:rPr lang="nb-NO" sz="1333"/>
            </a:br>
            <a:r>
              <a:rPr lang="nb-NO" sz="1333"/>
              <a:t>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18" name="Plassholder for bilde 8">
            <a:extLst>
              <a:ext uri="{FF2B5EF4-FFF2-40B4-BE49-F238E27FC236}">
                <a16:creationId xmlns:a16="http://schemas.microsoft.com/office/drawing/2014/main" id="{9F097B6C-AC51-4541-9377-FB743A643B9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226410" y="260350"/>
            <a:ext cx="3666809" cy="5856812"/>
          </a:xfrm>
        </p:spPr>
        <p:txBody>
          <a:bodyPr lIns="180000" tIns="180000" rIns="180000" bIns="180000">
            <a:normAutofit/>
          </a:bodyPr>
          <a:lstStyle>
            <a:lvl1pPr marL="0" indent="0" algn="ctr">
              <a:buFont typeface="+mj-lt"/>
              <a:buNone/>
              <a:defRPr sz="1333" baseline="0"/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</a:t>
            </a:r>
            <a:br>
              <a:rPr lang="nb-NO" sz="1333"/>
            </a:br>
            <a:r>
              <a:rPr lang="nb-NO" sz="1333"/>
              <a:t>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DCB47A4-2EBA-204A-8E47-730228792A8E}"/>
              </a:ext>
            </a:extLst>
          </p:cNvPr>
          <p:cNvSpPr txBox="1"/>
          <p:nvPr/>
        </p:nvSpPr>
        <p:spPr>
          <a:xfrm>
            <a:off x="0" y="-383629"/>
            <a:ext cx="355600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Three pictures and circles beige</a:t>
            </a:r>
          </a:p>
        </p:txBody>
      </p:sp>
      <p:sp>
        <p:nvSpPr>
          <p:cNvPr id="8" name="Plassholder for tekst 2">
            <a:extLst>
              <a:ext uri="{FF2B5EF4-FFF2-40B4-BE49-F238E27FC236}">
                <a16:creationId xmlns:a16="http://schemas.microsoft.com/office/drawing/2014/main" id="{5BF8E78C-6A84-46EB-815B-DFF55FDCC084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844555" y="1917600"/>
            <a:ext cx="2640000" cy="2640000"/>
          </a:xfrm>
          <a:prstGeom prst="ellipse">
            <a:avLst/>
          </a:prstGeom>
          <a:solidFill>
            <a:schemeClr val="accent1"/>
          </a:solidFill>
        </p:spPr>
        <p:txBody>
          <a:bodyPr anchor="ctr" anchorCtr="0"/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2" name="Plassholder for tekst 2">
            <a:extLst>
              <a:ext uri="{FF2B5EF4-FFF2-40B4-BE49-F238E27FC236}">
                <a16:creationId xmlns:a16="http://schemas.microsoft.com/office/drawing/2014/main" id="{ECEB7A8C-A655-47D7-8114-68DEC70EC4FE}"/>
              </a:ext>
            </a:extLst>
          </p:cNvPr>
          <p:cNvSpPr>
            <a:spLocks noGrp="1" noChangeAspect="1"/>
          </p:cNvSpPr>
          <p:nvPr>
            <p:ph type="body" sz="quarter" idx="20" hasCustomPrompt="1"/>
          </p:nvPr>
        </p:nvSpPr>
        <p:spPr>
          <a:xfrm>
            <a:off x="4766533" y="1910933"/>
            <a:ext cx="2640000" cy="2640000"/>
          </a:xfrm>
          <a:prstGeom prst="ellipse">
            <a:avLst/>
          </a:prstGeom>
          <a:solidFill>
            <a:schemeClr val="accent1"/>
          </a:solidFill>
        </p:spPr>
        <p:txBody>
          <a:bodyPr anchor="ctr" anchorCtr="0"/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3" name="Plassholder for tekst 2">
            <a:extLst>
              <a:ext uri="{FF2B5EF4-FFF2-40B4-BE49-F238E27FC236}">
                <a16:creationId xmlns:a16="http://schemas.microsoft.com/office/drawing/2014/main" id="{6B8CCD4A-5A7F-4199-8471-AE333441B908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8707445" y="1910933"/>
            <a:ext cx="2640000" cy="2640000"/>
          </a:xfrm>
          <a:prstGeom prst="ellipse">
            <a:avLst/>
          </a:prstGeom>
          <a:solidFill>
            <a:schemeClr val="accent1"/>
          </a:solidFill>
        </p:spPr>
        <p:txBody>
          <a:bodyPr anchor="ctr" anchorCtr="0"/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9" name="Plassholder for lysbildenummer 1">
            <a:extLst>
              <a:ext uri="{FF2B5EF4-FFF2-40B4-BE49-F238E27FC236}">
                <a16:creationId xmlns:a16="http://schemas.microsoft.com/office/drawing/2014/main" id="{0463CBA3-8620-4FAA-9876-C4FB2ABB2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19814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. Picture wth red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66EA2944-5508-E64E-A2C4-C13CBDF1C3E2}"/>
              </a:ext>
            </a:extLst>
          </p:cNvPr>
          <p:cNvSpPr txBox="1"/>
          <p:nvPr/>
        </p:nvSpPr>
        <p:spPr>
          <a:xfrm>
            <a:off x="-1" y="-383629"/>
            <a:ext cx="4579257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Title and content. Picture wth red circle</a:t>
            </a:r>
            <a:endParaRPr lang="nb-NO" sz="1067" b="1" noProof="1">
              <a:solidFill>
                <a:schemeClr val="tx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08DBC67-DA29-47E1-849F-BE5D8A25F5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5735" y="1617134"/>
            <a:ext cx="5664199" cy="421216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925D57F-C110-4515-BC2E-7220D5F9E2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735" y="548217"/>
            <a:ext cx="5664199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15" name="Plassholder for bilde 3">
            <a:extLst>
              <a:ext uri="{FF2B5EF4-FFF2-40B4-BE49-F238E27FC236}">
                <a16:creationId xmlns:a16="http://schemas.microsoft.com/office/drawing/2014/main" id="{2AA5FBEF-5FB6-4730-9221-81030DC088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776634" y="260351"/>
            <a:ext cx="4127500" cy="5856816"/>
          </a:xfrm>
        </p:spPr>
        <p:txBody>
          <a:bodyPr lIns="720000" rIns="720000" bIns="1800000" anchor="ctr" anchorCtr="0">
            <a:normAutofit/>
          </a:bodyPr>
          <a:lstStyle>
            <a:lvl1pPr marL="0" indent="0" algn="ctr">
              <a:buFontTx/>
              <a:buNone/>
              <a:defRPr sz="1333"/>
            </a:lvl1pPr>
          </a:lstStyle>
          <a:p>
            <a:r>
              <a:rPr lang="nb-NO" sz="1400" err="1"/>
              <a:t>Click</a:t>
            </a:r>
            <a:r>
              <a:rPr lang="nb-NO" sz="1400"/>
              <a:t> </a:t>
            </a:r>
            <a:r>
              <a:rPr lang="nb-NO" sz="1400" err="1"/>
              <a:t>the</a:t>
            </a:r>
            <a:r>
              <a:rPr lang="nb-NO" sz="1400"/>
              <a:t> placeholder and </a:t>
            </a:r>
            <a:r>
              <a:rPr lang="nb-NO" sz="1400" err="1"/>
              <a:t>use</a:t>
            </a:r>
            <a:r>
              <a:rPr lang="nb-NO" sz="1400"/>
              <a:t> </a:t>
            </a:r>
            <a:r>
              <a:rPr lang="nb-NO" sz="1400" err="1"/>
              <a:t>button</a:t>
            </a:r>
            <a:r>
              <a:rPr lang="nb-NO" sz="1400"/>
              <a:t> "</a:t>
            </a:r>
            <a:r>
              <a:rPr lang="nb-NO" sz="1400" err="1"/>
              <a:t>Insert</a:t>
            </a:r>
            <a:r>
              <a:rPr lang="nb-NO" sz="1400"/>
              <a:t> image BrandMaster" to </a:t>
            </a:r>
            <a:r>
              <a:rPr lang="nb-NO" sz="1400" err="1"/>
              <a:t>the</a:t>
            </a:r>
            <a:r>
              <a:rPr lang="nb-NO" sz="1400"/>
              <a:t> far right </a:t>
            </a:r>
            <a:r>
              <a:rPr lang="nb-NO" sz="1400" err="1"/>
              <a:t>on</a:t>
            </a:r>
            <a:r>
              <a:rPr lang="nb-NO" sz="1400"/>
              <a:t> </a:t>
            </a:r>
            <a:r>
              <a:rPr lang="nb-NO" sz="1400" err="1"/>
              <a:t>the</a:t>
            </a:r>
            <a:r>
              <a:rPr lang="nb-NO" sz="1400"/>
              <a:t> </a:t>
            </a:r>
            <a:r>
              <a:rPr lang="nb-NO" sz="1400" err="1"/>
              <a:t>menu</a:t>
            </a:r>
            <a:r>
              <a:rPr lang="nb-NO" sz="1400"/>
              <a:t> "Sett inn/</a:t>
            </a:r>
            <a:r>
              <a:rPr lang="nb-NO" sz="1400" err="1"/>
              <a:t>Insert</a:t>
            </a:r>
            <a:r>
              <a:rPr lang="nb-NO" sz="1400"/>
              <a:t>/</a:t>
            </a:r>
            <a:r>
              <a:rPr lang="nb-NO" sz="1400" err="1"/>
              <a:t>Infoga</a:t>
            </a:r>
            <a:r>
              <a:rPr lang="nb-NO" sz="1400"/>
              <a:t>". </a:t>
            </a:r>
            <a:endParaRPr lang="nb-NO" sz="1400" noProof="1"/>
          </a:p>
        </p:txBody>
      </p:sp>
      <p:sp>
        <p:nvSpPr>
          <p:cNvPr id="16" name="Plassholder for tekst 2">
            <a:extLst>
              <a:ext uri="{FF2B5EF4-FFF2-40B4-BE49-F238E27FC236}">
                <a16:creationId xmlns:a16="http://schemas.microsoft.com/office/drawing/2014/main" id="{96DDB101-C03F-4452-BFE3-1EFC19136C6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6456633" y="1868759"/>
            <a:ext cx="2640000" cy="2640000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191995" indent="0">
              <a:buNone/>
              <a:defRPr/>
            </a:lvl2pPr>
            <a:lvl3pPr marL="370373" indent="0">
              <a:buNone/>
              <a:defRPr/>
            </a:lvl3pPr>
            <a:lvl4pPr marL="552436" indent="0">
              <a:buNone/>
              <a:defRPr/>
            </a:lvl4pPr>
            <a:lvl5pPr marL="719649" indent="0">
              <a:buNone/>
              <a:defRPr/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7" name="Plassholder for lysbildenummer 1">
            <a:extLst>
              <a:ext uri="{FF2B5EF4-FFF2-40B4-BE49-F238E27FC236}">
                <a16:creationId xmlns:a16="http://schemas.microsoft.com/office/drawing/2014/main" id="{63973E3B-AD14-42FA-9266-694AA9A8A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47759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C38899F-3D8D-4985-B48B-19DAEB65F106}"/>
              </a:ext>
            </a:extLst>
          </p:cNvPr>
          <p:cNvSpPr/>
          <p:nvPr/>
        </p:nvSpPr>
        <p:spPr>
          <a:xfrm>
            <a:off x="0" y="-14113"/>
            <a:ext cx="12192000" cy="64064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3" y="548217"/>
            <a:ext cx="9144000" cy="5281083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lnSpc>
                <a:spcPct val="120000"/>
              </a:lnSpc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 noProof="0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CEDD10C5-14CC-734B-ACA7-7066DDE299D8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Large text beige</a:t>
            </a:r>
          </a:p>
        </p:txBody>
      </p:sp>
      <p:sp>
        <p:nvSpPr>
          <p:cNvPr id="6" name="Plassholder for lysbildenummer 1">
            <a:extLst>
              <a:ext uri="{FF2B5EF4-FFF2-40B4-BE49-F238E27FC236}">
                <a16:creationId xmlns:a16="http://schemas.microsoft.com/office/drawing/2014/main" id="{E2A7D0CC-9C24-46D6-9CD9-EBC4EC55B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5" name="Rett linje 4">
            <a:extLst>
              <a:ext uri="{FF2B5EF4-FFF2-40B4-BE49-F238E27FC236}">
                <a16:creationId xmlns:a16="http://schemas.microsoft.com/office/drawing/2014/main" id="{4B93E631-3F0A-475E-BEAB-735210E2C541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30574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Content bottom pictur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bilde 8">
            <a:extLst>
              <a:ext uri="{FF2B5EF4-FFF2-40B4-BE49-F238E27FC236}">
                <a16:creationId xmlns:a16="http://schemas.microsoft.com/office/drawing/2014/main" id="{E9D7CBBC-66CC-C041-A07C-EB28B53B2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868" y="260352"/>
            <a:ext cx="11616265" cy="2976033"/>
          </a:xfrm>
          <a:solidFill>
            <a:schemeClr val="accent1"/>
          </a:solidFill>
        </p:spPr>
        <p:txBody>
          <a:bodyPr lIns="540000" tIns="360000" rIns="180000" bIns="360000" anchor="t" anchorCtr="0">
            <a:normAutofit/>
          </a:bodyPr>
          <a:lstStyle>
            <a:lvl1pPr marL="0" indent="0" algn="ctr">
              <a:buFont typeface="+mj-lt"/>
              <a:buNone/>
              <a:defRPr sz="1333"/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</a:t>
            </a:r>
            <a:br>
              <a:rPr lang="nb-NO" sz="1333"/>
            </a:br>
            <a:r>
              <a:rPr lang="nb-NO" sz="1333"/>
              <a:t>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1B5BDACB-17B3-D546-AB1B-3202000D4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236385"/>
            <a:ext cx="12192000" cy="3147791"/>
          </a:xfrm>
          <a:solidFill>
            <a:schemeClr val="bg1">
              <a:alpha val="70000"/>
            </a:schemeClr>
          </a:solidFill>
        </p:spPr>
        <p:txBody>
          <a:bodyPr vert="horz" lIns="432000" tIns="360000" rIns="180000" bIns="360000" rtlCol="0" anchor="ctr" anchorCtr="0">
            <a:normAutofit/>
          </a:bodyPr>
          <a:lstStyle>
            <a:lvl1pPr>
              <a:defRPr lang="en-GB" sz="2667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text</a:t>
            </a:r>
            <a:endParaRPr lang="en-GB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5CA6841-6EC4-9841-80AD-32DCCADC08C7}"/>
              </a:ext>
            </a:extLst>
          </p:cNvPr>
          <p:cNvSpPr txBox="1"/>
          <p:nvPr/>
        </p:nvSpPr>
        <p:spPr>
          <a:xfrm>
            <a:off x="0" y="-383629"/>
            <a:ext cx="492760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Subheading Content bottom picture top</a:t>
            </a:r>
          </a:p>
        </p:txBody>
      </p:sp>
      <p:sp>
        <p:nvSpPr>
          <p:cNvPr id="5" name="Plassholder for lysbildenummer 1">
            <a:extLst>
              <a:ext uri="{FF2B5EF4-FFF2-40B4-BE49-F238E27FC236}">
                <a16:creationId xmlns:a16="http://schemas.microsoft.com/office/drawing/2014/main" id="{E458FF50-7BE4-447C-9AB0-E242A051C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80903115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#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5BDACB-17B3-D546-AB1B-3202000D4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0232" y="-21167"/>
            <a:ext cx="9901767" cy="6426200"/>
          </a:xfrm>
          <a:prstGeom prst="rect">
            <a:avLst/>
          </a:prstGeom>
          <a:solidFill>
            <a:schemeClr val="accent1"/>
          </a:solidFill>
        </p:spPr>
        <p:txBody>
          <a:bodyPr vert="horz" lIns="1152000" tIns="360000" rIns="2160000" bIns="360000" rtlCol="0" anchor="ctr" anchorCtr="0">
            <a:normAutofit/>
          </a:bodyPr>
          <a:lstStyle>
            <a:lvl1pPr>
              <a:defRPr lang="en-GB"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text</a:t>
            </a:r>
            <a:endParaRPr lang="en-GB"/>
          </a:p>
        </p:txBody>
      </p:sp>
      <p:sp>
        <p:nvSpPr>
          <p:cNvPr id="6" name="Plassholder for tekst 2">
            <a:extLst>
              <a:ext uri="{FF2B5EF4-FFF2-40B4-BE49-F238E27FC236}">
                <a16:creationId xmlns:a16="http://schemas.microsoft.com/office/drawing/2014/main" id="{4955FCFE-EAEC-4B81-9113-27F7BE7762BF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1190388" y="2011767"/>
            <a:ext cx="2199688" cy="2199688"/>
          </a:xfrm>
          <a:prstGeom prst="ellipse">
            <a:avLst/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7200">
                <a:solidFill>
                  <a:schemeClr val="tx1"/>
                </a:solidFill>
              </a:defRPr>
            </a:lvl1pPr>
            <a:lvl2pPr marL="191995" indent="0">
              <a:buNone/>
              <a:defRPr/>
            </a:lvl2pPr>
            <a:lvl3pPr marL="370373" indent="0">
              <a:buNone/>
              <a:defRPr/>
            </a:lvl3pPr>
            <a:lvl4pPr marL="552436" indent="0">
              <a:buNone/>
              <a:defRPr/>
            </a:lvl4pPr>
            <a:lvl5pPr marL="719649" indent="0">
              <a:buNone/>
              <a:defRPr/>
            </a:lvl5pPr>
          </a:lstStyle>
          <a:p>
            <a:r>
              <a:rPr lang="en-GB"/>
              <a:t>#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13469861-FD48-0348-8AD0-80DA0115921F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Subheading # beige</a:t>
            </a:r>
          </a:p>
        </p:txBody>
      </p:sp>
      <p:cxnSp>
        <p:nvCxnSpPr>
          <p:cNvPr id="7" name="Rett linje 6">
            <a:extLst>
              <a:ext uri="{FF2B5EF4-FFF2-40B4-BE49-F238E27FC236}">
                <a16:creationId xmlns:a16="http://schemas.microsoft.com/office/drawing/2014/main" id="{8B2FDD79-031F-43B7-8E76-EFC554C37898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lassholder for lysbildenummer 1">
            <a:extLst>
              <a:ext uri="{FF2B5EF4-FFF2-40B4-BE49-F238E27FC236}">
                <a16:creationId xmlns:a16="http://schemas.microsoft.com/office/drawing/2014/main" id="{A8C5D530-873A-40F7-8D61-9D49CBAE6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22755728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#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5BDACB-17B3-D546-AB1B-3202000D4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0234" y="-18304"/>
            <a:ext cx="9901767" cy="6426511"/>
          </a:xfrm>
          <a:prstGeom prst="rect">
            <a:avLst/>
          </a:prstGeom>
          <a:solidFill>
            <a:srgbClr val="E8F3E1"/>
          </a:solidFill>
        </p:spPr>
        <p:txBody>
          <a:bodyPr vert="horz" lIns="1152000" tIns="360000" rIns="2160000" bIns="360000" rtlCol="0" anchor="ctr" anchorCtr="0">
            <a:normAutofit/>
          </a:bodyPr>
          <a:lstStyle>
            <a:lvl1pPr>
              <a:defRPr lang="en-GB"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text</a:t>
            </a:r>
            <a:endParaRPr lang="en-GB"/>
          </a:p>
        </p:txBody>
      </p:sp>
      <p:sp>
        <p:nvSpPr>
          <p:cNvPr id="6" name="Plassholder for tekst 2">
            <a:extLst>
              <a:ext uri="{FF2B5EF4-FFF2-40B4-BE49-F238E27FC236}">
                <a16:creationId xmlns:a16="http://schemas.microsoft.com/office/drawing/2014/main" id="{4955FCFE-EAEC-4B81-9113-27F7BE7762BF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1190388" y="2010779"/>
            <a:ext cx="2199688" cy="2199688"/>
          </a:xfrm>
          <a:prstGeom prst="ellipse">
            <a:avLst/>
          </a:prstGeom>
          <a:solidFill>
            <a:srgbClr val="C6E7C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7200">
                <a:solidFill>
                  <a:schemeClr val="tx1"/>
                </a:solidFill>
              </a:defRPr>
            </a:lvl1pPr>
            <a:lvl2pPr marL="191995" indent="0">
              <a:buNone/>
              <a:defRPr/>
            </a:lvl2pPr>
            <a:lvl3pPr marL="370373" indent="0">
              <a:buNone/>
              <a:defRPr/>
            </a:lvl3pPr>
            <a:lvl4pPr marL="552436" indent="0">
              <a:buNone/>
              <a:defRPr/>
            </a:lvl4pPr>
            <a:lvl5pPr marL="719649" indent="0">
              <a:buNone/>
              <a:defRPr/>
            </a:lvl5pPr>
          </a:lstStyle>
          <a:p>
            <a:r>
              <a:rPr lang="en-GB"/>
              <a:t>#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13469861-FD48-0348-8AD0-80DA0115921F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Subheading # green</a:t>
            </a:r>
          </a:p>
        </p:txBody>
      </p:sp>
      <p:sp>
        <p:nvSpPr>
          <p:cNvPr id="9" name="Plassholder for lysbildenummer 1">
            <a:extLst>
              <a:ext uri="{FF2B5EF4-FFF2-40B4-BE49-F238E27FC236}">
                <a16:creationId xmlns:a16="http://schemas.microsoft.com/office/drawing/2014/main" id="{24B43283-04C9-4A8A-991A-901E9B495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7" name="Rett linje 6">
            <a:extLst>
              <a:ext uri="{FF2B5EF4-FFF2-40B4-BE49-F238E27FC236}">
                <a16:creationId xmlns:a16="http://schemas.microsoft.com/office/drawing/2014/main" id="{3BB02164-EEDF-406D-A8C4-FD5DEB78A573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7105412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 text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7C3646D-3806-4646-A77B-08B9AFDCBB1F}"/>
              </a:ext>
            </a:extLst>
          </p:cNvPr>
          <p:cNvSpPr/>
          <p:nvPr/>
        </p:nvSpPr>
        <p:spPr>
          <a:xfrm>
            <a:off x="3360752" y="0"/>
            <a:ext cx="8831249" cy="640540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12" name="Grafikk 6">
            <a:extLst>
              <a:ext uri="{FF2B5EF4-FFF2-40B4-BE49-F238E27FC236}">
                <a16:creationId xmlns:a16="http://schemas.microsoft.com/office/drawing/2014/main" id="{EAB5DFC6-1C98-48D1-9037-870B5F1C3141}"/>
              </a:ext>
            </a:extLst>
          </p:cNvPr>
          <p:cNvSpPr/>
          <p:nvPr userDrawn="1"/>
        </p:nvSpPr>
        <p:spPr>
          <a:xfrm>
            <a:off x="1" y="-8877"/>
            <a:ext cx="7485529" cy="6435293"/>
          </a:xfrm>
          <a:custGeom>
            <a:avLst/>
            <a:gdLst>
              <a:gd name="connsiteX0" fmla="*/ 2555081 w 4795837"/>
              <a:gd name="connsiteY0" fmla="*/ 0 h 4481512"/>
              <a:gd name="connsiteX1" fmla="*/ 2552700 w 4795837"/>
              <a:gd name="connsiteY1" fmla="*/ 0 h 4481512"/>
              <a:gd name="connsiteX2" fmla="*/ 2552700 w 4795837"/>
              <a:gd name="connsiteY2" fmla="*/ 0 h 4481512"/>
              <a:gd name="connsiteX3" fmla="*/ 0 w 4795837"/>
              <a:gd name="connsiteY3" fmla="*/ 0 h 4481512"/>
              <a:gd name="connsiteX4" fmla="*/ 0 w 4795837"/>
              <a:gd name="connsiteY4" fmla="*/ 4481513 h 4481512"/>
              <a:gd name="connsiteX5" fmla="*/ 2552700 w 4795837"/>
              <a:gd name="connsiteY5" fmla="*/ 4481513 h 4481512"/>
              <a:gd name="connsiteX6" fmla="*/ 2552700 w 4795837"/>
              <a:gd name="connsiteY6" fmla="*/ 4481513 h 4481512"/>
              <a:gd name="connsiteX7" fmla="*/ 2555081 w 4795837"/>
              <a:gd name="connsiteY7" fmla="*/ 4481513 h 4481512"/>
              <a:gd name="connsiteX8" fmla="*/ 4795838 w 4795837"/>
              <a:gd name="connsiteY8" fmla="*/ 2240756 h 4481512"/>
              <a:gd name="connsiteX9" fmla="*/ 2555081 w 4795837"/>
              <a:gd name="connsiteY9" fmla="*/ 0 h 4481512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442334 w 5238172"/>
              <a:gd name="connsiteY4" fmla="*/ 449703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0 w 5238172"/>
              <a:gd name="connsiteY4" fmla="*/ 448151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0 w 5238172"/>
              <a:gd name="connsiteY4" fmla="*/ 448151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0 w 5238172"/>
              <a:gd name="connsiteY4" fmla="*/ 4496316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2744639 w 5238172"/>
              <a:gd name="connsiteY3" fmla="*/ 6204 h 4497033"/>
              <a:gd name="connsiteX4" fmla="*/ 0 w 5238172"/>
              <a:gd name="connsiteY4" fmla="*/ 0 h 4497033"/>
              <a:gd name="connsiteX5" fmla="*/ 0 w 5238172"/>
              <a:gd name="connsiteY5" fmla="*/ 4496316 h 4497033"/>
              <a:gd name="connsiteX6" fmla="*/ 2995034 w 5238172"/>
              <a:gd name="connsiteY6" fmla="*/ 4497033 h 4497033"/>
              <a:gd name="connsiteX7" fmla="*/ 2995034 w 5238172"/>
              <a:gd name="connsiteY7" fmla="*/ 4497033 h 4497033"/>
              <a:gd name="connsiteX8" fmla="*/ 2997415 w 5238172"/>
              <a:gd name="connsiteY8" fmla="*/ 4497033 h 4497033"/>
              <a:gd name="connsiteX9" fmla="*/ 5238172 w 5238172"/>
              <a:gd name="connsiteY9" fmla="*/ 2256276 h 4497033"/>
              <a:gd name="connsiteX10" fmla="*/ 2997415 w 5238172"/>
              <a:gd name="connsiteY10" fmla="*/ 15520 h 4497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38172" h="4497033">
                <a:moveTo>
                  <a:pt x="2997415" y="15520"/>
                </a:moveTo>
                <a:lnTo>
                  <a:pt x="2995034" y="15520"/>
                </a:lnTo>
                <a:lnTo>
                  <a:pt x="2995034" y="15520"/>
                </a:lnTo>
                <a:cubicBezTo>
                  <a:pt x="2911569" y="14880"/>
                  <a:pt x="2828104" y="6844"/>
                  <a:pt x="2744639" y="6204"/>
                </a:cubicBezTo>
                <a:lnTo>
                  <a:pt x="0" y="0"/>
                </a:lnTo>
                <a:lnTo>
                  <a:pt x="0" y="4496316"/>
                </a:lnTo>
                <a:lnTo>
                  <a:pt x="2995034" y="4497033"/>
                </a:lnTo>
                <a:lnTo>
                  <a:pt x="2995034" y="4497033"/>
                </a:lnTo>
                <a:lnTo>
                  <a:pt x="2997415" y="4497033"/>
                </a:lnTo>
                <a:cubicBezTo>
                  <a:pt x="4234713" y="4497033"/>
                  <a:pt x="5238172" y="3493574"/>
                  <a:pt x="5238172" y="2256276"/>
                </a:cubicBezTo>
                <a:cubicBezTo>
                  <a:pt x="5238172" y="1018979"/>
                  <a:pt x="4234713" y="15520"/>
                  <a:pt x="2997415" y="15520"/>
                </a:cubicBez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2400"/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86A55290-BA34-574B-88BB-9F743262227F}"/>
              </a:ext>
            </a:extLst>
          </p:cNvPr>
          <p:cNvSpPr txBox="1"/>
          <p:nvPr/>
        </p:nvSpPr>
        <p:spPr>
          <a:xfrm>
            <a:off x="0" y="-381827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Subheading text beige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FB97C50C-AD9F-4084-A912-4C6B175378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733" y="548218"/>
            <a:ext cx="5376333" cy="5281081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9" name="Plassholder for lysbildenummer 1">
            <a:extLst>
              <a:ext uri="{FF2B5EF4-FFF2-40B4-BE49-F238E27FC236}">
                <a16:creationId xmlns:a16="http://schemas.microsoft.com/office/drawing/2014/main" id="{BEC88C45-747D-4307-AB72-447435E33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7" name="Rett linje 6">
            <a:extLst>
              <a:ext uri="{FF2B5EF4-FFF2-40B4-BE49-F238E27FC236}">
                <a16:creationId xmlns:a16="http://schemas.microsoft.com/office/drawing/2014/main" id="{400B6F61-1077-4452-AA6B-A9516B72FD24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034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 tex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7">
            <a:extLst>
              <a:ext uri="{FF2B5EF4-FFF2-40B4-BE49-F238E27FC236}">
                <a16:creationId xmlns:a16="http://schemas.microsoft.com/office/drawing/2014/main" id="{86A55290-BA34-574B-88BB-9F743262227F}"/>
              </a:ext>
            </a:extLst>
          </p:cNvPr>
          <p:cNvSpPr txBox="1"/>
          <p:nvPr/>
        </p:nvSpPr>
        <p:spPr>
          <a:xfrm>
            <a:off x="0" y="-381827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Subheading text green</a:t>
            </a:r>
          </a:p>
        </p:txBody>
      </p:sp>
      <p:sp>
        <p:nvSpPr>
          <p:cNvPr id="12" name="Plassholder for tekst 4">
            <a:extLst>
              <a:ext uri="{FF2B5EF4-FFF2-40B4-BE49-F238E27FC236}">
                <a16:creationId xmlns:a16="http://schemas.microsoft.com/office/drawing/2014/main" id="{FC0851CD-6B62-47C0-BE5E-3CBEC5C84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5734" y="548218"/>
            <a:ext cx="5376333" cy="5281081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784FCABB-F986-47B6-9DD0-03F3103F6FEB}"/>
              </a:ext>
            </a:extLst>
          </p:cNvPr>
          <p:cNvSpPr/>
          <p:nvPr userDrawn="1"/>
        </p:nvSpPr>
        <p:spPr>
          <a:xfrm>
            <a:off x="3360753" y="0"/>
            <a:ext cx="8831249" cy="64264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14" name="Grafikk 6">
            <a:extLst>
              <a:ext uri="{FF2B5EF4-FFF2-40B4-BE49-F238E27FC236}">
                <a16:creationId xmlns:a16="http://schemas.microsoft.com/office/drawing/2014/main" id="{EB99E279-655A-4476-AFB2-32C0AFDE5D41}"/>
              </a:ext>
            </a:extLst>
          </p:cNvPr>
          <p:cNvSpPr/>
          <p:nvPr userDrawn="1"/>
        </p:nvSpPr>
        <p:spPr>
          <a:xfrm>
            <a:off x="1" y="-8877"/>
            <a:ext cx="7485529" cy="6435293"/>
          </a:xfrm>
          <a:custGeom>
            <a:avLst/>
            <a:gdLst>
              <a:gd name="connsiteX0" fmla="*/ 2555081 w 4795837"/>
              <a:gd name="connsiteY0" fmla="*/ 0 h 4481512"/>
              <a:gd name="connsiteX1" fmla="*/ 2552700 w 4795837"/>
              <a:gd name="connsiteY1" fmla="*/ 0 h 4481512"/>
              <a:gd name="connsiteX2" fmla="*/ 2552700 w 4795837"/>
              <a:gd name="connsiteY2" fmla="*/ 0 h 4481512"/>
              <a:gd name="connsiteX3" fmla="*/ 0 w 4795837"/>
              <a:gd name="connsiteY3" fmla="*/ 0 h 4481512"/>
              <a:gd name="connsiteX4" fmla="*/ 0 w 4795837"/>
              <a:gd name="connsiteY4" fmla="*/ 4481513 h 4481512"/>
              <a:gd name="connsiteX5" fmla="*/ 2552700 w 4795837"/>
              <a:gd name="connsiteY5" fmla="*/ 4481513 h 4481512"/>
              <a:gd name="connsiteX6" fmla="*/ 2552700 w 4795837"/>
              <a:gd name="connsiteY6" fmla="*/ 4481513 h 4481512"/>
              <a:gd name="connsiteX7" fmla="*/ 2555081 w 4795837"/>
              <a:gd name="connsiteY7" fmla="*/ 4481513 h 4481512"/>
              <a:gd name="connsiteX8" fmla="*/ 4795838 w 4795837"/>
              <a:gd name="connsiteY8" fmla="*/ 2240756 h 4481512"/>
              <a:gd name="connsiteX9" fmla="*/ 2555081 w 4795837"/>
              <a:gd name="connsiteY9" fmla="*/ 0 h 4481512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442334 w 5238172"/>
              <a:gd name="connsiteY4" fmla="*/ 449703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0 w 5238172"/>
              <a:gd name="connsiteY4" fmla="*/ 448151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0 w 5238172"/>
              <a:gd name="connsiteY4" fmla="*/ 448151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0 w 5238172"/>
              <a:gd name="connsiteY4" fmla="*/ 4496316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2744639 w 5238172"/>
              <a:gd name="connsiteY3" fmla="*/ 6204 h 4497033"/>
              <a:gd name="connsiteX4" fmla="*/ 0 w 5238172"/>
              <a:gd name="connsiteY4" fmla="*/ 0 h 4497033"/>
              <a:gd name="connsiteX5" fmla="*/ 0 w 5238172"/>
              <a:gd name="connsiteY5" fmla="*/ 4496316 h 4497033"/>
              <a:gd name="connsiteX6" fmla="*/ 2995034 w 5238172"/>
              <a:gd name="connsiteY6" fmla="*/ 4497033 h 4497033"/>
              <a:gd name="connsiteX7" fmla="*/ 2995034 w 5238172"/>
              <a:gd name="connsiteY7" fmla="*/ 4497033 h 4497033"/>
              <a:gd name="connsiteX8" fmla="*/ 2997415 w 5238172"/>
              <a:gd name="connsiteY8" fmla="*/ 4497033 h 4497033"/>
              <a:gd name="connsiteX9" fmla="*/ 5238172 w 5238172"/>
              <a:gd name="connsiteY9" fmla="*/ 2256276 h 4497033"/>
              <a:gd name="connsiteX10" fmla="*/ 2997415 w 5238172"/>
              <a:gd name="connsiteY10" fmla="*/ 15520 h 4497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38172" h="4497033">
                <a:moveTo>
                  <a:pt x="2997415" y="15520"/>
                </a:moveTo>
                <a:lnTo>
                  <a:pt x="2995034" y="15520"/>
                </a:lnTo>
                <a:lnTo>
                  <a:pt x="2995034" y="15520"/>
                </a:lnTo>
                <a:cubicBezTo>
                  <a:pt x="2911569" y="14880"/>
                  <a:pt x="2828104" y="6844"/>
                  <a:pt x="2744639" y="6204"/>
                </a:cubicBezTo>
                <a:lnTo>
                  <a:pt x="0" y="0"/>
                </a:lnTo>
                <a:lnTo>
                  <a:pt x="0" y="4496316"/>
                </a:lnTo>
                <a:lnTo>
                  <a:pt x="2995034" y="4497033"/>
                </a:lnTo>
                <a:lnTo>
                  <a:pt x="2995034" y="4497033"/>
                </a:lnTo>
                <a:lnTo>
                  <a:pt x="2997415" y="4497033"/>
                </a:lnTo>
                <a:cubicBezTo>
                  <a:pt x="4234713" y="4497033"/>
                  <a:pt x="5238172" y="3493574"/>
                  <a:pt x="5238172" y="2256276"/>
                </a:cubicBezTo>
                <a:cubicBezTo>
                  <a:pt x="5238172" y="1018979"/>
                  <a:pt x="4234713" y="15520"/>
                  <a:pt x="2997415" y="15520"/>
                </a:cubicBez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2400"/>
          </a:p>
        </p:txBody>
      </p:sp>
      <p:sp>
        <p:nvSpPr>
          <p:cNvPr id="17" name="Plassholder for tekst 4">
            <a:extLst>
              <a:ext uri="{FF2B5EF4-FFF2-40B4-BE49-F238E27FC236}">
                <a16:creationId xmlns:a16="http://schemas.microsoft.com/office/drawing/2014/main" id="{D5651846-A59A-42C7-AACB-68E8AD132A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3733" y="548218"/>
            <a:ext cx="5376333" cy="5281081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8" name="Plassholder for lysbildenummer 1">
            <a:extLst>
              <a:ext uri="{FF2B5EF4-FFF2-40B4-BE49-F238E27FC236}">
                <a16:creationId xmlns:a16="http://schemas.microsoft.com/office/drawing/2014/main" id="{40368013-0CE2-43A7-B723-1A47ABAF1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16" name="Rett linje 15">
            <a:extLst>
              <a:ext uri="{FF2B5EF4-FFF2-40B4-BE49-F238E27FC236}">
                <a16:creationId xmlns:a16="http://schemas.microsoft.com/office/drawing/2014/main" id="{BC1BDFEA-F4A8-4E5D-98F4-A1CFD5EEE7A1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9729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Agendaslide – setup 4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ssholder for tekst 38">
            <a:extLst>
              <a:ext uri="{FF2B5EF4-FFF2-40B4-BE49-F238E27FC236}">
                <a16:creationId xmlns:a16="http://schemas.microsoft.com/office/drawing/2014/main" id="{43E7E89C-6DBB-E84A-B21F-3A50B04E8E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3939" y="1999948"/>
            <a:ext cx="4128000" cy="1238400"/>
          </a:xfrm>
          <a:solidFill>
            <a:srgbClr val="C6E7C1">
              <a:alpha val="60000"/>
            </a:srgbClr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45" name="Plassholder for tekst 38">
            <a:extLst>
              <a:ext uri="{FF2B5EF4-FFF2-40B4-BE49-F238E27FC236}">
                <a16:creationId xmlns:a16="http://schemas.microsoft.com/office/drawing/2014/main" id="{80BBA60E-4A74-334A-AE74-3581A72383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43001" y="3701748"/>
            <a:ext cx="4128000" cy="1238400"/>
          </a:xfrm>
          <a:solidFill>
            <a:srgbClr val="C6E7C1">
              <a:alpha val="60000"/>
            </a:srgbClr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47" name="Plassholder for tekst 38">
            <a:extLst>
              <a:ext uri="{FF2B5EF4-FFF2-40B4-BE49-F238E27FC236}">
                <a16:creationId xmlns:a16="http://schemas.microsoft.com/office/drawing/2014/main" id="{AF413D6D-AF1C-C54E-9BB4-53E024C796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63939" y="3701748"/>
            <a:ext cx="4128000" cy="1238400"/>
          </a:xfrm>
          <a:solidFill>
            <a:srgbClr val="C6E7C1">
              <a:alpha val="60000"/>
            </a:srgbClr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7" name="Plassholder for tekst 2">
            <a:extLst>
              <a:ext uri="{FF2B5EF4-FFF2-40B4-BE49-F238E27FC236}">
                <a16:creationId xmlns:a16="http://schemas.microsoft.com/office/drawing/2014/main" id="{29449F7D-8B18-4021-949D-82256DF018AD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6094053" y="1999948"/>
            <a:ext cx="1238400" cy="1238400"/>
          </a:xfrm>
          <a:prstGeom prst="ellipse">
            <a:avLst/>
          </a:prstGeom>
          <a:solidFill>
            <a:srgbClr val="C6E7C1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82" indent="-167992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73" indent="-167209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31" indent="-167209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685" indent="-23705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8" name="Plassholder for tekst 2">
            <a:extLst>
              <a:ext uri="{FF2B5EF4-FFF2-40B4-BE49-F238E27FC236}">
                <a16:creationId xmlns:a16="http://schemas.microsoft.com/office/drawing/2014/main" id="{AE867430-55E1-42F5-BA77-8049FA7359BD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793839" y="3701748"/>
            <a:ext cx="1238400" cy="1238400"/>
          </a:xfrm>
          <a:prstGeom prst="ellipse">
            <a:avLst/>
          </a:prstGeom>
          <a:solidFill>
            <a:srgbClr val="C6E7C1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82" indent="-167992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73" indent="-167209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31" indent="-167209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685" indent="-23705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9" name="Plassholder for tekst 2">
            <a:extLst>
              <a:ext uri="{FF2B5EF4-FFF2-40B4-BE49-F238E27FC236}">
                <a16:creationId xmlns:a16="http://schemas.microsoft.com/office/drawing/2014/main" id="{4FBE0EED-85D7-4062-BCC6-02E88492136C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6106753" y="3701748"/>
            <a:ext cx="1238400" cy="1238400"/>
          </a:xfrm>
          <a:prstGeom prst="ellipse">
            <a:avLst/>
          </a:prstGeom>
          <a:solidFill>
            <a:srgbClr val="C6E7C1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82" indent="-167992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73" indent="-167209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31" indent="-167209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685" indent="-23705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39" name="Plassholder for tekst 38">
            <a:extLst>
              <a:ext uri="{FF2B5EF4-FFF2-40B4-BE49-F238E27FC236}">
                <a16:creationId xmlns:a16="http://schemas.microsoft.com/office/drawing/2014/main" id="{D22A9800-9791-6B4F-88E0-3B2645E92D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43001" y="1999948"/>
            <a:ext cx="4128000" cy="1238400"/>
          </a:xfrm>
          <a:solidFill>
            <a:srgbClr val="C6E7C1">
              <a:alpha val="60000"/>
            </a:srgbClr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4" name="Plassholder for tekst 2">
            <a:extLst>
              <a:ext uri="{FF2B5EF4-FFF2-40B4-BE49-F238E27FC236}">
                <a16:creationId xmlns:a16="http://schemas.microsoft.com/office/drawing/2014/main" id="{673884C8-07EC-449C-BD35-0D20232E69E3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781139" y="1999948"/>
            <a:ext cx="1238400" cy="1238400"/>
          </a:xfrm>
          <a:prstGeom prst="ellipse">
            <a:avLst/>
          </a:prstGeom>
          <a:solidFill>
            <a:srgbClr val="C6E7C1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82" indent="-167992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73" indent="-167209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31" indent="-167209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685" indent="-23705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1999" y="480000"/>
            <a:ext cx="11112500" cy="808800"/>
          </a:xfr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endParaRPr lang="en-US"/>
          </a:p>
        </p:txBody>
      </p:sp>
      <p:sp>
        <p:nvSpPr>
          <p:cNvPr id="50" name="TextBox 7">
            <a:extLst>
              <a:ext uri="{FF2B5EF4-FFF2-40B4-BE49-F238E27FC236}">
                <a16:creationId xmlns:a16="http://schemas.microsoft.com/office/drawing/2014/main" id="{62D837F8-1F4F-6E4E-90FD-997685D05A81}"/>
              </a:ext>
            </a:extLst>
          </p:cNvPr>
          <p:cNvSpPr txBox="1"/>
          <p:nvPr/>
        </p:nvSpPr>
        <p:spPr>
          <a:xfrm>
            <a:off x="1" y="-383629"/>
            <a:ext cx="3725335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Agendaslide – setup 4 green</a:t>
            </a:r>
            <a:endParaRPr lang="nb-NO" sz="1067" b="1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6111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ont page_beig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5897F539-4998-4F3A-974F-8971EA9C9D05}"/>
              </a:ext>
            </a:extLst>
          </p:cNvPr>
          <p:cNvSpPr/>
          <p:nvPr/>
        </p:nvSpPr>
        <p:spPr>
          <a:xfrm>
            <a:off x="0" y="1115336"/>
            <a:ext cx="12200656" cy="5742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40" name="Friform 39">
            <a:extLst>
              <a:ext uri="{FF2B5EF4-FFF2-40B4-BE49-F238E27FC236}">
                <a16:creationId xmlns:a16="http://schemas.microsoft.com/office/drawing/2014/main" id="{90B0AA4D-713B-F647-880F-22FA178EC2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286" y="1117200"/>
            <a:ext cx="7818713" cy="5740800"/>
          </a:xfrm>
          <a:custGeom>
            <a:avLst/>
            <a:gdLst>
              <a:gd name="connsiteX0" fmla="*/ 0 w 5870536"/>
              <a:gd name="connsiteY0" fmla="*/ 0 h 4305600"/>
              <a:gd name="connsiteX1" fmla="*/ 5870536 w 5870536"/>
              <a:gd name="connsiteY1" fmla="*/ 0 h 4305600"/>
              <a:gd name="connsiteX2" fmla="*/ 5870536 w 5870536"/>
              <a:gd name="connsiteY2" fmla="*/ 4305600 h 4305600"/>
              <a:gd name="connsiteX3" fmla="*/ 0 w 5870536"/>
              <a:gd name="connsiteY3" fmla="*/ 4305600 h 4305600"/>
              <a:gd name="connsiteX4" fmla="*/ 0 w 5870536"/>
              <a:gd name="connsiteY4" fmla="*/ 4299135 h 4305600"/>
              <a:gd name="connsiteX5" fmla="*/ 92081 w 5870536"/>
              <a:gd name="connsiteY5" fmla="*/ 4294486 h 4305600"/>
              <a:gd name="connsiteX6" fmla="*/ 2024769 w 5870536"/>
              <a:gd name="connsiteY6" fmla="*/ 2152800 h 4305600"/>
              <a:gd name="connsiteX7" fmla="*/ 92081 w 5870536"/>
              <a:gd name="connsiteY7" fmla="*/ 11115 h 4305600"/>
              <a:gd name="connsiteX8" fmla="*/ 0 w 5870536"/>
              <a:gd name="connsiteY8" fmla="*/ 6465 h 43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536" h="4305600">
                <a:moveTo>
                  <a:pt x="0" y="0"/>
                </a:moveTo>
                <a:lnTo>
                  <a:pt x="5870536" y="0"/>
                </a:lnTo>
                <a:lnTo>
                  <a:pt x="5870536" y="4305600"/>
                </a:lnTo>
                <a:lnTo>
                  <a:pt x="0" y="4305600"/>
                </a:lnTo>
                <a:lnTo>
                  <a:pt x="0" y="4299135"/>
                </a:lnTo>
                <a:lnTo>
                  <a:pt x="92081" y="4294486"/>
                </a:lnTo>
                <a:cubicBezTo>
                  <a:pt x="1177643" y="4184241"/>
                  <a:pt x="2024769" y="3267449"/>
                  <a:pt x="2024769" y="2152800"/>
                </a:cubicBezTo>
                <a:cubicBezTo>
                  <a:pt x="2024769" y="1038151"/>
                  <a:pt x="1177643" y="121360"/>
                  <a:pt x="92081" y="11115"/>
                </a:cubicBezTo>
                <a:lnTo>
                  <a:pt x="0" y="646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2160000" tIns="360000" rIns="720000" anchor="t" anchorCtr="1">
            <a:noAutofit/>
          </a:bodyPr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aseline="0">
                <a:solidFill>
                  <a:schemeClr val="tx1"/>
                </a:solidFill>
              </a:defRPr>
            </a:lvl1pPr>
          </a:lstStyle>
          <a:p>
            <a:r>
              <a:rPr lang="nb-NO" sz="1200" err="1"/>
              <a:t>Click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placeholder and </a:t>
            </a:r>
            <a:r>
              <a:rPr lang="nb-NO" sz="1200" err="1"/>
              <a:t>use</a:t>
            </a:r>
            <a:r>
              <a:rPr lang="nb-NO" sz="1200"/>
              <a:t> </a:t>
            </a:r>
            <a:r>
              <a:rPr lang="nb-NO" sz="1200" err="1"/>
              <a:t>button</a:t>
            </a:r>
            <a:r>
              <a:rPr lang="nb-NO" sz="1200"/>
              <a:t> "</a:t>
            </a:r>
            <a:r>
              <a:rPr lang="nb-NO" sz="1200" err="1"/>
              <a:t>Insert</a:t>
            </a:r>
            <a:r>
              <a:rPr lang="nb-NO" sz="1200"/>
              <a:t> image BrandMaster" to </a:t>
            </a:r>
            <a:r>
              <a:rPr lang="nb-NO" sz="1200" err="1"/>
              <a:t>the</a:t>
            </a:r>
            <a:r>
              <a:rPr lang="nb-NO" sz="1200"/>
              <a:t> far right </a:t>
            </a:r>
            <a:r>
              <a:rPr lang="nb-NO" sz="1200" err="1"/>
              <a:t>on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</a:t>
            </a:r>
            <a:r>
              <a:rPr lang="nb-NO" sz="1200" err="1"/>
              <a:t>menu</a:t>
            </a:r>
            <a:r>
              <a:rPr lang="nb-NO" sz="1200"/>
              <a:t> </a:t>
            </a:r>
            <a:br>
              <a:rPr lang="nb-NO" sz="1200"/>
            </a:br>
            <a:r>
              <a:rPr lang="nb-NO" sz="1200"/>
              <a:t>"Sett inn/</a:t>
            </a:r>
            <a:r>
              <a:rPr lang="nb-NO" sz="1200" err="1"/>
              <a:t>Insert</a:t>
            </a:r>
            <a:r>
              <a:rPr lang="nb-NO" sz="1200"/>
              <a:t>/</a:t>
            </a:r>
            <a:r>
              <a:rPr lang="nb-NO" sz="1200" err="1"/>
              <a:t>Infoga</a:t>
            </a:r>
            <a:r>
              <a:rPr lang="nb-NO" sz="1200"/>
              <a:t>". </a:t>
            </a:r>
            <a:endParaRPr lang="nb-NO" sz="1200" noProof="1"/>
          </a:p>
        </p:txBody>
      </p:sp>
      <p:grpSp>
        <p:nvGrpSpPr>
          <p:cNvPr id="115" name="Gruppe 114">
            <a:extLst>
              <a:ext uri="{FF2B5EF4-FFF2-40B4-BE49-F238E27FC236}">
                <a16:creationId xmlns:a16="http://schemas.microsoft.com/office/drawing/2014/main" id="{41E97E57-5157-4765-A889-FD768F44AD8B}"/>
              </a:ext>
            </a:extLst>
          </p:cNvPr>
          <p:cNvGrpSpPr/>
          <p:nvPr/>
        </p:nvGrpSpPr>
        <p:grpSpPr>
          <a:xfrm>
            <a:off x="0" y="7063717"/>
            <a:ext cx="12192000" cy="240000"/>
            <a:chOff x="0" y="5297788"/>
            <a:chExt cx="9144000" cy="372979"/>
          </a:xfrm>
        </p:grpSpPr>
        <p:cxnSp>
          <p:nvCxnSpPr>
            <p:cNvPr id="116" name="Rett linje 115">
              <a:extLst>
                <a:ext uri="{FF2B5EF4-FFF2-40B4-BE49-F238E27FC236}">
                  <a16:creationId xmlns:a16="http://schemas.microsoft.com/office/drawing/2014/main" id="{CB4EC828-AA64-4B3B-BA7F-3939F0DDCC1D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FC708BC3-AF6A-4C2A-A040-E7D2584F5679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6116CDD8-8FA0-499C-8024-98736A2A45BE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F87D2C52-DF01-487F-94E1-3B4808498D4C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D23653C0-3C9E-4DC9-9B20-7CB67F5F9553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2BD9608F-579A-4E69-946E-738146576D95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Rett linje 121">
              <a:extLst>
                <a:ext uri="{FF2B5EF4-FFF2-40B4-BE49-F238E27FC236}">
                  <a16:creationId xmlns:a16="http://schemas.microsoft.com/office/drawing/2014/main" id="{7C61F4DE-2E50-462D-A392-B853CA21D799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Rett linje 122">
              <a:extLst>
                <a:ext uri="{FF2B5EF4-FFF2-40B4-BE49-F238E27FC236}">
                  <a16:creationId xmlns:a16="http://schemas.microsoft.com/office/drawing/2014/main" id="{C04DF60F-3682-4D29-A6CE-7D6AAA8FA5CC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Rett linje 123">
              <a:extLst>
                <a:ext uri="{FF2B5EF4-FFF2-40B4-BE49-F238E27FC236}">
                  <a16:creationId xmlns:a16="http://schemas.microsoft.com/office/drawing/2014/main" id="{E042CA0E-47DC-47FC-897F-70F70BFB366F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3863232C-D53F-48D6-A0E7-CC9B4C60E264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6275ADF1-B804-49A7-96BE-70D8AFECB88C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6A12681A-6F23-4F31-ACA4-1A2E0006D537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Rett linje 127">
              <a:extLst>
                <a:ext uri="{FF2B5EF4-FFF2-40B4-BE49-F238E27FC236}">
                  <a16:creationId xmlns:a16="http://schemas.microsoft.com/office/drawing/2014/main" id="{6CC3DE73-64F8-4D3E-B3A9-935C5F8AA878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FAC273D9-8153-4188-B7CA-F30670E78B13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916C3980-C8A1-45C7-AA35-A88DD771F2A1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E99AC163-1D5E-4BFA-BE31-B64B3B6121BF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E1A62F24-69EB-4117-B6FE-6407220526C9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uppe 132">
            <a:extLst>
              <a:ext uri="{FF2B5EF4-FFF2-40B4-BE49-F238E27FC236}">
                <a16:creationId xmlns:a16="http://schemas.microsoft.com/office/drawing/2014/main" id="{DD3A4283-61B4-4CE7-98B3-DD15277A1CA4}"/>
              </a:ext>
            </a:extLst>
          </p:cNvPr>
          <p:cNvGrpSpPr/>
          <p:nvPr/>
        </p:nvGrpSpPr>
        <p:grpSpPr>
          <a:xfrm>
            <a:off x="-452097" y="1"/>
            <a:ext cx="240000" cy="5661600"/>
            <a:chOff x="-583532" y="1"/>
            <a:chExt cx="372980" cy="4246200"/>
          </a:xfrm>
        </p:grpSpPr>
        <p:cxnSp>
          <p:nvCxnSpPr>
            <p:cNvPr id="166" name="Rett linje 165">
              <a:extLst>
                <a:ext uri="{FF2B5EF4-FFF2-40B4-BE49-F238E27FC236}">
                  <a16:creationId xmlns:a16="http://schemas.microsoft.com/office/drawing/2014/main" id="{AE79378C-6DE6-4A62-A57A-8ADA616F546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-186489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Rett linje 168">
              <a:extLst>
                <a:ext uri="{FF2B5EF4-FFF2-40B4-BE49-F238E27FC236}">
                  <a16:creationId xmlns:a16="http://schemas.microsoft.com/office/drawing/2014/main" id="{DA872C10-59C3-4434-A633-E66C99353B1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2239911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Rett linje 169">
              <a:extLst>
                <a:ext uri="{FF2B5EF4-FFF2-40B4-BE49-F238E27FC236}">
                  <a16:creationId xmlns:a16="http://schemas.microsoft.com/office/drawing/2014/main" id="{71B24215-F01A-485B-A939-3F00F3A22D3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11052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Rett linje 170">
              <a:extLst>
                <a:ext uri="{FF2B5EF4-FFF2-40B4-BE49-F238E27FC236}">
                  <a16:creationId xmlns:a16="http://schemas.microsoft.com/office/drawing/2014/main" id="{ADCFBA45-D34E-4289-B179-5626BD5E2E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35316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Rett linje 171">
              <a:extLst>
                <a:ext uri="{FF2B5EF4-FFF2-40B4-BE49-F238E27FC236}">
                  <a16:creationId xmlns:a16="http://schemas.microsoft.com/office/drawing/2014/main" id="{C8991031-407D-4BDF-A817-F5AE7F4EAEA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3" y="5166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Rett linje 172">
              <a:extLst>
                <a:ext uri="{FF2B5EF4-FFF2-40B4-BE49-F238E27FC236}">
                  <a16:creationId xmlns:a16="http://schemas.microsoft.com/office/drawing/2014/main" id="{7610412E-A155-4674-8251-7706FBEE8D0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17298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Rett linje 173">
              <a:extLst>
                <a:ext uri="{FF2B5EF4-FFF2-40B4-BE49-F238E27FC236}">
                  <a16:creationId xmlns:a16="http://schemas.microsoft.com/office/drawing/2014/main" id="{B43C8BAA-7CFD-4FF4-A348-82C4B4D4433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29430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Rett linje 174">
              <a:extLst>
                <a:ext uri="{FF2B5EF4-FFF2-40B4-BE49-F238E27FC236}">
                  <a16:creationId xmlns:a16="http://schemas.microsoft.com/office/drawing/2014/main" id="{2223CED3-2D78-4D56-9B33-66CAD9F8948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41562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D9CC3CC4-9519-4F39-AF45-4B0686864F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40092" y="1115336"/>
            <a:ext cx="5740800" cy="5742664"/>
          </a:xfrm>
          <a:prstGeom prst="ellipse">
            <a:avLst/>
          </a:prstGeom>
          <a:solidFill>
            <a:schemeClr val="accent2"/>
          </a:solidFill>
        </p:spPr>
        <p:txBody>
          <a:bodyPr lIns="180000" tIns="540000" rIns="180000" bIns="540000" anchor="t">
            <a:normAutofit/>
          </a:bodyPr>
          <a:lstStyle>
            <a:lvl1pPr algn="ctr">
              <a:lnSpc>
                <a:spcPct val="100000"/>
              </a:lnSpc>
              <a:defRPr sz="3333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 noProof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CCF5EDEC-7BE2-4E2E-A936-F04462A3D2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73240" y="5659087"/>
            <a:ext cx="3074504" cy="530927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subtitle</a:t>
            </a:r>
            <a:r>
              <a:rPr lang="nb-NO" noProof="0"/>
              <a:t>, date and presenter</a:t>
            </a:r>
          </a:p>
        </p:txBody>
      </p:sp>
      <p:pic>
        <p:nvPicPr>
          <p:cNvPr id="39" name="Picture 7">
            <a:extLst>
              <a:ext uri="{FF2B5EF4-FFF2-40B4-BE49-F238E27FC236}">
                <a16:creationId xmlns:a16="http://schemas.microsoft.com/office/drawing/2014/main" id="{0157A21E-843C-47D9-9FED-931B78DA68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3" y="428625"/>
            <a:ext cx="2194560" cy="319208"/>
          </a:xfrm>
          <a:prstGeom prst="rect">
            <a:avLst/>
          </a:prstGeom>
        </p:spPr>
      </p:pic>
      <p:sp>
        <p:nvSpPr>
          <p:cNvPr id="34" name="TextBox 7">
            <a:extLst>
              <a:ext uri="{FF2B5EF4-FFF2-40B4-BE49-F238E27FC236}">
                <a16:creationId xmlns:a16="http://schemas.microsoft.com/office/drawing/2014/main" id="{A19D8690-E397-46AC-809D-9330FAEE1E58}"/>
              </a:ext>
            </a:extLst>
          </p:cNvPr>
          <p:cNvSpPr txBox="1"/>
          <p:nvPr userDrawn="1"/>
        </p:nvSpPr>
        <p:spPr>
          <a:xfrm>
            <a:off x="0" y="-383629"/>
            <a:ext cx="25590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Front page - beige circle</a:t>
            </a:r>
            <a:endParaRPr lang="nb-NO" sz="1067" b="1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0461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ont page_red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5897F539-4998-4F3A-974F-8971EA9C9D05}"/>
              </a:ext>
            </a:extLst>
          </p:cNvPr>
          <p:cNvSpPr/>
          <p:nvPr/>
        </p:nvSpPr>
        <p:spPr>
          <a:xfrm>
            <a:off x="1" y="1115336"/>
            <a:ext cx="12191999" cy="5742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grpSp>
        <p:nvGrpSpPr>
          <p:cNvPr id="115" name="Gruppe 114">
            <a:extLst>
              <a:ext uri="{FF2B5EF4-FFF2-40B4-BE49-F238E27FC236}">
                <a16:creationId xmlns:a16="http://schemas.microsoft.com/office/drawing/2014/main" id="{41E97E57-5157-4765-A889-FD768F44AD8B}"/>
              </a:ext>
            </a:extLst>
          </p:cNvPr>
          <p:cNvGrpSpPr/>
          <p:nvPr/>
        </p:nvGrpSpPr>
        <p:grpSpPr>
          <a:xfrm>
            <a:off x="0" y="7063717"/>
            <a:ext cx="12192000" cy="240000"/>
            <a:chOff x="0" y="5297788"/>
            <a:chExt cx="9144000" cy="372979"/>
          </a:xfrm>
        </p:grpSpPr>
        <p:cxnSp>
          <p:nvCxnSpPr>
            <p:cNvPr id="116" name="Rett linje 115">
              <a:extLst>
                <a:ext uri="{FF2B5EF4-FFF2-40B4-BE49-F238E27FC236}">
                  <a16:creationId xmlns:a16="http://schemas.microsoft.com/office/drawing/2014/main" id="{CB4EC828-AA64-4B3B-BA7F-3939F0DDCC1D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FC708BC3-AF6A-4C2A-A040-E7D2584F5679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6116CDD8-8FA0-499C-8024-98736A2A45BE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F87D2C52-DF01-487F-94E1-3B4808498D4C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D23653C0-3C9E-4DC9-9B20-7CB67F5F9553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2BD9608F-579A-4E69-946E-738146576D95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Rett linje 121">
              <a:extLst>
                <a:ext uri="{FF2B5EF4-FFF2-40B4-BE49-F238E27FC236}">
                  <a16:creationId xmlns:a16="http://schemas.microsoft.com/office/drawing/2014/main" id="{7C61F4DE-2E50-462D-A392-B853CA21D799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Rett linje 122">
              <a:extLst>
                <a:ext uri="{FF2B5EF4-FFF2-40B4-BE49-F238E27FC236}">
                  <a16:creationId xmlns:a16="http://schemas.microsoft.com/office/drawing/2014/main" id="{C04DF60F-3682-4D29-A6CE-7D6AAA8FA5CC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Rett linje 123">
              <a:extLst>
                <a:ext uri="{FF2B5EF4-FFF2-40B4-BE49-F238E27FC236}">
                  <a16:creationId xmlns:a16="http://schemas.microsoft.com/office/drawing/2014/main" id="{E042CA0E-47DC-47FC-897F-70F70BFB366F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3863232C-D53F-48D6-A0E7-CC9B4C60E264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6275ADF1-B804-49A7-96BE-70D8AFECB88C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6A12681A-6F23-4F31-ACA4-1A2E0006D537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Rett linje 127">
              <a:extLst>
                <a:ext uri="{FF2B5EF4-FFF2-40B4-BE49-F238E27FC236}">
                  <a16:creationId xmlns:a16="http://schemas.microsoft.com/office/drawing/2014/main" id="{6CC3DE73-64F8-4D3E-B3A9-935C5F8AA878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FAC273D9-8153-4188-B7CA-F30670E78B13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916C3980-C8A1-45C7-AA35-A88DD771F2A1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E99AC163-1D5E-4BFA-BE31-B64B3B6121BF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E1A62F24-69EB-4117-B6FE-6407220526C9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uppe 132">
            <a:extLst>
              <a:ext uri="{FF2B5EF4-FFF2-40B4-BE49-F238E27FC236}">
                <a16:creationId xmlns:a16="http://schemas.microsoft.com/office/drawing/2014/main" id="{DD3A4283-61B4-4CE7-98B3-DD15277A1CA4}"/>
              </a:ext>
            </a:extLst>
          </p:cNvPr>
          <p:cNvGrpSpPr/>
          <p:nvPr/>
        </p:nvGrpSpPr>
        <p:grpSpPr>
          <a:xfrm>
            <a:off x="-452097" y="1"/>
            <a:ext cx="240000" cy="5661600"/>
            <a:chOff x="-583532" y="1"/>
            <a:chExt cx="372980" cy="4246200"/>
          </a:xfrm>
        </p:grpSpPr>
        <p:cxnSp>
          <p:nvCxnSpPr>
            <p:cNvPr id="166" name="Rett linje 165">
              <a:extLst>
                <a:ext uri="{FF2B5EF4-FFF2-40B4-BE49-F238E27FC236}">
                  <a16:creationId xmlns:a16="http://schemas.microsoft.com/office/drawing/2014/main" id="{AE79378C-6DE6-4A62-A57A-8ADA616F546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-186489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Rett linje 168">
              <a:extLst>
                <a:ext uri="{FF2B5EF4-FFF2-40B4-BE49-F238E27FC236}">
                  <a16:creationId xmlns:a16="http://schemas.microsoft.com/office/drawing/2014/main" id="{DA872C10-59C3-4434-A633-E66C99353B1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2239911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Rett linje 169">
              <a:extLst>
                <a:ext uri="{FF2B5EF4-FFF2-40B4-BE49-F238E27FC236}">
                  <a16:creationId xmlns:a16="http://schemas.microsoft.com/office/drawing/2014/main" id="{71B24215-F01A-485B-A939-3F00F3A22D3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11052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Rett linje 170">
              <a:extLst>
                <a:ext uri="{FF2B5EF4-FFF2-40B4-BE49-F238E27FC236}">
                  <a16:creationId xmlns:a16="http://schemas.microsoft.com/office/drawing/2014/main" id="{ADCFBA45-D34E-4289-B179-5626BD5E2E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35316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Rett linje 171">
              <a:extLst>
                <a:ext uri="{FF2B5EF4-FFF2-40B4-BE49-F238E27FC236}">
                  <a16:creationId xmlns:a16="http://schemas.microsoft.com/office/drawing/2014/main" id="{C8991031-407D-4BDF-A817-F5AE7F4EAEA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3" y="5166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Rett linje 172">
              <a:extLst>
                <a:ext uri="{FF2B5EF4-FFF2-40B4-BE49-F238E27FC236}">
                  <a16:creationId xmlns:a16="http://schemas.microsoft.com/office/drawing/2014/main" id="{7610412E-A155-4674-8251-7706FBEE8D0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17298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Rett linje 173">
              <a:extLst>
                <a:ext uri="{FF2B5EF4-FFF2-40B4-BE49-F238E27FC236}">
                  <a16:creationId xmlns:a16="http://schemas.microsoft.com/office/drawing/2014/main" id="{B43C8BAA-7CFD-4FF4-A348-82C4B4D4433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29430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Rett linje 174">
              <a:extLst>
                <a:ext uri="{FF2B5EF4-FFF2-40B4-BE49-F238E27FC236}">
                  <a16:creationId xmlns:a16="http://schemas.microsoft.com/office/drawing/2014/main" id="{2223CED3-2D78-4D56-9B33-66CAD9F8948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41562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D9CC3CC4-9519-4F39-AF45-4B0686864F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2177" y="1117200"/>
            <a:ext cx="5741563" cy="5740800"/>
          </a:xfrm>
          <a:prstGeom prst="ellipse">
            <a:avLst/>
          </a:prstGeom>
          <a:solidFill>
            <a:schemeClr val="accent5"/>
          </a:solidFill>
        </p:spPr>
        <p:txBody>
          <a:bodyPr lIns="180000" tIns="540000" rIns="180000" bIns="540000" anchor="t">
            <a:normAutofit/>
          </a:bodyPr>
          <a:lstStyle>
            <a:lvl1pPr algn="ctr">
              <a:lnSpc>
                <a:spcPct val="100000"/>
              </a:lnSpc>
              <a:defRPr sz="3333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 noProof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CCF5EDEC-7BE2-4E2E-A936-F04462A3D2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73240" y="5659087"/>
            <a:ext cx="3074504" cy="530927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subtitle</a:t>
            </a:r>
            <a:r>
              <a:rPr lang="nb-NO" noProof="0"/>
              <a:t>, date and presenter</a:t>
            </a:r>
          </a:p>
        </p:txBody>
      </p:sp>
      <p:sp>
        <p:nvSpPr>
          <p:cNvPr id="39" name="Friform 38">
            <a:extLst>
              <a:ext uri="{FF2B5EF4-FFF2-40B4-BE49-F238E27FC236}">
                <a16:creationId xmlns:a16="http://schemas.microsoft.com/office/drawing/2014/main" id="{04DD660F-55F5-D349-B4A8-09F41F30CC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285" y="1117200"/>
            <a:ext cx="7818715" cy="5740800"/>
          </a:xfrm>
          <a:custGeom>
            <a:avLst/>
            <a:gdLst>
              <a:gd name="connsiteX0" fmla="*/ 0 w 5870536"/>
              <a:gd name="connsiteY0" fmla="*/ 0 h 4305600"/>
              <a:gd name="connsiteX1" fmla="*/ 5870536 w 5870536"/>
              <a:gd name="connsiteY1" fmla="*/ 0 h 4305600"/>
              <a:gd name="connsiteX2" fmla="*/ 5870536 w 5870536"/>
              <a:gd name="connsiteY2" fmla="*/ 4305600 h 4305600"/>
              <a:gd name="connsiteX3" fmla="*/ 0 w 5870536"/>
              <a:gd name="connsiteY3" fmla="*/ 4305600 h 4305600"/>
              <a:gd name="connsiteX4" fmla="*/ 0 w 5870536"/>
              <a:gd name="connsiteY4" fmla="*/ 4299135 h 4305600"/>
              <a:gd name="connsiteX5" fmla="*/ 92081 w 5870536"/>
              <a:gd name="connsiteY5" fmla="*/ 4294486 h 4305600"/>
              <a:gd name="connsiteX6" fmla="*/ 2024769 w 5870536"/>
              <a:gd name="connsiteY6" fmla="*/ 2152800 h 4305600"/>
              <a:gd name="connsiteX7" fmla="*/ 92081 w 5870536"/>
              <a:gd name="connsiteY7" fmla="*/ 11115 h 4305600"/>
              <a:gd name="connsiteX8" fmla="*/ 0 w 5870536"/>
              <a:gd name="connsiteY8" fmla="*/ 6465 h 43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536" h="4305600">
                <a:moveTo>
                  <a:pt x="0" y="0"/>
                </a:moveTo>
                <a:lnTo>
                  <a:pt x="5870536" y="0"/>
                </a:lnTo>
                <a:lnTo>
                  <a:pt x="5870536" y="4305600"/>
                </a:lnTo>
                <a:lnTo>
                  <a:pt x="0" y="4305600"/>
                </a:lnTo>
                <a:lnTo>
                  <a:pt x="0" y="4299135"/>
                </a:lnTo>
                <a:lnTo>
                  <a:pt x="92081" y="4294486"/>
                </a:lnTo>
                <a:cubicBezTo>
                  <a:pt x="1177643" y="4184241"/>
                  <a:pt x="2024769" y="3267449"/>
                  <a:pt x="2024769" y="2152800"/>
                </a:cubicBezTo>
                <a:cubicBezTo>
                  <a:pt x="2024769" y="1038151"/>
                  <a:pt x="1177643" y="121360"/>
                  <a:pt x="92081" y="11115"/>
                </a:cubicBezTo>
                <a:lnTo>
                  <a:pt x="0" y="646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2160000" tIns="360000" rIns="720000" anchor="t" anchorCtr="1">
            <a:noAutofit/>
          </a:bodyPr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aseline="0">
                <a:solidFill>
                  <a:schemeClr val="tx1"/>
                </a:solidFill>
              </a:defRPr>
            </a:lvl1pPr>
          </a:lstStyle>
          <a:p>
            <a:r>
              <a:rPr lang="nb-NO" sz="1200" err="1"/>
              <a:t>Click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placeholder and </a:t>
            </a:r>
            <a:r>
              <a:rPr lang="nb-NO" sz="1200" err="1"/>
              <a:t>use</a:t>
            </a:r>
            <a:r>
              <a:rPr lang="nb-NO" sz="1200"/>
              <a:t> </a:t>
            </a:r>
            <a:r>
              <a:rPr lang="nb-NO" sz="1200" err="1"/>
              <a:t>button</a:t>
            </a:r>
            <a:r>
              <a:rPr lang="nb-NO" sz="1200"/>
              <a:t> "</a:t>
            </a:r>
            <a:r>
              <a:rPr lang="nb-NO" sz="1200" err="1"/>
              <a:t>Insert</a:t>
            </a:r>
            <a:r>
              <a:rPr lang="nb-NO" sz="1200"/>
              <a:t> image BrandMaster" to </a:t>
            </a:r>
            <a:r>
              <a:rPr lang="nb-NO" sz="1200" err="1"/>
              <a:t>the</a:t>
            </a:r>
            <a:r>
              <a:rPr lang="nb-NO" sz="1200"/>
              <a:t> far right </a:t>
            </a:r>
            <a:r>
              <a:rPr lang="nb-NO" sz="1200" err="1"/>
              <a:t>on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</a:t>
            </a:r>
            <a:r>
              <a:rPr lang="nb-NO" sz="1200" err="1"/>
              <a:t>menu</a:t>
            </a:r>
            <a:r>
              <a:rPr lang="nb-NO" sz="1200"/>
              <a:t> </a:t>
            </a:r>
            <a:br>
              <a:rPr lang="nb-NO" sz="1200"/>
            </a:br>
            <a:r>
              <a:rPr lang="nb-NO" sz="1200"/>
              <a:t>"Sett inn/</a:t>
            </a:r>
            <a:r>
              <a:rPr lang="nb-NO" sz="1200" err="1"/>
              <a:t>Insert</a:t>
            </a:r>
            <a:r>
              <a:rPr lang="nb-NO" sz="1200"/>
              <a:t>/</a:t>
            </a:r>
            <a:r>
              <a:rPr lang="nb-NO" sz="1200" err="1"/>
              <a:t>Infoga</a:t>
            </a:r>
            <a:r>
              <a:rPr lang="nb-NO" sz="1200"/>
              <a:t>". </a:t>
            </a:r>
            <a:endParaRPr lang="nb-NO" sz="1200" noProof="1"/>
          </a:p>
        </p:txBody>
      </p:sp>
      <p:pic>
        <p:nvPicPr>
          <p:cNvPr id="41" name="Picture 7">
            <a:extLst>
              <a:ext uri="{FF2B5EF4-FFF2-40B4-BE49-F238E27FC236}">
                <a16:creationId xmlns:a16="http://schemas.microsoft.com/office/drawing/2014/main" id="{7134585D-7D89-499D-AE4A-08D66B6839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3" y="428625"/>
            <a:ext cx="2194560" cy="319208"/>
          </a:xfrm>
          <a:prstGeom prst="rect">
            <a:avLst/>
          </a:prstGeom>
        </p:spPr>
      </p:pic>
      <p:sp>
        <p:nvSpPr>
          <p:cNvPr id="34" name="TextBox 7">
            <a:extLst>
              <a:ext uri="{FF2B5EF4-FFF2-40B4-BE49-F238E27FC236}">
                <a16:creationId xmlns:a16="http://schemas.microsoft.com/office/drawing/2014/main" id="{450DCE6E-580F-4439-AA6B-2CA90BC4998A}"/>
              </a:ext>
            </a:extLst>
          </p:cNvPr>
          <p:cNvSpPr txBox="1"/>
          <p:nvPr userDrawn="1"/>
        </p:nvSpPr>
        <p:spPr>
          <a:xfrm>
            <a:off x="0" y="-383629"/>
            <a:ext cx="25590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Front page - red circle</a:t>
            </a:r>
            <a:endParaRPr lang="nb-NO" sz="1067" b="1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835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ont page - transparent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ssholder for bilde 68">
            <a:extLst>
              <a:ext uri="{FF2B5EF4-FFF2-40B4-BE49-F238E27FC236}">
                <a16:creationId xmlns:a16="http://schemas.microsoft.com/office/drawing/2014/main" id="{2D72BCA1-2054-40FB-9E68-F6EC5885D03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" y="1124277"/>
            <a:ext cx="12191997" cy="5733719"/>
          </a:xfrm>
          <a:prstGeom prst="rect">
            <a:avLst/>
          </a:prstGeom>
          <a:solidFill>
            <a:schemeClr val="accent1"/>
          </a:solidFill>
        </p:spPr>
        <p:txBody>
          <a:bodyPr wrap="square" lIns="5760000" tIns="360000" rIns="360000">
            <a:noAutofit/>
          </a:bodyPr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aseline="0">
                <a:solidFill>
                  <a:schemeClr val="tx1"/>
                </a:solidFill>
              </a:defRPr>
            </a:lvl1pPr>
          </a:lstStyle>
          <a:p>
            <a:r>
              <a:rPr lang="nb-NO" sz="1200" err="1"/>
              <a:t>Click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placeholder and </a:t>
            </a:r>
            <a:r>
              <a:rPr lang="nb-NO" sz="1200" err="1"/>
              <a:t>use</a:t>
            </a:r>
            <a:r>
              <a:rPr lang="nb-NO" sz="1200"/>
              <a:t> </a:t>
            </a:r>
            <a:r>
              <a:rPr lang="nb-NO" sz="1200" err="1"/>
              <a:t>button</a:t>
            </a:r>
            <a:r>
              <a:rPr lang="nb-NO" sz="1200"/>
              <a:t> "</a:t>
            </a:r>
            <a:r>
              <a:rPr lang="nb-NO" sz="1200" err="1"/>
              <a:t>Insert</a:t>
            </a:r>
            <a:r>
              <a:rPr lang="nb-NO" sz="1200"/>
              <a:t> image BrandMaster" to </a:t>
            </a:r>
            <a:r>
              <a:rPr lang="nb-NO" sz="1200" err="1"/>
              <a:t>the</a:t>
            </a:r>
            <a:r>
              <a:rPr lang="nb-NO" sz="1200"/>
              <a:t> far right </a:t>
            </a:r>
            <a:r>
              <a:rPr lang="nb-NO" sz="1200" err="1"/>
              <a:t>on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</a:t>
            </a:r>
            <a:r>
              <a:rPr lang="nb-NO" sz="1200" err="1"/>
              <a:t>menu</a:t>
            </a:r>
            <a:r>
              <a:rPr lang="nb-NO" sz="1200"/>
              <a:t> </a:t>
            </a:r>
            <a:br>
              <a:rPr lang="nb-NO" sz="1200"/>
            </a:br>
            <a:r>
              <a:rPr lang="nb-NO" sz="1200"/>
              <a:t>"Sett inn/</a:t>
            </a:r>
            <a:r>
              <a:rPr lang="nb-NO" sz="1200" err="1"/>
              <a:t>Insert</a:t>
            </a:r>
            <a:r>
              <a:rPr lang="nb-NO" sz="1200"/>
              <a:t>/</a:t>
            </a:r>
            <a:r>
              <a:rPr lang="nb-NO" sz="1200" err="1"/>
              <a:t>Infoga</a:t>
            </a:r>
            <a:r>
              <a:rPr lang="nb-NO" sz="1200"/>
              <a:t>". </a:t>
            </a:r>
            <a:endParaRPr lang="nb-NO" sz="1200" noProof="1"/>
          </a:p>
        </p:txBody>
      </p:sp>
      <p:grpSp>
        <p:nvGrpSpPr>
          <p:cNvPr id="110" name="Gruppe 109">
            <a:extLst>
              <a:ext uri="{FF2B5EF4-FFF2-40B4-BE49-F238E27FC236}">
                <a16:creationId xmlns:a16="http://schemas.microsoft.com/office/drawing/2014/main" id="{1B3532F1-75B2-4B89-8D54-B558D3A0381A}"/>
              </a:ext>
            </a:extLst>
          </p:cNvPr>
          <p:cNvGrpSpPr/>
          <p:nvPr/>
        </p:nvGrpSpPr>
        <p:grpSpPr>
          <a:xfrm>
            <a:off x="0" y="7063717"/>
            <a:ext cx="12192000" cy="240000"/>
            <a:chOff x="0" y="5297788"/>
            <a:chExt cx="9144000" cy="372979"/>
          </a:xfrm>
        </p:grpSpPr>
        <p:cxnSp>
          <p:nvCxnSpPr>
            <p:cNvPr id="111" name="Rett linje 110">
              <a:extLst>
                <a:ext uri="{FF2B5EF4-FFF2-40B4-BE49-F238E27FC236}">
                  <a16:creationId xmlns:a16="http://schemas.microsoft.com/office/drawing/2014/main" id="{527937BC-D6B0-49F0-86F5-A93DE3740C8B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Rett linje 111">
              <a:extLst>
                <a:ext uri="{FF2B5EF4-FFF2-40B4-BE49-F238E27FC236}">
                  <a16:creationId xmlns:a16="http://schemas.microsoft.com/office/drawing/2014/main" id="{91E1C51D-B6BE-4B47-B10A-B03BCDA0AABA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Rett linje 112">
              <a:extLst>
                <a:ext uri="{FF2B5EF4-FFF2-40B4-BE49-F238E27FC236}">
                  <a16:creationId xmlns:a16="http://schemas.microsoft.com/office/drawing/2014/main" id="{967F5C84-191E-457D-A864-B29EC08F0B6F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Rett linje 113">
              <a:extLst>
                <a:ext uri="{FF2B5EF4-FFF2-40B4-BE49-F238E27FC236}">
                  <a16:creationId xmlns:a16="http://schemas.microsoft.com/office/drawing/2014/main" id="{DE4F3DC6-A2E4-4567-8252-264776AF36CF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Rett linje 114">
              <a:extLst>
                <a:ext uri="{FF2B5EF4-FFF2-40B4-BE49-F238E27FC236}">
                  <a16:creationId xmlns:a16="http://schemas.microsoft.com/office/drawing/2014/main" id="{D621A3D7-7C09-4DE4-93E0-8866786801E2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Rett linje 115">
              <a:extLst>
                <a:ext uri="{FF2B5EF4-FFF2-40B4-BE49-F238E27FC236}">
                  <a16:creationId xmlns:a16="http://schemas.microsoft.com/office/drawing/2014/main" id="{A2D3573C-C4BE-4A7C-8A65-ECC0A791F821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52FB9399-120E-4F03-993D-B32CD505FC90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7E898101-6865-407F-AAA6-5CABDB47FDF2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ABB597C0-915A-4164-8A8F-11634CA3BDDD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8F63A98A-1D73-4A0C-BE12-77B597748CB4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9900E21B-838D-4A29-9FC9-6A9F8F0BF0E8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Rett linje 121">
              <a:extLst>
                <a:ext uri="{FF2B5EF4-FFF2-40B4-BE49-F238E27FC236}">
                  <a16:creationId xmlns:a16="http://schemas.microsoft.com/office/drawing/2014/main" id="{385C1CEC-E3FB-444C-B81F-AD20A2AC6ED8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Rett linje 122">
              <a:extLst>
                <a:ext uri="{FF2B5EF4-FFF2-40B4-BE49-F238E27FC236}">
                  <a16:creationId xmlns:a16="http://schemas.microsoft.com/office/drawing/2014/main" id="{83E866E0-84AB-43E4-B18A-E8C67B02D1D0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Rett linje 123">
              <a:extLst>
                <a:ext uri="{FF2B5EF4-FFF2-40B4-BE49-F238E27FC236}">
                  <a16:creationId xmlns:a16="http://schemas.microsoft.com/office/drawing/2014/main" id="{03345610-7724-433B-A6E6-E952730169C8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21E8E08D-4961-41A3-BA37-C4A85E58CB3B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42CEEA11-3C6F-419B-9A41-D98FC00664C8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3FCFEB0B-4112-4FFA-BF3C-F51CA53ED454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uppe 127">
            <a:extLst>
              <a:ext uri="{FF2B5EF4-FFF2-40B4-BE49-F238E27FC236}">
                <a16:creationId xmlns:a16="http://schemas.microsoft.com/office/drawing/2014/main" id="{3694025E-2D26-460A-8C04-2695F577ED1A}"/>
              </a:ext>
            </a:extLst>
          </p:cNvPr>
          <p:cNvGrpSpPr/>
          <p:nvPr/>
        </p:nvGrpSpPr>
        <p:grpSpPr>
          <a:xfrm>
            <a:off x="-452097" y="1"/>
            <a:ext cx="240000" cy="5661600"/>
            <a:chOff x="-583532" y="1"/>
            <a:chExt cx="372980" cy="4246200"/>
          </a:xfrm>
        </p:grpSpPr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09420FB4-778D-47AD-B4F6-F02261DAE97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-186489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0E64E137-181E-4F59-BFC0-26B0D4553D0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2239911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F2CCD71F-364D-4FCA-9957-C2AB2849C7F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11052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81327B8B-BB12-4BD4-9C1F-887ED48A558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35316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Rett linje 132">
              <a:extLst>
                <a:ext uri="{FF2B5EF4-FFF2-40B4-BE49-F238E27FC236}">
                  <a16:creationId xmlns:a16="http://schemas.microsoft.com/office/drawing/2014/main" id="{D80CC957-8B3D-4BDD-9CE5-BAB79B93112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3" y="5166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Rett linje 133">
              <a:extLst>
                <a:ext uri="{FF2B5EF4-FFF2-40B4-BE49-F238E27FC236}">
                  <a16:creationId xmlns:a16="http://schemas.microsoft.com/office/drawing/2014/main" id="{1AFE4748-6AE4-4A10-A07A-5D7E444BFA4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17298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Rett linje 134">
              <a:extLst>
                <a:ext uri="{FF2B5EF4-FFF2-40B4-BE49-F238E27FC236}">
                  <a16:creationId xmlns:a16="http://schemas.microsoft.com/office/drawing/2014/main" id="{5478521E-9441-4E47-9364-2EC7B381944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29430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Rett linje 135">
              <a:extLst>
                <a:ext uri="{FF2B5EF4-FFF2-40B4-BE49-F238E27FC236}">
                  <a16:creationId xmlns:a16="http://schemas.microsoft.com/office/drawing/2014/main" id="{2CDCF340-1AF5-4414-BFB0-1764E129FF3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41562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Title 1">
            <a:extLst>
              <a:ext uri="{FF2B5EF4-FFF2-40B4-BE49-F238E27FC236}">
                <a16:creationId xmlns:a16="http://schemas.microsoft.com/office/drawing/2014/main" id="{6A11A90F-BED1-423B-A488-9D1A82039A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2177" y="1117200"/>
            <a:ext cx="5741563" cy="5740800"/>
          </a:xfrm>
          <a:prstGeom prst="ellipse">
            <a:avLst/>
          </a:prstGeom>
          <a:solidFill>
            <a:schemeClr val="bg1">
              <a:alpha val="60000"/>
            </a:schemeClr>
          </a:solidFill>
        </p:spPr>
        <p:txBody>
          <a:bodyPr lIns="180000" tIns="540000" rIns="180000" bIns="540000" anchor="t">
            <a:normAutofit/>
          </a:bodyPr>
          <a:lstStyle>
            <a:lvl1pPr algn="ctr">
              <a:lnSpc>
                <a:spcPct val="100000"/>
              </a:lnSpc>
              <a:defRPr sz="3333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 noProof="0"/>
          </a:p>
        </p:txBody>
      </p:sp>
      <p:sp>
        <p:nvSpPr>
          <p:cNvPr id="140" name="Plassholder for tekst 3">
            <a:extLst>
              <a:ext uri="{FF2B5EF4-FFF2-40B4-BE49-F238E27FC236}">
                <a16:creationId xmlns:a16="http://schemas.microsoft.com/office/drawing/2014/main" id="{0F64306D-751C-4500-887B-BA4C098C02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73240" y="5659087"/>
            <a:ext cx="3074504" cy="530927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subtitle</a:t>
            </a:r>
            <a:r>
              <a:rPr lang="nb-NO" noProof="0"/>
              <a:t>, date and presenter</a:t>
            </a:r>
          </a:p>
        </p:txBody>
      </p:sp>
      <p:pic>
        <p:nvPicPr>
          <p:cNvPr id="39" name="Picture 7">
            <a:extLst>
              <a:ext uri="{FF2B5EF4-FFF2-40B4-BE49-F238E27FC236}">
                <a16:creationId xmlns:a16="http://schemas.microsoft.com/office/drawing/2014/main" id="{D495E331-F42F-4B80-A97B-F35B5AC2FC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3" y="428625"/>
            <a:ext cx="2194560" cy="319208"/>
          </a:xfrm>
          <a:prstGeom prst="rect">
            <a:avLst/>
          </a:prstGeom>
        </p:spPr>
      </p:pic>
      <p:sp>
        <p:nvSpPr>
          <p:cNvPr id="33" name="TextBox 7">
            <a:extLst>
              <a:ext uri="{FF2B5EF4-FFF2-40B4-BE49-F238E27FC236}">
                <a16:creationId xmlns:a16="http://schemas.microsoft.com/office/drawing/2014/main" id="{DEF1E5AC-2ECA-4E30-BE08-A7DFB0D98921}"/>
              </a:ext>
            </a:extLst>
          </p:cNvPr>
          <p:cNvSpPr txBox="1"/>
          <p:nvPr userDrawn="1"/>
        </p:nvSpPr>
        <p:spPr>
          <a:xfrm>
            <a:off x="0" y="-383629"/>
            <a:ext cx="25590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Front page - beige circle</a:t>
            </a:r>
            <a:endParaRPr lang="nb-NO" sz="1067" b="1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61729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ont page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>
            <a:extLst>
              <a:ext uri="{FF2B5EF4-FFF2-40B4-BE49-F238E27FC236}">
                <a16:creationId xmlns:a16="http://schemas.microsoft.com/office/drawing/2014/main" id="{0FDB234A-25BE-4ED9-8E5C-E01BC39A9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45" y="1124278"/>
            <a:ext cx="5337599" cy="5756885"/>
          </a:xfrm>
          <a:prstGeom prst="rect">
            <a:avLst/>
          </a:prstGeom>
          <a:solidFill>
            <a:schemeClr val="accent1"/>
          </a:solidFill>
        </p:spPr>
        <p:txBody>
          <a:bodyPr lIns="396000" tIns="720000" rIns="540000" anchor="t">
            <a:normAutofit/>
          </a:bodyPr>
          <a:lstStyle>
            <a:lvl1pPr algn="l">
              <a:lnSpc>
                <a:spcPct val="100000"/>
              </a:lnSpc>
              <a:defRPr sz="3333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 noProof="0"/>
          </a:p>
        </p:txBody>
      </p:sp>
      <p:sp>
        <p:nvSpPr>
          <p:cNvPr id="107" name="Plassholder for bilde 68">
            <a:extLst>
              <a:ext uri="{FF2B5EF4-FFF2-40B4-BE49-F238E27FC236}">
                <a16:creationId xmlns:a16="http://schemas.microsoft.com/office/drawing/2014/main" id="{5F9EABFC-F39B-42BE-AB00-4A42162796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42666" y="1124277"/>
            <a:ext cx="6858001" cy="5733719"/>
          </a:xfrm>
          <a:prstGeom prst="rect">
            <a:avLst/>
          </a:prstGeom>
          <a:solidFill>
            <a:schemeClr val="accent1"/>
          </a:solidFill>
        </p:spPr>
        <p:txBody>
          <a:bodyPr wrap="square" lIns="360000" tIns="360000" rIns="360000"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aseline="0">
                <a:solidFill>
                  <a:schemeClr val="tx1"/>
                </a:solidFill>
              </a:defRPr>
            </a:lvl1pPr>
          </a:lstStyle>
          <a:p>
            <a:r>
              <a:rPr lang="nb-NO" sz="1200" err="1"/>
              <a:t>Click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placeholder and </a:t>
            </a:r>
            <a:r>
              <a:rPr lang="nb-NO" sz="1200" err="1"/>
              <a:t>use</a:t>
            </a:r>
            <a:r>
              <a:rPr lang="nb-NO" sz="1200"/>
              <a:t> </a:t>
            </a:r>
            <a:r>
              <a:rPr lang="nb-NO" sz="1200" err="1"/>
              <a:t>button</a:t>
            </a:r>
            <a:r>
              <a:rPr lang="nb-NO" sz="1200"/>
              <a:t> "</a:t>
            </a:r>
            <a:r>
              <a:rPr lang="nb-NO" sz="1200" err="1"/>
              <a:t>Insert</a:t>
            </a:r>
            <a:r>
              <a:rPr lang="nb-NO" sz="1200"/>
              <a:t> image BrandMaster" to </a:t>
            </a:r>
            <a:r>
              <a:rPr lang="nb-NO" sz="1200" err="1"/>
              <a:t>the</a:t>
            </a:r>
            <a:r>
              <a:rPr lang="nb-NO" sz="1200"/>
              <a:t> far right </a:t>
            </a:r>
            <a:r>
              <a:rPr lang="nb-NO" sz="1200" err="1"/>
              <a:t>on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</a:t>
            </a:r>
            <a:r>
              <a:rPr lang="nb-NO" sz="1200" err="1"/>
              <a:t>menu</a:t>
            </a:r>
            <a:r>
              <a:rPr lang="nb-NO" sz="1200"/>
              <a:t> "Sett inn/</a:t>
            </a:r>
            <a:r>
              <a:rPr lang="nb-NO" sz="1200" err="1"/>
              <a:t>Insert</a:t>
            </a:r>
            <a:r>
              <a:rPr lang="nb-NO" sz="1200"/>
              <a:t>/</a:t>
            </a:r>
            <a:r>
              <a:rPr lang="nb-NO" sz="1200" err="1"/>
              <a:t>Infoga</a:t>
            </a:r>
            <a:r>
              <a:rPr lang="nb-NO" sz="1200"/>
              <a:t>". </a:t>
            </a:r>
            <a:endParaRPr lang="nb-NO" sz="1200" noProof="1"/>
          </a:p>
        </p:txBody>
      </p:sp>
      <p:sp>
        <p:nvSpPr>
          <p:cNvPr id="110" name="Subtitle 2">
            <a:extLst>
              <a:ext uri="{FF2B5EF4-FFF2-40B4-BE49-F238E27FC236}">
                <a16:creationId xmlns:a16="http://schemas.microsoft.com/office/drawing/2014/main" id="{E1B6D29B-6F5E-44C0-911C-6F4BB653BB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" y="4453107"/>
            <a:ext cx="5336401" cy="2428055"/>
          </a:xfrm>
          <a:prstGeom prst="rect">
            <a:avLst/>
          </a:prstGeom>
        </p:spPr>
        <p:txBody>
          <a:bodyPr lIns="396000" tIns="0" rIns="540000" bIns="540000" anchor="b" anchorCtr="0">
            <a:normAutofit/>
          </a:bodyPr>
          <a:lstStyle>
            <a:lvl1pPr marL="0" indent="0" algn="l"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subtitle</a:t>
            </a:r>
            <a:r>
              <a:rPr lang="nb-NO" noProof="0"/>
              <a:t>, date and presenter</a:t>
            </a:r>
          </a:p>
        </p:txBody>
      </p:sp>
      <p:grpSp>
        <p:nvGrpSpPr>
          <p:cNvPr id="111" name="Gruppe 110">
            <a:extLst>
              <a:ext uri="{FF2B5EF4-FFF2-40B4-BE49-F238E27FC236}">
                <a16:creationId xmlns:a16="http://schemas.microsoft.com/office/drawing/2014/main" id="{65D51732-CDC3-4788-B527-FA9742D603EB}"/>
              </a:ext>
            </a:extLst>
          </p:cNvPr>
          <p:cNvGrpSpPr/>
          <p:nvPr/>
        </p:nvGrpSpPr>
        <p:grpSpPr>
          <a:xfrm>
            <a:off x="-1524003" y="0"/>
            <a:ext cx="497307" cy="1617600"/>
            <a:chOff x="-431132" y="152401"/>
            <a:chExt cx="372980" cy="1213200"/>
          </a:xfrm>
        </p:grpSpPr>
        <p:cxnSp>
          <p:nvCxnSpPr>
            <p:cNvPr id="112" name="Rett linje 111">
              <a:extLst>
                <a:ext uri="{FF2B5EF4-FFF2-40B4-BE49-F238E27FC236}">
                  <a16:creationId xmlns:a16="http://schemas.microsoft.com/office/drawing/2014/main" id="{A35DAAA4-97FE-4121-AEC7-1A262BE3877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44642" y="-34089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Rett linje 112">
              <a:extLst>
                <a:ext uri="{FF2B5EF4-FFF2-40B4-BE49-F238E27FC236}">
                  <a16:creationId xmlns:a16="http://schemas.microsoft.com/office/drawing/2014/main" id="{CCF048B8-0393-43A7-9D28-82086BCAE8F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166152" y="12576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uppe 114">
            <a:extLst>
              <a:ext uri="{FF2B5EF4-FFF2-40B4-BE49-F238E27FC236}">
                <a16:creationId xmlns:a16="http://schemas.microsoft.com/office/drawing/2014/main" id="{41E97E57-5157-4765-A889-FD768F44AD8B}"/>
              </a:ext>
            </a:extLst>
          </p:cNvPr>
          <p:cNvGrpSpPr/>
          <p:nvPr/>
        </p:nvGrpSpPr>
        <p:grpSpPr>
          <a:xfrm>
            <a:off x="0" y="7063717"/>
            <a:ext cx="12192000" cy="240000"/>
            <a:chOff x="0" y="5297788"/>
            <a:chExt cx="9144000" cy="372979"/>
          </a:xfrm>
        </p:grpSpPr>
        <p:cxnSp>
          <p:nvCxnSpPr>
            <p:cNvPr id="116" name="Rett linje 115">
              <a:extLst>
                <a:ext uri="{FF2B5EF4-FFF2-40B4-BE49-F238E27FC236}">
                  <a16:creationId xmlns:a16="http://schemas.microsoft.com/office/drawing/2014/main" id="{CB4EC828-AA64-4B3B-BA7F-3939F0DDCC1D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FC708BC3-AF6A-4C2A-A040-E7D2584F5679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6116CDD8-8FA0-499C-8024-98736A2A45BE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F87D2C52-DF01-487F-94E1-3B4808498D4C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D23653C0-3C9E-4DC9-9B20-7CB67F5F9553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2BD9608F-579A-4E69-946E-738146576D95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Rett linje 121">
              <a:extLst>
                <a:ext uri="{FF2B5EF4-FFF2-40B4-BE49-F238E27FC236}">
                  <a16:creationId xmlns:a16="http://schemas.microsoft.com/office/drawing/2014/main" id="{7C61F4DE-2E50-462D-A392-B853CA21D799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Rett linje 122">
              <a:extLst>
                <a:ext uri="{FF2B5EF4-FFF2-40B4-BE49-F238E27FC236}">
                  <a16:creationId xmlns:a16="http://schemas.microsoft.com/office/drawing/2014/main" id="{C04DF60F-3682-4D29-A6CE-7D6AAA8FA5CC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Rett linje 123">
              <a:extLst>
                <a:ext uri="{FF2B5EF4-FFF2-40B4-BE49-F238E27FC236}">
                  <a16:creationId xmlns:a16="http://schemas.microsoft.com/office/drawing/2014/main" id="{E042CA0E-47DC-47FC-897F-70F70BFB366F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3863232C-D53F-48D6-A0E7-CC9B4C60E264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6275ADF1-B804-49A7-96BE-70D8AFECB88C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6A12681A-6F23-4F31-ACA4-1A2E0006D537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Rett linje 127">
              <a:extLst>
                <a:ext uri="{FF2B5EF4-FFF2-40B4-BE49-F238E27FC236}">
                  <a16:creationId xmlns:a16="http://schemas.microsoft.com/office/drawing/2014/main" id="{6CC3DE73-64F8-4D3E-B3A9-935C5F8AA878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FAC273D9-8153-4188-B7CA-F30670E78B13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916C3980-C8A1-45C7-AA35-A88DD771F2A1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E99AC163-1D5E-4BFA-BE31-B64B3B6121BF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E1A62F24-69EB-4117-B6FE-6407220526C9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7">
            <a:extLst>
              <a:ext uri="{FF2B5EF4-FFF2-40B4-BE49-F238E27FC236}">
                <a16:creationId xmlns:a16="http://schemas.microsoft.com/office/drawing/2014/main" id="{2720D104-076B-4179-BA3D-5C2CC88821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33" y="428625"/>
            <a:ext cx="2194560" cy="319208"/>
          </a:xfrm>
          <a:prstGeom prst="rect">
            <a:avLst/>
          </a:prstGeom>
        </p:spPr>
      </p:pic>
      <p:sp>
        <p:nvSpPr>
          <p:cNvPr id="27" name="TextBox 7">
            <a:extLst>
              <a:ext uri="{FF2B5EF4-FFF2-40B4-BE49-F238E27FC236}">
                <a16:creationId xmlns:a16="http://schemas.microsoft.com/office/drawing/2014/main" id="{D3BACD19-54AB-4A02-98B7-DEE274900E4B}"/>
              </a:ext>
            </a:extLst>
          </p:cNvPr>
          <p:cNvSpPr txBox="1"/>
          <p:nvPr userDrawn="1"/>
        </p:nvSpPr>
        <p:spPr>
          <a:xfrm>
            <a:off x="0" y="-383629"/>
            <a:ext cx="25590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Front page - imagee right</a:t>
            </a:r>
            <a:endParaRPr lang="nb-NO" sz="1067" b="1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6355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slide - setup 1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ssholder for bilde 37">
            <a:extLst>
              <a:ext uri="{FF2B5EF4-FFF2-40B4-BE49-F238E27FC236}">
                <a16:creationId xmlns:a16="http://schemas.microsoft.com/office/drawing/2014/main" id="{F730DD19-D147-8749-9D91-DD7544913B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868" y="260352"/>
            <a:ext cx="11616265" cy="2976033"/>
          </a:xfrm>
          <a:prstGeom prst="rect">
            <a:avLst/>
          </a:prstGeom>
          <a:solidFill>
            <a:schemeClr val="accent1"/>
          </a:solidFill>
        </p:spPr>
        <p:txBody>
          <a:bodyPr wrap="square" lIns="1800000" tIns="1080000" rIns="1800000" bIns="360000" anchor="ctr" anchorCtr="0">
            <a:noAutofit/>
          </a:bodyPr>
          <a:lstStyle>
            <a:lvl1pPr marL="0" indent="0" algn="ctr">
              <a:buNone/>
              <a:defRPr sz="1200" baseline="0">
                <a:solidFill>
                  <a:schemeClr val="tx1"/>
                </a:solidFill>
              </a:defRPr>
            </a:lvl1pPr>
          </a:lstStyle>
          <a:p>
            <a:r>
              <a:rPr lang="nb-NO" sz="1200" err="1"/>
              <a:t>Click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placeholder and </a:t>
            </a:r>
            <a:r>
              <a:rPr lang="nb-NO" sz="1200" err="1"/>
              <a:t>use</a:t>
            </a:r>
            <a:r>
              <a:rPr lang="nb-NO" sz="1200"/>
              <a:t> </a:t>
            </a:r>
            <a:r>
              <a:rPr lang="nb-NO" sz="1200" err="1"/>
              <a:t>button</a:t>
            </a:r>
            <a:r>
              <a:rPr lang="nb-NO" sz="1200"/>
              <a:t> "</a:t>
            </a:r>
            <a:r>
              <a:rPr lang="nb-NO" sz="1200" err="1"/>
              <a:t>Insert</a:t>
            </a:r>
            <a:r>
              <a:rPr lang="nb-NO" sz="1200"/>
              <a:t> image BrandMaster" to </a:t>
            </a:r>
            <a:r>
              <a:rPr lang="nb-NO" sz="1200" err="1"/>
              <a:t>the</a:t>
            </a:r>
            <a:r>
              <a:rPr lang="nb-NO" sz="1200"/>
              <a:t> far right </a:t>
            </a:r>
            <a:r>
              <a:rPr lang="nb-NO" sz="1200" err="1"/>
              <a:t>on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</a:t>
            </a:r>
            <a:r>
              <a:rPr lang="nb-NO" sz="1200" err="1"/>
              <a:t>menu</a:t>
            </a:r>
            <a:r>
              <a:rPr lang="nb-NO" sz="1200"/>
              <a:t> "Sett inn/</a:t>
            </a:r>
            <a:r>
              <a:rPr lang="nb-NO" sz="1200" err="1"/>
              <a:t>Insert</a:t>
            </a:r>
            <a:r>
              <a:rPr lang="nb-NO" sz="1200"/>
              <a:t>/</a:t>
            </a:r>
            <a:r>
              <a:rPr lang="nb-NO" sz="1200" err="1"/>
              <a:t>Infoga</a:t>
            </a:r>
            <a:r>
              <a:rPr lang="nb-NO" sz="1200"/>
              <a:t>". </a:t>
            </a:r>
            <a:endParaRPr lang="nb-NO" sz="1200" noProof="1"/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6AB49929-9299-194A-9BE2-7462CE651148}"/>
              </a:ext>
            </a:extLst>
          </p:cNvPr>
          <p:cNvSpPr txBox="1"/>
          <p:nvPr/>
        </p:nvSpPr>
        <p:spPr>
          <a:xfrm>
            <a:off x="0" y="-383629"/>
            <a:ext cx="25590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Agendaslide – setup 1 beige</a:t>
            </a:r>
            <a:endParaRPr lang="nb-NO" sz="1067" b="1" noProof="1">
              <a:solidFill>
                <a:schemeClr val="tx1"/>
              </a:solidFill>
            </a:endParaRPr>
          </a:p>
        </p:txBody>
      </p:sp>
      <p:sp>
        <p:nvSpPr>
          <p:cNvPr id="19" name="Punkt 3">
            <a:extLst>
              <a:ext uri="{FF2B5EF4-FFF2-40B4-BE49-F238E27FC236}">
                <a16:creationId xmlns:a16="http://schemas.microsoft.com/office/drawing/2014/main" id="{0BDDDD5F-B39B-44CB-8590-41061AF520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39152" y="4267201"/>
            <a:ext cx="3176171" cy="1292467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8" name="Punkt 2">
            <a:extLst>
              <a:ext uri="{FF2B5EF4-FFF2-40B4-BE49-F238E27FC236}">
                <a16:creationId xmlns:a16="http://schemas.microsoft.com/office/drawing/2014/main" id="{BE7EBC6D-0869-4A2B-A2B3-92895F79D3F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62625" y="4267201"/>
            <a:ext cx="3176171" cy="1292467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6" name="Punkt 1">
            <a:extLst>
              <a:ext uri="{FF2B5EF4-FFF2-40B4-BE49-F238E27FC236}">
                <a16:creationId xmlns:a16="http://schemas.microsoft.com/office/drawing/2014/main" id="{71A44963-E7DC-42AE-B07F-24E15E6631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5734" y="4267201"/>
            <a:ext cx="3177117" cy="129328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15" name="Sirkel 3">
            <a:extLst>
              <a:ext uri="{FF2B5EF4-FFF2-40B4-BE49-F238E27FC236}">
                <a16:creationId xmlns:a16="http://schemas.microsoft.com/office/drawing/2014/main" id="{BC59C7B9-8BC7-46C7-8E41-F2EEB96BED55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9375318" y="2515354"/>
            <a:ext cx="1482964" cy="1482964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2" name="Sirkel 2">
            <a:extLst>
              <a:ext uri="{FF2B5EF4-FFF2-40B4-BE49-F238E27FC236}">
                <a16:creationId xmlns:a16="http://schemas.microsoft.com/office/drawing/2014/main" id="{94559044-034B-48A0-940E-492DC3DB6505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5415517" y="2528054"/>
            <a:ext cx="1482964" cy="1482964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3" name="Sirkel 1">
            <a:extLst>
              <a:ext uri="{FF2B5EF4-FFF2-40B4-BE49-F238E27FC236}">
                <a16:creationId xmlns:a16="http://schemas.microsoft.com/office/drawing/2014/main" id="{C710D693-00AD-4A48-AC9C-A2CF013D61EC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443142" y="2515354"/>
            <a:ext cx="1482964" cy="1482964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B7A2D2C-059E-4DDE-AEC4-04F5E238E0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70" y="548217"/>
            <a:ext cx="11015457" cy="808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change</a:t>
            </a:r>
            <a:r>
              <a:rPr lang="nb-NO" noProof="0"/>
              <a:t> </a:t>
            </a:r>
            <a:r>
              <a:rPr lang="nb-NO" noProof="0" err="1"/>
              <a:t>color</a:t>
            </a:r>
            <a:r>
              <a:rPr lang="nb-NO" noProof="0"/>
              <a:t> to </a:t>
            </a:r>
            <a:r>
              <a:rPr lang="nb-NO" noProof="0" err="1"/>
              <a:t>white</a:t>
            </a:r>
            <a:r>
              <a:rPr lang="nb-NO" noProof="0"/>
              <a:t> </a:t>
            </a:r>
            <a:r>
              <a:rPr lang="nb-NO" noProof="0" err="1"/>
              <a:t>if</a:t>
            </a:r>
            <a:r>
              <a:rPr lang="nb-NO" noProof="0"/>
              <a:t> </a:t>
            </a:r>
            <a:r>
              <a:rPr lang="nb-NO" noProof="0" err="1"/>
              <a:t>the</a:t>
            </a:r>
            <a:r>
              <a:rPr lang="nb-NO" noProof="0"/>
              <a:t> image is </a:t>
            </a:r>
            <a:r>
              <a:rPr lang="nb-NO" noProof="0" err="1"/>
              <a:t>dark</a:t>
            </a:r>
            <a:endParaRPr lang="en-US"/>
          </a:p>
        </p:txBody>
      </p:sp>
      <p:sp>
        <p:nvSpPr>
          <p:cNvPr id="16" name="Plassholder for lysbildenummer 1">
            <a:extLst>
              <a:ext uri="{FF2B5EF4-FFF2-40B4-BE49-F238E27FC236}">
                <a16:creationId xmlns:a16="http://schemas.microsoft.com/office/drawing/2014/main" id="{702F1174-99B9-488E-B546-102871566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00879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36">
          <p15:clr>
            <a:srgbClr val="FBAE40"/>
          </p15:clr>
        </p15:guide>
        <p15:guide id="3" pos="562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slide – setup 2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7">
            <a:extLst>
              <a:ext uri="{FF2B5EF4-FFF2-40B4-BE49-F238E27FC236}">
                <a16:creationId xmlns:a16="http://schemas.microsoft.com/office/drawing/2014/main" id="{6AB49929-9299-194A-9BE2-7462CE651148}"/>
              </a:ext>
            </a:extLst>
          </p:cNvPr>
          <p:cNvSpPr txBox="1"/>
          <p:nvPr/>
        </p:nvSpPr>
        <p:spPr>
          <a:xfrm>
            <a:off x="0" y="-383629"/>
            <a:ext cx="25590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Agendaslide – setup 2 green</a:t>
            </a:r>
            <a:endParaRPr lang="nb-NO" sz="1067" b="1" noProof="1">
              <a:solidFill>
                <a:schemeClr val="tx1"/>
              </a:solidFill>
            </a:endParaRPr>
          </a:p>
        </p:txBody>
      </p:sp>
      <p:sp>
        <p:nvSpPr>
          <p:cNvPr id="14" name="Plassholder for bilde 37">
            <a:extLst>
              <a:ext uri="{FF2B5EF4-FFF2-40B4-BE49-F238E27FC236}">
                <a16:creationId xmlns:a16="http://schemas.microsoft.com/office/drawing/2014/main" id="{F37B8D1F-4F30-4044-9F7F-D2A3F0DC2A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868" y="260352"/>
            <a:ext cx="11616265" cy="2976033"/>
          </a:xfrm>
          <a:prstGeom prst="rect">
            <a:avLst/>
          </a:prstGeom>
          <a:solidFill>
            <a:schemeClr val="accent3"/>
          </a:solidFill>
        </p:spPr>
        <p:txBody>
          <a:bodyPr wrap="square" lIns="1800000" tIns="1080000" rIns="1800000" bIns="360000" anchor="ctr" anchorCtr="0">
            <a:noAutofit/>
          </a:bodyPr>
          <a:lstStyle>
            <a:lvl1pPr marL="0" indent="0" algn="ctr">
              <a:buNone/>
              <a:defRPr sz="1200" baseline="0">
                <a:solidFill>
                  <a:schemeClr val="tx1"/>
                </a:solidFill>
              </a:defRPr>
            </a:lvl1pPr>
          </a:lstStyle>
          <a:p>
            <a:r>
              <a:rPr lang="nb-NO" sz="1200" err="1"/>
              <a:t>Click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placeholder and </a:t>
            </a:r>
            <a:r>
              <a:rPr lang="nb-NO" sz="1200" err="1"/>
              <a:t>use</a:t>
            </a:r>
            <a:r>
              <a:rPr lang="nb-NO" sz="1200"/>
              <a:t> </a:t>
            </a:r>
            <a:r>
              <a:rPr lang="nb-NO" sz="1200" err="1"/>
              <a:t>button</a:t>
            </a:r>
            <a:r>
              <a:rPr lang="nb-NO" sz="1200"/>
              <a:t> "</a:t>
            </a:r>
            <a:r>
              <a:rPr lang="nb-NO" sz="1200" err="1"/>
              <a:t>Insert</a:t>
            </a:r>
            <a:r>
              <a:rPr lang="nb-NO" sz="1200"/>
              <a:t> image BrandMaster" to </a:t>
            </a:r>
            <a:r>
              <a:rPr lang="nb-NO" sz="1200" err="1"/>
              <a:t>the</a:t>
            </a:r>
            <a:r>
              <a:rPr lang="nb-NO" sz="1200"/>
              <a:t> far right </a:t>
            </a:r>
            <a:r>
              <a:rPr lang="nb-NO" sz="1200" err="1"/>
              <a:t>on</a:t>
            </a:r>
            <a:r>
              <a:rPr lang="nb-NO" sz="1200"/>
              <a:t> </a:t>
            </a:r>
            <a:r>
              <a:rPr lang="nb-NO" sz="1200" err="1"/>
              <a:t>the</a:t>
            </a:r>
            <a:r>
              <a:rPr lang="nb-NO" sz="1200"/>
              <a:t> </a:t>
            </a:r>
            <a:r>
              <a:rPr lang="nb-NO" sz="1200" err="1"/>
              <a:t>menu</a:t>
            </a:r>
            <a:r>
              <a:rPr lang="nb-NO" sz="1200"/>
              <a:t> "Sett inn/</a:t>
            </a:r>
            <a:r>
              <a:rPr lang="nb-NO" sz="1200" err="1"/>
              <a:t>Insert</a:t>
            </a:r>
            <a:r>
              <a:rPr lang="nb-NO" sz="1200"/>
              <a:t>/</a:t>
            </a:r>
            <a:r>
              <a:rPr lang="nb-NO" sz="1200" err="1"/>
              <a:t>Infoga</a:t>
            </a:r>
            <a:r>
              <a:rPr lang="nb-NO" sz="1200"/>
              <a:t>". </a:t>
            </a:r>
            <a:endParaRPr lang="nb-NO" sz="1200" noProof="1"/>
          </a:p>
        </p:txBody>
      </p:sp>
      <p:sp>
        <p:nvSpPr>
          <p:cNvPr id="16" name="Punkt 3">
            <a:extLst>
              <a:ext uri="{FF2B5EF4-FFF2-40B4-BE49-F238E27FC236}">
                <a16:creationId xmlns:a16="http://schemas.microsoft.com/office/drawing/2014/main" id="{F1F8823C-93FF-4758-BB96-24DE181303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39152" y="4267201"/>
            <a:ext cx="3176171" cy="1292467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7" name="Punkt 2">
            <a:extLst>
              <a:ext uri="{FF2B5EF4-FFF2-40B4-BE49-F238E27FC236}">
                <a16:creationId xmlns:a16="http://schemas.microsoft.com/office/drawing/2014/main" id="{F7B2E6F3-64B2-4274-92F9-1280211972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62625" y="4267201"/>
            <a:ext cx="3176171" cy="1292467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8" name="Punkt 1">
            <a:extLst>
              <a:ext uri="{FF2B5EF4-FFF2-40B4-BE49-F238E27FC236}">
                <a16:creationId xmlns:a16="http://schemas.microsoft.com/office/drawing/2014/main" id="{A9B588D6-7239-4D48-9CB4-6C168D8855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5734" y="4267201"/>
            <a:ext cx="3177117" cy="129328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23" name="Sirkel 3">
            <a:extLst>
              <a:ext uri="{FF2B5EF4-FFF2-40B4-BE49-F238E27FC236}">
                <a16:creationId xmlns:a16="http://schemas.microsoft.com/office/drawing/2014/main" id="{32213BE4-A660-4383-920D-8F64F2293BC3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9375318" y="2515354"/>
            <a:ext cx="1482964" cy="1482964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4" name="Sirkel 2">
            <a:extLst>
              <a:ext uri="{FF2B5EF4-FFF2-40B4-BE49-F238E27FC236}">
                <a16:creationId xmlns:a16="http://schemas.microsoft.com/office/drawing/2014/main" id="{B826BDE6-30A9-4A1F-89A7-5527F1D9616F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5415517" y="2528054"/>
            <a:ext cx="1482964" cy="1482964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6" name="Sirkel 1">
            <a:extLst>
              <a:ext uri="{FF2B5EF4-FFF2-40B4-BE49-F238E27FC236}">
                <a16:creationId xmlns:a16="http://schemas.microsoft.com/office/drawing/2014/main" id="{AAD1D55E-971F-458E-8748-DA975481DD31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443142" y="2515354"/>
            <a:ext cx="1482964" cy="1482964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092E4814-A0C2-4143-ABAA-2EF79D2502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70" y="548217"/>
            <a:ext cx="11015457" cy="808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change</a:t>
            </a:r>
            <a:r>
              <a:rPr lang="nb-NO" noProof="0"/>
              <a:t> </a:t>
            </a:r>
            <a:r>
              <a:rPr lang="nb-NO" noProof="0" err="1"/>
              <a:t>color</a:t>
            </a:r>
            <a:r>
              <a:rPr lang="nb-NO" noProof="0"/>
              <a:t> to </a:t>
            </a:r>
            <a:r>
              <a:rPr lang="nb-NO" noProof="0" err="1"/>
              <a:t>white</a:t>
            </a:r>
            <a:r>
              <a:rPr lang="nb-NO" noProof="0"/>
              <a:t> </a:t>
            </a:r>
            <a:r>
              <a:rPr lang="nb-NO" noProof="0" err="1"/>
              <a:t>if</a:t>
            </a:r>
            <a:r>
              <a:rPr lang="nb-NO" noProof="0"/>
              <a:t> </a:t>
            </a:r>
            <a:r>
              <a:rPr lang="nb-NO" noProof="0" err="1"/>
              <a:t>the</a:t>
            </a:r>
            <a:r>
              <a:rPr lang="nb-NO" noProof="0"/>
              <a:t> image is </a:t>
            </a:r>
            <a:r>
              <a:rPr lang="nb-NO" noProof="0" err="1"/>
              <a:t>dark</a:t>
            </a:r>
            <a:endParaRPr lang="en-US"/>
          </a:p>
        </p:txBody>
      </p:sp>
      <p:sp>
        <p:nvSpPr>
          <p:cNvPr id="29" name="Plassholder for lysbildenummer 1">
            <a:extLst>
              <a:ext uri="{FF2B5EF4-FFF2-40B4-BE49-F238E27FC236}">
                <a16:creationId xmlns:a16="http://schemas.microsoft.com/office/drawing/2014/main" id="{8227EE1D-0697-46D1-9BF6-7D14D015B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59158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slide – setup 3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unkt 1">
            <a:extLst>
              <a:ext uri="{FF2B5EF4-FFF2-40B4-BE49-F238E27FC236}">
                <a16:creationId xmlns:a16="http://schemas.microsoft.com/office/drawing/2014/main" id="{43E5F044-9FEE-41D9-9EF6-8445F363E4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43688" y="3315220"/>
            <a:ext cx="4756097" cy="1238400"/>
          </a:xfrm>
          <a:solidFill>
            <a:schemeClr val="accent1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50" name="TextBox 7">
            <a:extLst>
              <a:ext uri="{FF2B5EF4-FFF2-40B4-BE49-F238E27FC236}">
                <a16:creationId xmlns:a16="http://schemas.microsoft.com/office/drawing/2014/main" id="{62D837F8-1F4F-6E4E-90FD-997685D05A81}"/>
              </a:ext>
            </a:extLst>
          </p:cNvPr>
          <p:cNvSpPr txBox="1"/>
          <p:nvPr/>
        </p:nvSpPr>
        <p:spPr>
          <a:xfrm>
            <a:off x="0" y="-383629"/>
            <a:ext cx="24828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Agendaslide – setup 3 beige</a:t>
            </a:r>
            <a:endParaRPr lang="nb-NO" sz="1067" b="1" noProof="1">
              <a:solidFill>
                <a:schemeClr val="tx1"/>
              </a:solidFill>
            </a:endParaRPr>
          </a:p>
        </p:txBody>
      </p:sp>
      <p:sp>
        <p:nvSpPr>
          <p:cNvPr id="13" name="Punkt 4">
            <a:extLst>
              <a:ext uri="{FF2B5EF4-FFF2-40B4-BE49-F238E27FC236}">
                <a16:creationId xmlns:a16="http://schemas.microsoft.com/office/drawing/2014/main" id="{AA74F258-F8C7-4A52-9BB5-7431DB4DEA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46094" y="1619097"/>
            <a:ext cx="4693273" cy="1238400"/>
          </a:xfrm>
          <a:solidFill>
            <a:schemeClr val="accent1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6" name="Sirkel 4">
            <a:extLst>
              <a:ext uri="{FF2B5EF4-FFF2-40B4-BE49-F238E27FC236}">
                <a16:creationId xmlns:a16="http://schemas.microsoft.com/office/drawing/2014/main" id="{C2B2FC8F-D3D9-4FD8-BAAF-C0BFF22E6932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6239935" y="3315220"/>
            <a:ext cx="1238400" cy="12384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39" name="Punkt 2">
            <a:extLst>
              <a:ext uri="{FF2B5EF4-FFF2-40B4-BE49-F238E27FC236}">
                <a16:creationId xmlns:a16="http://schemas.microsoft.com/office/drawing/2014/main" id="{D22A9800-9791-6B4F-88E0-3B2645E92D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3688" y="1619097"/>
            <a:ext cx="4752049" cy="1238400"/>
          </a:xfrm>
          <a:solidFill>
            <a:schemeClr val="accent1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45" name="Punkt 3">
            <a:extLst>
              <a:ext uri="{FF2B5EF4-FFF2-40B4-BE49-F238E27FC236}">
                <a16:creationId xmlns:a16="http://schemas.microsoft.com/office/drawing/2014/main" id="{80BBA60E-4A74-334A-AE74-3581A72383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46094" y="3320897"/>
            <a:ext cx="4705975" cy="1238400"/>
          </a:xfrm>
          <a:solidFill>
            <a:schemeClr val="accent1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8" name="Sirkel 3">
            <a:extLst>
              <a:ext uri="{FF2B5EF4-FFF2-40B4-BE49-F238E27FC236}">
                <a16:creationId xmlns:a16="http://schemas.microsoft.com/office/drawing/2014/main" id="{AE867430-55E1-42F5-BA77-8049FA7359BD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588433" y="3320897"/>
            <a:ext cx="1238400" cy="12384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4" name="Sirkel 2">
            <a:extLst>
              <a:ext uri="{FF2B5EF4-FFF2-40B4-BE49-F238E27FC236}">
                <a16:creationId xmlns:a16="http://schemas.microsoft.com/office/drawing/2014/main" id="{673884C8-07EC-449C-BD35-0D20232E69E3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6252633" y="1619097"/>
            <a:ext cx="1238400" cy="12384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7" name="Sirkel 1">
            <a:extLst>
              <a:ext uri="{FF2B5EF4-FFF2-40B4-BE49-F238E27FC236}">
                <a16:creationId xmlns:a16="http://schemas.microsoft.com/office/drawing/2014/main" id="{29449F7D-8B18-4021-949D-82256DF018AD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596264" y="1619097"/>
            <a:ext cx="1238400" cy="12384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5" y="555048"/>
            <a:ext cx="11040533" cy="808800"/>
          </a:xfr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endParaRPr lang="en-US"/>
          </a:p>
        </p:txBody>
      </p:sp>
      <p:sp>
        <p:nvSpPr>
          <p:cNvPr id="22" name="Plassholder for lysbildenummer 1">
            <a:extLst>
              <a:ext uri="{FF2B5EF4-FFF2-40B4-BE49-F238E27FC236}">
                <a16:creationId xmlns:a16="http://schemas.microsoft.com/office/drawing/2014/main" id="{924DC4B7-5963-40AD-AF86-5B68CE8A3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455088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slide – setup 4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5" y="555048"/>
            <a:ext cx="11040533" cy="808800"/>
          </a:xfr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endParaRPr lang="en-US"/>
          </a:p>
        </p:txBody>
      </p:sp>
      <p:sp>
        <p:nvSpPr>
          <p:cNvPr id="50" name="TextBox 7">
            <a:extLst>
              <a:ext uri="{FF2B5EF4-FFF2-40B4-BE49-F238E27FC236}">
                <a16:creationId xmlns:a16="http://schemas.microsoft.com/office/drawing/2014/main" id="{62D837F8-1F4F-6E4E-90FD-997685D05A81}"/>
              </a:ext>
            </a:extLst>
          </p:cNvPr>
          <p:cNvSpPr txBox="1"/>
          <p:nvPr/>
        </p:nvSpPr>
        <p:spPr>
          <a:xfrm>
            <a:off x="-1" y="-383629"/>
            <a:ext cx="3725335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Agendaslide – setup 4 green</a:t>
            </a:r>
            <a:endParaRPr lang="nb-NO" sz="1067" b="1" noProof="1">
              <a:solidFill>
                <a:schemeClr val="tx1"/>
              </a:solidFill>
            </a:endParaRPr>
          </a:p>
        </p:txBody>
      </p:sp>
      <p:sp>
        <p:nvSpPr>
          <p:cNvPr id="32" name="Plassholder for lysbildenummer 1">
            <a:extLst>
              <a:ext uri="{FF2B5EF4-FFF2-40B4-BE49-F238E27FC236}">
                <a16:creationId xmlns:a16="http://schemas.microsoft.com/office/drawing/2014/main" id="{ACC391BC-E2F6-4B4F-ADA2-A727BAA91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3" name="Punkt 1">
            <a:extLst>
              <a:ext uri="{FF2B5EF4-FFF2-40B4-BE49-F238E27FC236}">
                <a16:creationId xmlns:a16="http://schemas.microsoft.com/office/drawing/2014/main" id="{D730352F-2802-4889-A634-1D30F97D822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43688" y="3315220"/>
            <a:ext cx="4756097" cy="1238400"/>
          </a:xfrm>
          <a:solidFill>
            <a:schemeClr val="accent3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4" name="Punkt 4">
            <a:extLst>
              <a:ext uri="{FF2B5EF4-FFF2-40B4-BE49-F238E27FC236}">
                <a16:creationId xmlns:a16="http://schemas.microsoft.com/office/drawing/2014/main" id="{DCA91BBF-9BBD-49DD-88D3-398386F260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46094" y="1619097"/>
            <a:ext cx="4693273" cy="1238400"/>
          </a:xfrm>
          <a:solidFill>
            <a:schemeClr val="accent3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5" name="Sirkel 4">
            <a:extLst>
              <a:ext uri="{FF2B5EF4-FFF2-40B4-BE49-F238E27FC236}">
                <a16:creationId xmlns:a16="http://schemas.microsoft.com/office/drawing/2014/main" id="{701DD511-D945-435A-AA75-995E7668358E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6239935" y="3315220"/>
            <a:ext cx="1238400" cy="1238400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6" name="Punkt 2">
            <a:extLst>
              <a:ext uri="{FF2B5EF4-FFF2-40B4-BE49-F238E27FC236}">
                <a16:creationId xmlns:a16="http://schemas.microsoft.com/office/drawing/2014/main" id="{1E3C9422-A7A2-4F6F-80A3-81E668EA8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3688" y="1619097"/>
            <a:ext cx="4752049" cy="1238400"/>
          </a:xfrm>
          <a:solidFill>
            <a:schemeClr val="accent3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7" name="Punkt 3">
            <a:extLst>
              <a:ext uri="{FF2B5EF4-FFF2-40B4-BE49-F238E27FC236}">
                <a16:creationId xmlns:a16="http://schemas.microsoft.com/office/drawing/2014/main" id="{F994A1BB-885A-41EC-9610-C09D5AFFC4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46094" y="3320897"/>
            <a:ext cx="4705975" cy="1238400"/>
          </a:xfrm>
          <a:solidFill>
            <a:schemeClr val="accent3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8" name="Sirkel 3">
            <a:extLst>
              <a:ext uri="{FF2B5EF4-FFF2-40B4-BE49-F238E27FC236}">
                <a16:creationId xmlns:a16="http://schemas.microsoft.com/office/drawing/2014/main" id="{13269FBF-1CF2-49EB-9656-12C11210CD3F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588433" y="3320897"/>
            <a:ext cx="1238400" cy="1238400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9" name="Sirkel 2">
            <a:extLst>
              <a:ext uri="{FF2B5EF4-FFF2-40B4-BE49-F238E27FC236}">
                <a16:creationId xmlns:a16="http://schemas.microsoft.com/office/drawing/2014/main" id="{3E6C6E48-8EC4-4DEF-AD00-C4BA698E808A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6252633" y="1619097"/>
            <a:ext cx="1238400" cy="1238400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0" name="Sirkel 1">
            <a:extLst>
              <a:ext uri="{FF2B5EF4-FFF2-40B4-BE49-F238E27FC236}">
                <a16:creationId xmlns:a16="http://schemas.microsoft.com/office/drawing/2014/main" id="{5E8FD88B-8D8F-4918-8D15-697601A28E2A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596264" y="1619097"/>
            <a:ext cx="1238400" cy="1238400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9085942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slide - setup 5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95481CE-1CC2-41E7-813C-320202B87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endParaRPr lang="nb-NO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DDB8CF1-8C48-4FB0-A7BA-48E7CA8E56C9}"/>
              </a:ext>
            </a:extLst>
          </p:cNvPr>
          <p:cNvSpPr txBox="1"/>
          <p:nvPr/>
        </p:nvSpPr>
        <p:spPr>
          <a:xfrm>
            <a:off x="0" y="-383629"/>
            <a:ext cx="2791968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Agendaslide - setup 5 text only</a:t>
            </a:r>
            <a:endParaRPr lang="nb-NO" sz="1067" b="1" noProof="1">
              <a:solidFill>
                <a:schemeClr val="tx1"/>
              </a:solidFill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E90C39F-69DB-4675-9202-04968B5509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5734" y="1617601"/>
            <a:ext cx="11040533" cy="4211699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457189" indent="-457189">
              <a:buClr>
                <a:srgbClr val="C00000"/>
              </a:buClr>
              <a:buFont typeface="+mj-lt"/>
              <a:buAutoNum type="arabicPeriod"/>
              <a:defRPr sz="2400"/>
            </a:lvl1pPr>
            <a:lvl2pPr marL="496788" indent="-304792">
              <a:buClr>
                <a:schemeClr val="tx1"/>
              </a:buClr>
              <a:buFont typeface="Arial" panose="020B0604020202020204" pitchFamily="34" charset="0"/>
              <a:buChar char="•"/>
              <a:defRPr sz="2133"/>
            </a:lvl2pPr>
            <a:lvl3pPr marL="675166" indent="-304792">
              <a:buClr>
                <a:schemeClr val="tx1"/>
              </a:buClr>
              <a:buFont typeface="Arial" panose="020B0604020202020204" pitchFamily="34" charset="0"/>
              <a:buChar char="•"/>
              <a:defRPr sz="2133"/>
            </a:lvl3pPr>
            <a:lvl4pPr marL="857228" indent="-304792">
              <a:buClr>
                <a:schemeClr val="tx1"/>
              </a:buClr>
              <a:buFont typeface="Arial" panose="020B0604020202020204" pitchFamily="34" charset="0"/>
              <a:buChar char="•"/>
              <a:defRPr sz="1867"/>
            </a:lvl4pPr>
            <a:lvl5pPr marL="1024441" indent="-304792">
              <a:buClr>
                <a:schemeClr val="tx1"/>
              </a:buClr>
              <a:buFont typeface="Arial" panose="020B0604020202020204" pitchFamily="34" charset="0"/>
              <a:buChar char="•"/>
              <a:defRPr sz="1867"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5" name="Plassholder for lysbildenummer 1">
            <a:extLst>
              <a:ext uri="{FF2B5EF4-FFF2-40B4-BE49-F238E27FC236}">
                <a16:creationId xmlns:a16="http://schemas.microsoft.com/office/drawing/2014/main" id="{B7284E1F-6A6C-4484-8115-E000386D7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2602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93925828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4" y="548217"/>
            <a:ext cx="11040533" cy="8088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5734" y="1617601"/>
            <a:ext cx="11040533" cy="42116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EDD9A8B8-9E9C-9B4A-8337-0CBFBFC32B95}"/>
              </a:ext>
            </a:extLst>
          </p:cNvPr>
          <p:cNvSpPr txBox="1"/>
          <p:nvPr/>
        </p:nvSpPr>
        <p:spPr>
          <a:xfrm>
            <a:off x="0" y="-383629"/>
            <a:ext cx="342971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Title and content – text only</a:t>
            </a:r>
          </a:p>
        </p:txBody>
      </p:sp>
      <p:sp>
        <p:nvSpPr>
          <p:cNvPr id="5" name="Plassholder for lysbildenummer 1">
            <a:extLst>
              <a:ext uri="{FF2B5EF4-FFF2-40B4-BE49-F238E27FC236}">
                <a16:creationId xmlns:a16="http://schemas.microsoft.com/office/drawing/2014/main" id="{40A53F90-98CF-49FD-B773-0DB06A17AF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7657592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7">
            <a:extLst>
              <a:ext uri="{FF2B5EF4-FFF2-40B4-BE49-F238E27FC236}">
                <a16:creationId xmlns:a16="http://schemas.microsoft.com/office/drawing/2014/main" id="{EDD9A8B8-9E9C-9B4A-8337-0CBFBFC32B95}"/>
              </a:ext>
            </a:extLst>
          </p:cNvPr>
          <p:cNvSpPr txBox="1"/>
          <p:nvPr/>
        </p:nvSpPr>
        <p:spPr>
          <a:xfrm>
            <a:off x="0" y="-383629"/>
            <a:ext cx="342971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Title and content – two columns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4DDC4F5-0B8F-4718-A964-553C1E697A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734" y="548217"/>
            <a:ext cx="11040533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nb-NO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5F3FE96-4603-4A89-B94C-EEF8C60DC9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5734" y="1617133"/>
            <a:ext cx="5376333" cy="4212169"/>
          </a:xfrm>
          <a:prstGeom prst="rect">
            <a:avLst/>
          </a:prstGeom>
          <a:solidFill>
            <a:schemeClr val="bg1"/>
          </a:solidFill>
        </p:spPr>
        <p:txBody>
          <a:bodyPr lIns="0" tIns="0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0D08595-E5A3-46B1-A34E-F5D150C4015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39934" y="1617133"/>
            <a:ext cx="5376333" cy="4212168"/>
          </a:xfrm>
          <a:prstGeom prst="rect">
            <a:avLst/>
          </a:prstGeom>
          <a:solidFill>
            <a:schemeClr val="bg1"/>
          </a:solidFill>
        </p:spPr>
        <p:txBody>
          <a:bodyPr lIns="0" tIns="0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6" name="Plassholder for lysbildenummer 1">
            <a:extLst>
              <a:ext uri="{FF2B5EF4-FFF2-40B4-BE49-F238E27FC236}">
                <a16:creationId xmlns:a16="http://schemas.microsoft.com/office/drawing/2014/main" id="{7377C77E-4698-4CFF-BC13-5C5EF2167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845937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quare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9934" y="548217"/>
            <a:ext cx="5376333" cy="94760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39934" y="1617135"/>
            <a:ext cx="5376333" cy="42121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DCB47A4-2EBA-204A-8E47-730228792A8E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Text square picture left</a:t>
            </a:r>
          </a:p>
        </p:txBody>
      </p:sp>
      <p:sp>
        <p:nvSpPr>
          <p:cNvPr id="9" name="Plassholder for bilde 8">
            <a:extLst>
              <a:ext uri="{FF2B5EF4-FFF2-40B4-BE49-F238E27FC236}">
                <a16:creationId xmlns:a16="http://schemas.microsoft.com/office/drawing/2014/main" id="{CFC0CC26-461A-4D86-A1D0-C6135173EFD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867" y="260351"/>
            <a:ext cx="5664200" cy="5856816"/>
          </a:xfrm>
          <a:prstGeom prst="rect">
            <a:avLst/>
          </a:prstGeom>
        </p:spPr>
        <p:txBody>
          <a:bodyPr lIns="180000" tIns="1080000" rIns="180000" bIns="180000">
            <a:normAutofit/>
          </a:bodyPr>
          <a:lstStyle>
            <a:lvl1pPr marL="0" indent="0" algn="ctr">
              <a:buFont typeface="+mj-lt"/>
              <a:buNone/>
              <a:defRPr sz="1333" baseline="0"/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</a:t>
            </a:r>
            <a:br>
              <a:rPr lang="nb-NO" sz="1333"/>
            </a:br>
            <a:r>
              <a:rPr lang="nb-NO" sz="1333"/>
              <a:t>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6" name="Plassholder for lysbildenummer 1">
            <a:extLst>
              <a:ext uri="{FF2B5EF4-FFF2-40B4-BE49-F238E27FC236}">
                <a16:creationId xmlns:a16="http://schemas.microsoft.com/office/drawing/2014/main" id="{FC8A4966-C7A0-42CD-8A78-BB2158CEF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265320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quar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5" y="548217"/>
            <a:ext cx="5376333" cy="94760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5735" y="1617135"/>
            <a:ext cx="5376333" cy="421216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DCB47A4-2EBA-204A-8E47-730228792A8E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Text square picture right</a:t>
            </a:r>
          </a:p>
        </p:txBody>
      </p:sp>
      <p:sp>
        <p:nvSpPr>
          <p:cNvPr id="9" name="Plassholder for bilde 8">
            <a:extLst>
              <a:ext uri="{FF2B5EF4-FFF2-40B4-BE49-F238E27FC236}">
                <a16:creationId xmlns:a16="http://schemas.microsoft.com/office/drawing/2014/main" id="{CFC0CC26-461A-4D86-A1D0-C6135173EFD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39933" y="260351"/>
            <a:ext cx="5664200" cy="5856816"/>
          </a:xfrm>
          <a:prstGeom prst="rect">
            <a:avLst/>
          </a:prstGeom>
        </p:spPr>
        <p:txBody>
          <a:bodyPr lIns="180000" tIns="1080000" rIns="180000" bIns="180000">
            <a:normAutofit/>
          </a:bodyPr>
          <a:lstStyle>
            <a:lvl1pPr marL="0" indent="0" algn="ctr">
              <a:buFont typeface="+mj-lt"/>
              <a:buNone/>
              <a:defRPr sz="1333" baseline="0"/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</a:t>
            </a:r>
            <a:br>
              <a:rPr lang="nb-NO" sz="1333"/>
            </a:br>
            <a:r>
              <a:rPr lang="nb-NO" sz="1333"/>
              <a:t>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6" name="Plassholder for lysbildenummer 1">
            <a:extLst>
              <a:ext uri="{FF2B5EF4-FFF2-40B4-BE49-F238E27FC236}">
                <a16:creationId xmlns:a16="http://schemas.microsoft.com/office/drawing/2014/main" id="{A17EB5D3-F905-4EE6-8D0E-F1174C13F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041997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ounded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9934" y="548217"/>
            <a:ext cx="5376335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39936" y="1617601"/>
            <a:ext cx="5376333" cy="42116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DCB47A4-2EBA-204A-8E47-730228792A8E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Text rounded picture left</a:t>
            </a:r>
          </a:p>
        </p:txBody>
      </p:sp>
      <p:sp>
        <p:nvSpPr>
          <p:cNvPr id="6" name="Plassholder for bilde 28">
            <a:extLst>
              <a:ext uri="{FF2B5EF4-FFF2-40B4-BE49-F238E27FC236}">
                <a16:creationId xmlns:a16="http://schemas.microsoft.com/office/drawing/2014/main" id="{C91B3EC3-ADCC-4A93-B3FE-A27F02E3F57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40" y="-8441"/>
            <a:ext cx="5952211" cy="6415193"/>
          </a:xfrm>
          <a:custGeom>
            <a:avLst/>
            <a:gdLst>
              <a:gd name="connsiteX0" fmla="*/ 0 w 6394450"/>
              <a:gd name="connsiteY0" fmla="*/ 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0" fmla="*/ 492259 w 6394450"/>
              <a:gd name="connsiteY0" fmla="*/ 1172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7" fmla="*/ 492259 w 6394450"/>
              <a:gd name="connsiteY7" fmla="*/ 11720 h 5975350"/>
              <a:gd name="connsiteX0" fmla="*/ 0 w 5902191"/>
              <a:gd name="connsiteY0" fmla="*/ 11720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0 w 5902191"/>
              <a:gd name="connsiteY7" fmla="*/ 11720 h 5975350"/>
              <a:gd name="connsiteX0" fmla="*/ 3052 w 5902191"/>
              <a:gd name="connsiteY0" fmla="*/ 5617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3052 w 5902191"/>
              <a:gd name="connsiteY7" fmla="*/ 5617 h 5975350"/>
              <a:gd name="connsiteX0" fmla="*/ 6104 w 5905243"/>
              <a:gd name="connsiteY0" fmla="*/ 5617 h 5981945"/>
              <a:gd name="connsiteX1" fmla="*/ 2914393 w 5905243"/>
              <a:gd name="connsiteY1" fmla="*/ 0 h 5981945"/>
              <a:gd name="connsiteX2" fmla="*/ 2917568 w 5905243"/>
              <a:gd name="connsiteY2" fmla="*/ 0 h 5981945"/>
              <a:gd name="connsiteX3" fmla="*/ 5905243 w 5905243"/>
              <a:gd name="connsiteY3" fmla="*/ 2987675 h 5981945"/>
              <a:gd name="connsiteX4" fmla="*/ 2917568 w 5905243"/>
              <a:gd name="connsiteY4" fmla="*/ 5975350 h 5981945"/>
              <a:gd name="connsiteX5" fmla="*/ 2914393 w 5905243"/>
              <a:gd name="connsiteY5" fmla="*/ 5975350 h 5981945"/>
              <a:gd name="connsiteX6" fmla="*/ 0 w 5905243"/>
              <a:gd name="connsiteY6" fmla="*/ 5981945 h 5981945"/>
              <a:gd name="connsiteX7" fmla="*/ 6104 w 5905243"/>
              <a:gd name="connsiteY7" fmla="*/ 5617 h 5981945"/>
              <a:gd name="connsiteX0" fmla="*/ 6104 w 5905243"/>
              <a:gd name="connsiteY0" fmla="*/ 0 h 5982433"/>
              <a:gd name="connsiteX1" fmla="*/ 2914393 w 5905243"/>
              <a:gd name="connsiteY1" fmla="*/ 488 h 5982433"/>
              <a:gd name="connsiteX2" fmla="*/ 2917568 w 5905243"/>
              <a:gd name="connsiteY2" fmla="*/ 488 h 5982433"/>
              <a:gd name="connsiteX3" fmla="*/ 5905243 w 5905243"/>
              <a:gd name="connsiteY3" fmla="*/ 2988163 h 5982433"/>
              <a:gd name="connsiteX4" fmla="*/ 2917568 w 5905243"/>
              <a:gd name="connsiteY4" fmla="*/ 5975838 h 5982433"/>
              <a:gd name="connsiteX5" fmla="*/ 2914393 w 5905243"/>
              <a:gd name="connsiteY5" fmla="*/ 5975838 h 5982433"/>
              <a:gd name="connsiteX6" fmla="*/ 0 w 5905243"/>
              <a:gd name="connsiteY6" fmla="*/ 5982433 h 5982433"/>
              <a:gd name="connsiteX7" fmla="*/ 6104 w 5905243"/>
              <a:gd name="connsiteY7" fmla="*/ 0 h 5982433"/>
              <a:gd name="connsiteX0" fmla="*/ 12209 w 5911348"/>
              <a:gd name="connsiteY0" fmla="*/ 0 h 5975838"/>
              <a:gd name="connsiteX1" fmla="*/ 2920498 w 5911348"/>
              <a:gd name="connsiteY1" fmla="*/ 488 h 5975838"/>
              <a:gd name="connsiteX2" fmla="*/ 2923673 w 5911348"/>
              <a:gd name="connsiteY2" fmla="*/ 488 h 5975838"/>
              <a:gd name="connsiteX3" fmla="*/ 5911348 w 5911348"/>
              <a:gd name="connsiteY3" fmla="*/ 2988163 h 5975838"/>
              <a:gd name="connsiteX4" fmla="*/ 2923673 w 5911348"/>
              <a:gd name="connsiteY4" fmla="*/ 5975838 h 5975838"/>
              <a:gd name="connsiteX5" fmla="*/ 2920498 w 5911348"/>
              <a:gd name="connsiteY5" fmla="*/ 5975838 h 5975838"/>
              <a:gd name="connsiteX6" fmla="*/ 0 w 5911348"/>
              <a:gd name="connsiteY6" fmla="*/ 5970236 h 5975838"/>
              <a:gd name="connsiteX7" fmla="*/ 12209 w 5911348"/>
              <a:gd name="connsiteY7" fmla="*/ 0 h 5975838"/>
              <a:gd name="connsiteX0" fmla="*/ 203 w 5912703"/>
              <a:gd name="connsiteY0" fmla="*/ 0 h 5975838"/>
              <a:gd name="connsiteX1" fmla="*/ 2921853 w 5912703"/>
              <a:gd name="connsiteY1" fmla="*/ 488 h 5975838"/>
              <a:gd name="connsiteX2" fmla="*/ 2925028 w 5912703"/>
              <a:gd name="connsiteY2" fmla="*/ 488 h 5975838"/>
              <a:gd name="connsiteX3" fmla="*/ 5912703 w 5912703"/>
              <a:gd name="connsiteY3" fmla="*/ 2988163 h 5975838"/>
              <a:gd name="connsiteX4" fmla="*/ 2925028 w 5912703"/>
              <a:gd name="connsiteY4" fmla="*/ 5975838 h 5975838"/>
              <a:gd name="connsiteX5" fmla="*/ 2921853 w 5912703"/>
              <a:gd name="connsiteY5" fmla="*/ 5975838 h 5975838"/>
              <a:gd name="connsiteX6" fmla="*/ 1355 w 5912703"/>
              <a:gd name="connsiteY6" fmla="*/ 5970236 h 5975838"/>
              <a:gd name="connsiteX7" fmla="*/ 203 w 5912703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7156"/>
              <a:gd name="connsiteX1" fmla="*/ 2932746 w 5923596"/>
              <a:gd name="connsiteY1" fmla="*/ 488 h 5977156"/>
              <a:gd name="connsiteX2" fmla="*/ 2935921 w 5923596"/>
              <a:gd name="connsiteY2" fmla="*/ 488 h 5977156"/>
              <a:gd name="connsiteX3" fmla="*/ 5923596 w 5923596"/>
              <a:gd name="connsiteY3" fmla="*/ 2988163 h 5977156"/>
              <a:gd name="connsiteX4" fmla="*/ 2935921 w 5923596"/>
              <a:gd name="connsiteY4" fmla="*/ 5975838 h 5977156"/>
              <a:gd name="connsiteX5" fmla="*/ 2932746 w 5923596"/>
              <a:gd name="connsiteY5" fmla="*/ 5975838 h 5977156"/>
              <a:gd name="connsiteX6" fmla="*/ 0 w 5923596"/>
              <a:gd name="connsiteY6" fmla="*/ 5977156 h 5977156"/>
              <a:gd name="connsiteX7" fmla="*/ 11096 w 5923596"/>
              <a:gd name="connsiteY7" fmla="*/ 0 h 5977156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5 w 5912505"/>
              <a:gd name="connsiteY0" fmla="*/ 0 h 5975838"/>
              <a:gd name="connsiteX1" fmla="*/ 2921655 w 5912505"/>
              <a:gd name="connsiteY1" fmla="*/ 488 h 5975838"/>
              <a:gd name="connsiteX2" fmla="*/ 2924830 w 5912505"/>
              <a:gd name="connsiteY2" fmla="*/ 488 h 5975838"/>
              <a:gd name="connsiteX3" fmla="*/ 5912505 w 5912505"/>
              <a:gd name="connsiteY3" fmla="*/ 2988163 h 5975838"/>
              <a:gd name="connsiteX4" fmla="*/ 2924830 w 5912505"/>
              <a:gd name="connsiteY4" fmla="*/ 5975838 h 5975838"/>
              <a:gd name="connsiteX5" fmla="*/ 2921655 w 5912505"/>
              <a:gd name="connsiteY5" fmla="*/ 5975838 h 5975838"/>
              <a:gd name="connsiteX6" fmla="*/ 160707 w 5912505"/>
              <a:gd name="connsiteY6" fmla="*/ 5970645 h 5975838"/>
              <a:gd name="connsiteX7" fmla="*/ 5 w 5912505"/>
              <a:gd name="connsiteY7" fmla="*/ 0 h 5975838"/>
              <a:gd name="connsiteX0" fmla="*/ 97 w 5757161"/>
              <a:gd name="connsiteY0" fmla="*/ 0 h 5975838"/>
              <a:gd name="connsiteX1" fmla="*/ 2766311 w 5757161"/>
              <a:gd name="connsiteY1" fmla="*/ 488 h 5975838"/>
              <a:gd name="connsiteX2" fmla="*/ 2769486 w 5757161"/>
              <a:gd name="connsiteY2" fmla="*/ 488 h 5975838"/>
              <a:gd name="connsiteX3" fmla="*/ 5757161 w 5757161"/>
              <a:gd name="connsiteY3" fmla="*/ 2988163 h 5975838"/>
              <a:gd name="connsiteX4" fmla="*/ 2769486 w 5757161"/>
              <a:gd name="connsiteY4" fmla="*/ 5975838 h 5975838"/>
              <a:gd name="connsiteX5" fmla="*/ 2766311 w 5757161"/>
              <a:gd name="connsiteY5" fmla="*/ 5975838 h 5975838"/>
              <a:gd name="connsiteX6" fmla="*/ 5363 w 5757161"/>
              <a:gd name="connsiteY6" fmla="*/ 5970645 h 5975838"/>
              <a:gd name="connsiteX7" fmla="*/ 97 w 5757161"/>
              <a:gd name="connsiteY7" fmla="*/ 0 h 5975838"/>
              <a:gd name="connsiteX0" fmla="*/ 156530 w 5751798"/>
              <a:gd name="connsiteY0" fmla="*/ 22521 h 5975350"/>
              <a:gd name="connsiteX1" fmla="*/ 2760948 w 5751798"/>
              <a:gd name="connsiteY1" fmla="*/ 0 h 5975350"/>
              <a:gd name="connsiteX2" fmla="*/ 2764123 w 5751798"/>
              <a:gd name="connsiteY2" fmla="*/ 0 h 5975350"/>
              <a:gd name="connsiteX3" fmla="*/ 5751798 w 5751798"/>
              <a:gd name="connsiteY3" fmla="*/ 2987675 h 5975350"/>
              <a:gd name="connsiteX4" fmla="*/ 2764123 w 5751798"/>
              <a:gd name="connsiteY4" fmla="*/ 5975350 h 5975350"/>
              <a:gd name="connsiteX5" fmla="*/ 2760948 w 5751798"/>
              <a:gd name="connsiteY5" fmla="*/ 5975350 h 5975350"/>
              <a:gd name="connsiteX6" fmla="*/ 0 w 5751798"/>
              <a:gd name="connsiteY6" fmla="*/ 5970157 h 5975350"/>
              <a:gd name="connsiteX7" fmla="*/ 156530 w 5751798"/>
              <a:gd name="connsiteY7" fmla="*/ 22521 h 5975350"/>
              <a:gd name="connsiteX0" fmla="*/ 98 w 5595366"/>
              <a:gd name="connsiteY0" fmla="*/ 22521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0157 h 5975350"/>
              <a:gd name="connsiteX7" fmla="*/ 98 w 5595366"/>
              <a:gd name="connsiteY7" fmla="*/ 22521 h 5975350"/>
              <a:gd name="connsiteX0" fmla="*/ 98 w 5595366"/>
              <a:gd name="connsiteY0" fmla="*/ 9628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0157 h 5975350"/>
              <a:gd name="connsiteX7" fmla="*/ 98 w 5595366"/>
              <a:gd name="connsiteY7" fmla="*/ 9628 h 5975350"/>
              <a:gd name="connsiteX0" fmla="*/ 64 w 5595332"/>
              <a:gd name="connsiteY0" fmla="*/ 9628 h 5980900"/>
              <a:gd name="connsiteX1" fmla="*/ 2604482 w 5595332"/>
              <a:gd name="connsiteY1" fmla="*/ 0 h 5980900"/>
              <a:gd name="connsiteX2" fmla="*/ 2607657 w 5595332"/>
              <a:gd name="connsiteY2" fmla="*/ 0 h 5980900"/>
              <a:gd name="connsiteX3" fmla="*/ 5595332 w 5595332"/>
              <a:gd name="connsiteY3" fmla="*/ 2987675 h 5980900"/>
              <a:gd name="connsiteX4" fmla="*/ 2607657 w 5595332"/>
              <a:gd name="connsiteY4" fmla="*/ 5975350 h 5980900"/>
              <a:gd name="connsiteX5" fmla="*/ 2604482 w 5595332"/>
              <a:gd name="connsiteY5" fmla="*/ 5975350 h 5980900"/>
              <a:gd name="connsiteX6" fmla="*/ 9656 w 5595332"/>
              <a:gd name="connsiteY6" fmla="*/ 5980900 h 5980900"/>
              <a:gd name="connsiteX7" fmla="*/ 64 w 5595332"/>
              <a:gd name="connsiteY7" fmla="*/ 9628 h 5980900"/>
              <a:gd name="connsiteX0" fmla="*/ 215 w 5586832"/>
              <a:gd name="connsiteY0" fmla="*/ 11777 h 5980900"/>
              <a:gd name="connsiteX1" fmla="*/ 2595982 w 5586832"/>
              <a:gd name="connsiteY1" fmla="*/ 0 h 5980900"/>
              <a:gd name="connsiteX2" fmla="*/ 2599157 w 5586832"/>
              <a:gd name="connsiteY2" fmla="*/ 0 h 5980900"/>
              <a:gd name="connsiteX3" fmla="*/ 5586832 w 5586832"/>
              <a:gd name="connsiteY3" fmla="*/ 2987675 h 5980900"/>
              <a:gd name="connsiteX4" fmla="*/ 2599157 w 5586832"/>
              <a:gd name="connsiteY4" fmla="*/ 5975350 h 5980900"/>
              <a:gd name="connsiteX5" fmla="*/ 2595982 w 5586832"/>
              <a:gd name="connsiteY5" fmla="*/ 5975350 h 5980900"/>
              <a:gd name="connsiteX6" fmla="*/ 1156 w 5586832"/>
              <a:gd name="connsiteY6" fmla="*/ 5980900 h 5980900"/>
              <a:gd name="connsiteX7" fmla="*/ 215 w 5586832"/>
              <a:gd name="connsiteY7" fmla="*/ 11777 h 5980900"/>
              <a:gd name="connsiteX0" fmla="*/ 1453 w 5585676"/>
              <a:gd name="connsiteY0" fmla="*/ 9399 h 5980900"/>
              <a:gd name="connsiteX1" fmla="*/ 2594826 w 5585676"/>
              <a:gd name="connsiteY1" fmla="*/ 0 h 5980900"/>
              <a:gd name="connsiteX2" fmla="*/ 2598001 w 5585676"/>
              <a:gd name="connsiteY2" fmla="*/ 0 h 5980900"/>
              <a:gd name="connsiteX3" fmla="*/ 5585676 w 5585676"/>
              <a:gd name="connsiteY3" fmla="*/ 2987675 h 5980900"/>
              <a:gd name="connsiteX4" fmla="*/ 2598001 w 5585676"/>
              <a:gd name="connsiteY4" fmla="*/ 5975350 h 5980900"/>
              <a:gd name="connsiteX5" fmla="*/ 2594826 w 5585676"/>
              <a:gd name="connsiteY5" fmla="*/ 5975350 h 5980900"/>
              <a:gd name="connsiteX6" fmla="*/ 0 w 5585676"/>
              <a:gd name="connsiteY6" fmla="*/ 5980900 h 5980900"/>
              <a:gd name="connsiteX7" fmla="*/ 1453 w 5585676"/>
              <a:gd name="connsiteY7" fmla="*/ 9399 h 598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85676" h="5980900">
                <a:moveTo>
                  <a:pt x="1453" y="9399"/>
                </a:moveTo>
                <a:lnTo>
                  <a:pt x="2594826" y="0"/>
                </a:lnTo>
                <a:lnTo>
                  <a:pt x="2598001" y="0"/>
                </a:lnTo>
                <a:cubicBezTo>
                  <a:pt x="4247731" y="0"/>
                  <a:pt x="5585676" y="1337945"/>
                  <a:pt x="5585676" y="2987675"/>
                </a:cubicBezTo>
                <a:cubicBezTo>
                  <a:pt x="5585676" y="4637405"/>
                  <a:pt x="4247731" y="5975350"/>
                  <a:pt x="2598001" y="5975350"/>
                </a:cubicBezTo>
                <a:lnTo>
                  <a:pt x="2594826" y="5975350"/>
                </a:lnTo>
                <a:lnTo>
                  <a:pt x="0" y="5980900"/>
                </a:lnTo>
                <a:cubicBezTo>
                  <a:pt x="1017" y="3994896"/>
                  <a:pt x="436" y="1995403"/>
                  <a:pt x="1453" y="9399"/>
                </a:cubicBezTo>
                <a:close/>
              </a:path>
            </a:pathLst>
          </a:custGeom>
        </p:spPr>
        <p:txBody>
          <a:bodyPr wrap="square" lIns="720000" tIns="720000" rIns="720000" bIns="1800000" anchor="ctr" anchorCtr="1">
            <a:noAutofit/>
          </a:bodyPr>
          <a:lstStyle>
            <a:lvl1pPr marL="0" indent="0" algn="ctr">
              <a:buFontTx/>
              <a:buNone/>
              <a:defRPr sz="1333"/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9" name="Plassholder for lysbildenummer 1">
            <a:extLst>
              <a:ext uri="{FF2B5EF4-FFF2-40B4-BE49-F238E27FC236}">
                <a16:creationId xmlns:a16="http://schemas.microsoft.com/office/drawing/2014/main" id="{A117A76D-5C02-47DC-8E9C-B3571B0F1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8" name="Rett linje 7">
            <a:extLst>
              <a:ext uri="{FF2B5EF4-FFF2-40B4-BE49-F238E27FC236}">
                <a16:creationId xmlns:a16="http://schemas.microsoft.com/office/drawing/2014/main" id="{C4E9CD80-B41C-43EE-A04E-38BF28F7F98D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44774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ounded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4DCB47A4-2EBA-204A-8E47-730228792A8E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Text rounded picture right</a:t>
            </a:r>
          </a:p>
        </p:txBody>
      </p:sp>
      <p:sp>
        <p:nvSpPr>
          <p:cNvPr id="7" name="Plassholder for lysbildenummer 1">
            <a:extLst>
              <a:ext uri="{FF2B5EF4-FFF2-40B4-BE49-F238E27FC236}">
                <a16:creationId xmlns:a16="http://schemas.microsoft.com/office/drawing/2014/main" id="{8A423460-F7D8-44AB-A5CD-0A05A86C4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6" name="Rett linje 5">
            <a:extLst>
              <a:ext uri="{FF2B5EF4-FFF2-40B4-BE49-F238E27FC236}">
                <a16:creationId xmlns:a16="http://schemas.microsoft.com/office/drawing/2014/main" id="{8C34D99F-5241-49E2-91AF-9426DF700E0F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38F0394C-0900-425C-A33E-68A17D66F4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731" y="548217"/>
            <a:ext cx="5376335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B304565-36B8-4341-A497-A9E869E925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5734" y="1617601"/>
            <a:ext cx="5376333" cy="42116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2" name="Plassholder for bilde 8">
            <a:extLst>
              <a:ext uri="{FF2B5EF4-FFF2-40B4-BE49-F238E27FC236}">
                <a16:creationId xmlns:a16="http://schemas.microsoft.com/office/drawing/2014/main" id="{F7EA798C-1DD8-4DC0-988B-645354E41A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39936" y="6144"/>
            <a:ext cx="5960515" cy="6403921"/>
          </a:xfrm>
          <a:custGeom>
            <a:avLst/>
            <a:gdLst>
              <a:gd name="connsiteX0" fmla="*/ 2497138 w 5344567"/>
              <a:gd name="connsiteY0" fmla="*/ 0 h 4993958"/>
              <a:gd name="connsiteX1" fmla="*/ 2499792 w 5344567"/>
              <a:gd name="connsiteY1" fmla="*/ 0 h 4993958"/>
              <a:gd name="connsiteX2" fmla="*/ 5344567 w 5344567"/>
              <a:gd name="connsiteY2" fmla="*/ 0 h 4993958"/>
              <a:gd name="connsiteX3" fmla="*/ 5344567 w 5344567"/>
              <a:gd name="connsiteY3" fmla="*/ 4993958 h 4993958"/>
              <a:gd name="connsiteX4" fmla="*/ 2490823 w 5344567"/>
              <a:gd name="connsiteY4" fmla="*/ 4993958 h 4993958"/>
              <a:gd name="connsiteX5" fmla="*/ 2241864 w 5344567"/>
              <a:gd name="connsiteY5" fmla="*/ 4981382 h 4993958"/>
              <a:gd name="connsiteX6" fmla="*/ 0 w 5344567"/>
              <a:gd name="connsiteY6" fmla="*/ 2497138 h 4993958"/>
              <a:gd name="connsiteX7" fmla="*/ 2497138 w 5344567"/>
              <a:gd name="connsiteY7" fmla="*/ 0 h 4993958"/>
              <a:gd name="connsiteX0" fmla="*/ 2497138 w 5344567"/>
              <a:gd name="connsiteY0" fmla="*/ 0 h 4993958"/>
              <a:gd name="connsiteX1" fmla="*/ 2499792 w 5344567"/>
              <a:gd name="connsiteY1" fmla="*/ 0 h 4993958"/>
              <a:gd name="connsiteX2" fmla="*/ 4825407 w 5344567"/>
              <a:gd name="connsiteY2" fmla="*/ 0 h 4993958"/>
              <a:gd name="connsiteX3" fmla="*/ 5344567 w 5344567"/>
              <a:gd name="connsiteY3" fmla="*/ 4993958 h 4993958"/>
              <a:gd name="connsiteX4" fmla="*/ 2490823 w 5344567"/>
              <a:gd name="connsiteY4" fmla="*/ 4993958 h 4993958"/>
              <a:gd name="connsiteX5" fmla="*/ 2241864 w 5344567"/>
              <a:gd name="connsiteY5" fmla="*/ 4981382 h 4993958"/>
              <a:gd name="connsiteX6" fmla="*/ 0 w 5344567"/>
              <a:gd name="connsiteY6" fmla="*/ 2497138 h 4993958"/>
              <a:gd name="connsiteX7" fmla="*/ 2497138 w 5344567"/>
              <a:gd name="connsiteY7" fmla="*/ 0 h 4993958"/>
              <a:gd name="connsiteX0" fmla="*/ 2497138 w 4844997"/>
              <a:gd name="connsiteY0" fmla="*/ 0 h 4993958"/>
              <a:gd name="connsiteX1" fmla="*/ 2499792 w 4844997"/>
              <a:gd name="connsiteY1" fmla="*/ 0 h 4993958"/>
              <a:gd name="connsiteX2" fmla="*/ 4825407 w 4844997"/>
              <a:gd name="connsiteY2" fmla="*/ 0 h 4993958"/>
              <a:gd name="connsiteX3" fmla="*/ 4844997 w 4844997"/>
              <a:gd name="connsiteY3" fmla="*/ 4993958 h 4993958"/>
              <a:gd name="connsiteX4" fmla="*/ 2490823 w 4844997"/>
              <a:gd name="connsiteY4" fmla="*/ 4993958 h 4993958"/>
              <a:gd name="connsiteX5" fmla="*/ 2241864 w 4844997"/>
              <a:gd name="connsiteY5" fmla="*/ 4981382 h 4993958"/>
              <a:gd name="connsiteX6" fmla="*/ 0 w 4844997"/>
              <a:gd name="connsiteY6" fmla="*/ 2497138 h 4993958"/>
              <a:gd name="connsiteX7" fmla="*/ 2497138 w 4844997"/>
              <a:gd name="connsiteY7" fmla="*/ 0 h 4993958"/>
              <a:gd name="connsiteX0" fmla="*/ 2497138 w 4844997"/>
              <a:gd name="connsiteY0" fmla="*/ 0 h 4993958"/>
              <a:gd name="connsiteX1" fmla="*/ 2499792 w 4844997"/>
              <a:gd name="connsiteY1" fmla="*/ 0 h 4993958"/>
              <a:gd name="connsiteX2" fmla="*/ 4844454 w 4844997"/>
              <a:gd name="connsiteY2" fmla="*/ 2721 h 4993958"/>
              <a:gd name="connsiteX3" fmla="*/ 4844997 w 4844997"/>
              <a:gd name="connsiteY3" fmla="*/ 4993958 h 4993958"/>
              <a:gd name="connsiteX4" fmla="*/ 2490823 w 4844997"/>
              <a:gd name="connsiteY4" fmla="*/ 4993958 h 4993958"/>
              <a:gd name="connsiteX5" fmla="*/ 2241864 w 4844997"/>
              <a:gd name="connsiteY5" fmla="*/ 4981382 h 4993958"/>
              <a:gd name="connsiteX6" fmla="*/ 0 w 4844997"/>
              <a:gd name="connsiteY6" fmla="*/ 2497138 h 4993958"/>
              <a:gd name="connsiteX7" fmla="*/ 2497138 w 4844997"/>
              <a:gd name="connsiteY7" fmla="*/ 0 h 4993958"/>
              <a:gd name="connsiteX0" fmla="*/ 2497138 w 4844997"/>
              <a:gd name="connsiteY0" fmla="*/ 10884 h 5004842"/>
              <a:gd name="connsiteX1" fmla="*/ 2499792 w 4844997"/>
              <a:gd name="connsiteY1" fmla="*/ 10884 h 5004842"/>
              <a:gd name="connsiteX2" fmla="*/ 4844454 w 4844997"/>
              <a:gd name="connsiteY2" fmla="*/ 0 h 5004842"/>
              <a:gd name="connsiteX3" fmla="*/ 4844997 w 4844997"/>
              <a:gd name="connsiteY3" fmla="*/ 5004842 h 5004842"/>
              <a:gd name="connsiteX4" fmla="*/ 2490823 w 4844997"/>
              <a:gd name="connsiteY4" fmla="*/ 5004842 h 5004842"/>
              <a:gd name="connsiteX5" fmla="*/ 2241864 w 4844997"/>
              <a:gd name="connsiteY5" fmla="*/ 4992266 h 5004842"/>
              <a:gd name="connsiteX6" fmla="*/ 0 w 4844997"/>
              <a:gd name="connsiteY6" fmla="*/ 2508022 h 5004842"/>
              <a:gd name="connsiteX7" fmla="*/ 2497138 w 4844997"/>
              <a:gd name="connsiteY7" fmla="*/ 10884 h 5004842"/>
              <a:gd name="connsiteX0" fmla="*/ 2497138 w 4844997"/>
              <a:gd name="connsiteY0" fmla="*/ 19308 h 5013266"/>
              <a:gd name="connsiteX1" fmla="*/ 2499792 w 4844997"/>
              <a:gd name="connsiteY1" fmla="*/ 19308 h 5013266"/>
              <a:gd name="connsiteX2" fmla="*/ 4667642 w 4844997"/>
              <a:gd name="connsiteY2" fmla="*/ 0 h 5013266"/>
              <a:gd name="connsiteX3" fmla="*/ 4844997 w 4844997"/>
              <a:gd name="connsiteY3" fmla="*/ 5013266 h 5013266"/>
              <a:gd name="connsiteX4" fmla="*/ 2490823 w 4844997"/>
              <a:gd name="connsiteY4" fmla="*/ 5013266 h 5013266"/>
              <a:gd name="connsiteX5" fmla="*/ 2241864 w 4844997"/>
              <a:gd name="connsiteY5" fmla="*/ 5000690 h 5013266"/>
              <a:gd name="connsiteX6" fmla="*/ 0 w 4844997"/>
              <a:gd name="connsiteY6" fmla="*/ 2516446 h 5013266"/>
              <a:gd name="connsiteX7" fmla="*/ 2497138 w 4844997"/>
              <a:gd name="connsiteY7" fmla="*/ 19308 h 5013266"/>
              <a:gd name="connsiteX0" fmla="*/ 2497138 w 4667642"/>
              <a:gd name="connsiteY0" fmla="*/ 19308 h 5013266"/>
              <a:gd name="connsiteX1" fmla="*/ 2499792 w 4667642"/>
              <a:gd name="connsiteY1" fmla="*/ 19308 h 5013266"/>
              <a:gd name="connsiteX2" fmla="*/ 4667642 w 4667642"/>
              <a:gd name="connsiteY2" fmla="*/ 0 h 5013266"/>
              <a:gd name="connsiteX3" fmla="*/ 4651346 w 4667642"/>
              <a:gd name="connsiteY3" fmla="*/ 5004842 h 5013266"/>
              <a:gd name="connsiteX4" fmla="*/ 2490823 w 4667642"/>
              <a:gd name="connsiteY4" fmla="*/ 5013266 h 5013266"/>
              <a:gd name="connsiteX5" fmla="*/ 2241864 w 4667642"/>
              <a:gd name="connsiteY5" fmla="*/ 5000690 h 5013266"/>
              <a:gd name="connsiteX6" fmla="*/ 0 w 4667642"/>
              <a:gd name="connsiteY6" fmla="*/ 2516446 h 5013266"/>
              <a:gd name="connsiteX7" fmla="*/ 2497138 w 4667642"/>
              <a:gd name="connsiteY7" fmla="*/ 19308 h 5013266"/>
              <a:gd name="connsiteX0" fmla="*/ 2497138 w 4651346"/>
              <a:gd name="connsiteY0" fmla="*/ 25919 h 5019877"/>
              <a:gd name="connsiteX1" fmla="*/ 2499792 w 4651346"/>
              <a:gd name="connsiteY1" fmla="*/ 25919 h 5019877"/>
              <a:gd name="connsiteX2" fmla="*/ 4628000 w 4651346"/>
              <a:gd name="connsiteY2" fmla="*/ 0 h 5019877"/>
              <a:gd name="connsiteX3" fmla="*/ 4651346 w 4651346"/>
              <a:gd name="connsiteY3" fmla="*/ 5011453 h 5019877"/>
              <a:gd name="connsiteX4" fmla="*/ 2490823 w 4651346"/>
              <a:gd name="connsiteY4" fmla="*/ 5019877 h 5019877"/>
              <a:gd name="connsiteX5" fmla="*/ 2241864 w 4651346"/>
              <a:gd name="connsiteY5" fmla="*/ 5007301 h 5019877"/>
              <a:gd name="connsiteX6" fmla="*/ 0 w 4651346"/>
              <a:gd name="connsiteY6" fmla="*/ 2523057 h 5019877"/>
              <a:gd name="connsiteX7" fmla="*/ 2497138 w 4651346"/>
              <a:gd name="connsiteY7" fmla="*/ 25919 h 5019877"/>
              <a:gd name="connsiteX0" fmla="*/ 2497138 w 4651346"/>
              <a:gd name="connsiteY0" fmla="*/ 6087 h 5000045"/>
              <a:gd name="connsiteX1" fmla="*/ 2499792 w 4651346"/>
              <a:gd name="connsiteY1" fmla="*/ 6087 h 5000045"/>
              <a:gd name="connsiteX2" fmla="*/ 4641215 w 4651346"/>
              <a:gd name="connsiteY2" fmla="*/ 0 h 5000045"/>
              <a:gd name="connsiteX3" fmla="*/ 4651346 w 4651346"/>
              <a:gd name="connsiteY3" fmla="*/ 4991621 h 5000045"/>
              <a:gd name="connsiteX4" fmla="*/ 2490823 w 4651346"/>
              <a:gd name="connsiteY4" fmla="*/ 5000045 h 5000045"/>
              <a:gd name="connsiteX5" fmla="*/ 2241864 w 4651346"/>
              <a:gd name="connsiteY5" fmla="*/ 4987469 h 5000045"/>
              <a:gd name="connsiteX6" fmla="*/ 0 w 4651346"/>
              <a:gd name="connsiteY6" fmla="*/ 2503225 h 5000045"/>
              <a:gd name="connsiteX7" fmla="*/ 2497138 w 4651346"/>
              <a:gd name="connsiteY7" fmla="*/ 6087 h 5000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51346" h="5000045">
                <a:moveTo>
                  <a:pt x="2497138" y="6087"/>
                </a:moveTo>
                <a:lnTo>
                  <a:pt x="2499792" y="6087"/>
                </a:lnTo>
                <a:lnTo>
                  <a:pt x="4641215" y="0"/>
                </a:lnTo>
                <a:lnTo>
                  <a:pt x="4651346" y="4991621"/>
                </a:lnTo>
                <a:lnTo>
                  <a:pt x="2490823" y="5000045"/>
                </a:lnTo>
                <a:lnTo>
                  <a:pt x="2241864" y="4987469"/>
                </a:lnTo>
                <a:cubicBezTo>
                  <a:pt x="982857" y="4859562"/>
                  <a:pt x="0" y="3795912"/>
                  <a:pt x="0" y="2503225"/>
                </a:cubicBezTo>
                <a:cubicBezTo>
                  <a:pt x="0" y="1124360"/>
                  <a:pt x="1118272" y="6087"/>
                  <a:pt x="2497138" y="6087"/>
                </a:cubicBezTo>
                <a:close/>
              </a:path>
            </a:pathLst>
          </a:custGeom>
        </p:spPr>
        <p:txBody>
          <a:bodyPr wrap="square" lIns="720000" rIns="720000" bIns="1800000" anchor="ctr" anchorCtr="0">
            <a:noAutofit/>
          </a:bodyPr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 sz="1333" u="none"/>
            </a:lvl1pPr>
          </a:lstStyle>
          <a:p>
            <a:r>
              <a:rPr lang="nb-NO" sz="1400" err="1"/>
              <a:t>Click</a:t>
            </a:r>
            <a:r>
              <a:rPr lang="nb-NO" sz="1400"/>
              <a:t> to </a:t>
            </a:r>
            <a:r>
              <a:rPr lang="nb-NO" sz="1400" err="1"/>
              <a:t>add</a:t>
            </a:r>
            <a:r>
              <a:rPr lang="nb-NO" sz="1400"/>
              <a:t> image</a:t>
            </a:r>
            <a:endParaRPr lang="nb-NO" sz="1400" noProof="1"/>
          </a:p>
        </p:txBody>
      </p:sp>
    </p:spTree>
    <p:extLst>
      <p:ext uri="{BB962C8B-B14F-4D97-AF65-F5344CB8AC3E}">
        <p14:creationId xmlns:p14="http://schemas.microsoft.com/office/powerpoint/2010/main" val="22513165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1/3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661E617-C2A2-46DE-B3FA-922895EFE5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2803" y="547684"/>
            <a:ext cx="6843464" cy="808800"/>
          </a:xfrm>
        </p:spPr>
        <p:txBody>
          <a:bodyPr/>
          <a:lstStyle/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/>
          </a:p>
        </p:txBody>
      </p:sp>
      <p:sp>
        <p:nvSpPr>
          <p:cNvPr id="4" name="Plassholder for bilde 3">
            <a:extLst>
              <a:ext uri="{FF2B5EF4-FFF2-40B4-BE49-F238E27FC236}">
                <a16:creationId xmlns:a16="http://schemas.microsoft.com/office/drawing/2014/main" id="{E6B1C067-05B9-4B79-AEF3-4E7B33DEF2A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87867" y="260351"/>
            <a:ext cx="4127500" cy="5856816"/>
          </a:xfrm>
        </p:spPr>
        <p:txBody>
          <a:bodyPr lIns="720000" rIns="720000" bIns="1800000" anchor="ctr" anchorCtr="0">
            <a:normAutofit/>
          </a:bodyPr>
          <a:lstStyle>
            <a:lvl1pPr marL="0" indent="0" algn="ctr">
              <a:buFontTx/>
              <a:buNone/>
              <a:defRPr sz="1333"/>
            </a:lvl1pPr>
          </a:lstStyle>
          <a:p>
            <a:r>
              <a:rPr lang="nb-NO" sz="1400" err="1"/>
              <a:t>Click</a:t>
            </a:r>
            <a:r>
              <a:rPr lang="nb-NO" sz="1400"/>
              <a:t> </a:t>
            </a:r>
            <a:r>
              <a:rPr lang="nb-NO" sz="1400" err="1"/>
              <a:t>the</a:t>
            </a:r>
            <a:r>
              <a:rPr lang="nb-NO" sz="1400"/>
              <a:t> placeholder and </a:t>
            </a:r>
            <a:r>
              <a:rPr lang="nb-NO" sz="1400" err="1"/>
              <a:t>use</a:t>
            </a:r>
            <a:r>
              <a:rPr lang="nb-NO" sz="1400"/>
              <a:t> </a:t>
            </a:r>
            <a:r>
              <a:rPr lang="nb-NO" sz="1400" err="1"/>
              <a:t>button</a:t>
            </a:r>
            <a:r>
              <a:rPr lang="nb-NO" sz="1400"/>
              <a:t> "</a:t>
            </a:r>
            <a:r>
              <a:rPr lang="nb-NO" sz="1400" err="1"/>
              <a:t>Insert</a:t>
            </a:r>
            <a:r>
              <a:rPr lang="nb-NO" sz="1400"/>
              <a:t> image BrandMaster" to </a:t>
            </a:r>
            <a:r>
              <a:rPr lang="nb-NO" sz="1400" err="1"/>
              <a:t>the</a:t>
            </a:r>
            <a:r>
              <a:rPr lang="nb-NO" sz="1400"/>
              <a:t> far right </a:t>
            </a:r>
            <a:r>
              <a:rPr lang="nb-NO" sz="1400" err="1"/>
              <a:t>on</a:t>
            </a:r>
            <a:r>
              <a:rPr lang="nb-NO" sz="1400"/>
              <a:t> </a:t>
            </a:r>
            <a:r>
              <a:rPr lang="nb-NO" sz="1400" err="1"/>
              <a:t>the</a:t>
            </a:r>
            <a:r>
              <a:rPr lang="nb-NO" sz="1400"/>
              <a:t> </a:t>
            </a:r>
            <a:r>
              <a:rPr lang="nb-NO" sz="1400" err="1"/>
              <a:t>menu</a:t>
            </a:r>
            <a:r>
              <a:rPr lang="nb-NO" sz="1400"/>
              <a:t> "Sett inn/</a:t>
            </a:r>
            <a:r>
              <a:rPr lang="nb-NO" sz="1400" err="1"/>
              <a:t>Insert</a:t>
            </a:r>
            <a:r>
              <a:rPr lang="nb-NO" sz="1400"/>
              <a:t>/</a:t>
            </a:r>
            <a:r>
              <a:rPr lang="nb-NO" sz="1400" err="1"/>
              <a:t>Infoga</a:t>
            </a:r>
            <a:r>
              <a:rPr lang="nb-NO" sz="1400"/>
              <a:t>". </a:t>
            </a:r>
            <a:endParaRPr lang="nb-NO" sz="1400" noProof="1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AB1163-6B86-472C-9B8F-22943C8A8EE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72803" y="1617601"/>
            <a:ext cx="6843464" cy="421169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B89145A-3A7E-4585-8C75-FD50BC120F5F}"/>
              </a:ext>
            </a:extLst>
          </p:cNvPr>
          <p:cNvSpPr txBox="1"/>
          <p:nvPr userDrawn="1"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Text and picture 1/3 left</a:t>
            </a:r>
          </a:p>
        </p:txBody>
      </p:sp>
      <p:sp>
        <p:nvSpPr>
          <p:cNvPr id="8" name="Plassholder for lysbildenummer 1">
            <a:extLst>
              <a:ext uri="{FF2B5EF4-FFF2-40B4-BE49-F238E27FC236}">
                <a16:creationId xmlns:a16="http://schemas.microsoft.com/office/drawing/2014/main" id="{9606BE06-8980-4E4C-B103-F2035AF09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258436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2086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s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4" y="554084"/>
            <a:ext cx="11040533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CA8F7157-E8B4-474C-8D57-99BB9FD43947}"/>
              </a:ext>
            </a:extLst>
          </p:cNvPr>
          <p:cNvSpPr txBox="1"/>
          <p:nvPr/>
        </p:nvSpPr>
        <p:spPr>
          <a:xfrm>
            <a:off x="0" y="-381828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Two-columns comparison</a:t>
            </a:r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72A1B737-3F65-D345-BE96-164FDAC030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39934" y="1617134"/>
            <a:ext cx="5376333" cy="421216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2000"/>
            </a:lvl1pPr>
            <a:lvl2pPr marL="6351" indent="0">
              <a:buNone/>
              <a:tabLst/>
              <a:defRPr sz="2000" b="1"/>
            </a:lvl2pPr>
            <a:lvl3pPr marL="296326" indent="-289977">
              <a:tabLst/>
              <a:defRPr sz="2000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3" name="Plassholder for tekst 7">
            <a:extLst>
              <a:ext uri="{FF2B5EF4-FFF2-40B4-BE49-F238E27FC236}">
                <a16:creationId xmlns:a16="http://schemas.microsoft.com/office/drawing/2014/main" id="{60EBD655-1984-954F-986F-72C85D8297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5734" y="1617134"/>
            <a:ext cx="5376333" cy="421216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2000"/>
            </a:lvl1pPr>
            <a:lvl2pPr marL="6351" indent="0">
              <a:buNone/>
              <a:tabLst/>
              <a:defRPr sz="2000" b="1"/>
            </a:lvl2pPr>
            <a:lvl3pPr marL="296326" indent="-289977">
              <a:tabLst/>
              <a:defRPr sz="2000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6" name="Plassholder for lysbildenummer 1">
            <a:extLst>
              <a:ext uri="{FF2B5EF4-FFF2-40B4-BE49-F238E27FC236}">
                <a16:creationId xmlns:a16="http://schemas.microsoft.com/office/drawing/2014/main" id="{8DFAD86D-5AF0-47A7-BA41-C222DBCB8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375905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75734" y="548217"/>
            <a:ext cx="11040533" cy="808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933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nb-NO"/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6C1E7DB7-7266-3C41-97CE-B836463FDC42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Three columns</a:t>
            </a:r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67F07CC3-2627-0044-A0E1-8402BC248D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733" y="1617134"/>
            <a:ext cx="3505200" cy="421216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2000"/>
            </a:lvl1pPr>
            <a:lvl2pPr marL="6351" indent="0">
              <a:buNone/>
              <a:tabLst/>
              <a:defRPr sz="2000" b="1"/>
            </a:lvl2pPr>
            <a:lvl3pPr marL="296326" indent="-289977">
              <a:tabLst/>
              <a:defRPr sz="2000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7" name="Plassholder for tekst 7">
            <a:extLst>
              <a:ext uri="{FF2B5EF4-FFF2-40B4-BE49-F238E27FC236}">
                <a16:creationId xmlns:a16="http://schemas.microsoft.com/office/drawing/2014/main" id="{18A1728C-9522-4626-A7CE-E74A845ABD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3400" y="1617134"/>
            <a:ext cx="3505200" cy="421216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2000"/>
            </a:lvl1pPr>
            <a:lvl2pPr marL="6351" indent="0">
              <a:buNone/>
              <a:tabLst/>
              <a:defRPr sz="2000" b="1"/>
            </a:lvl2pPr>
            <a:lvl3pPr marL="296326" indent="-289977">
              <a:tabLst/>
              <a:defRPr sz="2000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8" name="Plassholder for tekst 7">
            <a:extLst>
              <a:ext uri="{FF2B5EF4-FFF2-40B4-BE49-F238E27FC236}">
                <a16:creationId xmlns:a16="http://schemas.microsoft.com/office/drawing/2014/main" id="{EC613140-D87D-4DD9-B501-0C7D380084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11067" y="1617134"/>
            <a:ext cx="3505200" cy="421216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2000"/>
            </a:lvl1pPr>
            <a:lvl2pPr marL="6351" indent="0">
              <a:buNone/>
              <a:tabLst/>
              <a:defRPr sz="2000" b="1"/>
            </a:lvl2pPr>
            <a:lvl3pPr marL="296326" indent="-289977">
              <a:tabLst/>
              <a:defRPr sz="2000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7" name="Plassholder for lysbildenummer 1">
            <a:extLst>
              <a:ext uri="{FF2B5EF4-FFF2-40B4-BE49-F238E27FC236}">
                <a16:creationId xmlns:a16="http://schemas.microsoft.com/office/drawing/2014/main" id="{D6B3A6C6-4BF5-474B-AA99-F2207A6A4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837492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ssholder for tekst 7">
            <a:extLst>
              <a:ext uri="{FF2B5EF4-FFF2-40B4-BE49-F238E27FC236}">
                <a16:creationId xmlns:a16="http://schemas.microsoft.com/office/drawing/2014/main" id="{3D668621-7CFC-1B46-9E33-33B4E7B100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5733" y="1617134"/>
            <a:ext cx="2624667" cy="421216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1867"/>
            </a:lvl1pPr>
            <a:lvl2pPr marL="6351" indent="0">
              <a:buNone/>
              <a:tabLst/>
              <a:defRPr sz="1867" b="1"/>
            </a:lvl2pPr>
            <a:lvl3pPr marL="296326" indent="-289977">
              <a:tabLst/>
              <a:defRPr sz="1867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EDD9A8B8-9E9C-9B4A-8337-0CBFBFC32B95}"/>
              </a:ext>
            </a:extLst>
          </p:cNvPr>
          <p:cNvSpPr txBox="1"/>
          <p:nvPr/>
        </p:nvSpPr>
        <p:spPr>
          <a:xfrm>
            <a:off x="0" y="-383629"/>
            <a:ext cx="342971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Four columns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4" y="548217"/>
            <a:ext cx="11040533" cy="8088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13" name="Plassholder for tekst 7">
            <a:extLst>
              <a:ext uri="{FF2B5EF4-FFF2-40B4-BE49-F238E27FC236}">
                <a16:creationId xmlns:a16="http://schemas.microsoft.com/office/drawing/2014/main" id="{BC08ADEA-C3BD-44F7-AB5F-962C1B9FF5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0900" y="1617134"/>
            <a:ext cx="2624667" cy="421216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1867"/>
            </a:lvl1pPr>
            <a:lvl2pPr marL="6351" indent="0">
              <a:buNone/>
              <a:tabLst/>
              <a:defRPr sz="1867" b="1"/>
            </a:lvl2pPr>
            <a:lvl3pPr marL="296326" indent="-289977">
              <a:tabLst/>
              <a:defRPr sz="1867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8" name="Plassholder for tekst 7">
            <a:extLst>
              <a:ext uri="{FF2B5EF4-FFF2-40B4-BE49-F238E27FC236}">
                <a16:creationId xmlns:a16="http://schemas.microsoft.com/office/drawing/2014/main" id="{B257CB65-85D8-42AB-BFEB-B9FC45812D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91249" y="1617133"/>
            <a:ext cx="2624667" cy="4212168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1867"/>
            </a:lvl1pPr>
            <a:lvl2pPr marL="6351" indent="0">
              <a:buNone/>
              <a:tabLst/>
              <a:defRPr sz="1867" b="1"/>
            </a:lvl2pPr>
            <a:lvl3pPr marL="296326" indent="-289977">
              <a:tabLst/>
              <a:defRPr sz="1867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9" name="Plassholder for tekst 7">
            <a:extLst>
              <a:ext uri="{FF2B5EF4-FFF2-40B4-BE49-F238E27FC236}">
                <a16:creationId xmlns:a16="http://schemas.microsoft.com/office/drawing/2014/main" id="{94F1FA59-856C-45D2-BB5C-3EE8E83BA5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1600" y="1617134"/>
            <a:ext cx="2624667" cy="421216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1867"/>
            </a:lvl1pPr>
            <a:lvl2pPr marL="6351" indent="0">
              <a:buNone/>
              <a:tabLst/>
              <a:defRPr sz="1867" b="1"/>
            </a:lvl2pPr>
            <a:lvl3pPr marL="296326" indent="-289977">
              <a:tabLst/>
              <a:defRPr sz="1867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8" name="Plassholder for lysbildenummer 1">
            <a:extLst>
              <a:ext uri="{FF2B5EF4-FFF2-40B4-BE49-F238E27FC236}">
                <a16:creationId xmlns:a16="http://schemas.microsoft.com/office/drawing/2014/main" id="{165FB570-A32C-4250-8D97-A234097CF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533330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 with icon -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AAA4743-4A79-4507-89C1-9C095A7D9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nb-NO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924621AD-F7D7-46BB-86F6-CB1F0DDA9BEE}"/>
              </a:ext>
            </a:extLst>
          </p:cNvPr>
          <p:cNvSpPr/>
          <p:nvPr userDrawn="1"/>
        </p:nvSpPr>
        <p:spPr>
          <a:xfrm>
            <a:off x="575734" y="1617135"/>
            <a:ext cx="5376333" cy="1953381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42E6CEB5-5F8F-41F4-8440-2821B5147513}"/>
              </a:ext>
            </a:extLst>
          </p:cNvPr>
          <p:cNvSpPr/>
          <p:nvPr userDrawn="1"/>
        </p:nvSpPr>
        <p:spPr>
          <a:xfrm>
            <a:off x="6239936" y="1617134"/>
            <a:ext cx="5376333" cy="1953383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13" name="Plassholder for bilde 11">
            <a:extLst>
              <a:ext uri="{FF2B5EF4-FFF2-40B4-BE49-F238E27FC236}">
                <a16:creationId xmlns:a16="http://schemas.microsoft.com/office/drawing/2014/main" id="{4B8CBA88-BB36-456E-8EF4-757C37280CB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86751" y="2001356"/>
            <a:ext cx="1182031" cy="11838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r>
              <a:rPr lang="nb-NO" err="1"/>
              <a:t>Icon</a:t>
            </a:r>
            <a:endParaRPr lang="nb-NO"/>
          </a:p>
        </p:txBody>
      </p:sp>
      <p:sp>
        <p:nvSpPr>
          <p:cNvPr id="14" name="Plassholder for tekst 16">
            <a:extLst>
              <a:ext uri="{FF2B5EF4-FFF2-40B4-BE49-F238E27FC236}">
                <a16:creationId xmlns:a16="http://schemas.microsoft.com/office/drawing/2014/main" id="{8F8CAB98-8B6F-4334-9F9E-82F04B751E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5834" y="1920425"/>
            <a:ext cx="2876551" cy="1390649"/>
          </a:xfrm>
          <a:noFill/>
        </p:spPr>
        <p:txBody>
          <a:bodyPr/>
          <a:lstStyle>
            <a:lvl1pPr marL="0" indent="0">
              <a:buNone/>
              <a:defRPr/>
            </a:lvl1pPr>
            <a:lvl2pPr marL="191995" indent="0">
              <a:buNone/>
              <a:defRPr/>
            </a:lvl2pPr>
          </a:lstStyle>
          <a:p>
            <a:pPr lvl="0"/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15" name="Plassholder for tekst 16">
            <a:extLst>
              <a:ext uri="{FF2B5EF4-FFF2-40B4-BE49-F238E27FC236}">
                <a16:creationId xmlns:a16="http://schemas.microsoft.com/office/drawing/2014/main" id="{80705CD0-FAA1-414C-BB01-2DFEE841CE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76073" y="1920425"/>
            <a:ext cx="2876551" cy="1390649"/>
          </a:xfrm>
          <a:noFill/>
        </p:spPr>
        <p:txBody>
          <a:bodyPr/>
          <a:lstStyle>
            <a:lvl1pPr marL="0" indent="0">
              <a:buNone/>
              <a:defRPr/>
            </a:lvl1pPr>
            <a:lvl2pPr marL="191995" indent="0">
              <a:buNone/>
              <a:defRPr/>
            </a:lvl2pPr>
          </a:lstStyle>
          <a:p>
            <a:pPr lvl="0"/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16" name="Plassholder for bilde 11">
            <a:extLst>
              <a:ext uri="{FF2B5EF4-FFF2-40B4-BE49-F238E27FC236}">
                <a16:creationId xmlns:a16="http://schemas.microsoft.com/office/drawing/2014/main" id="{8DABA7E5-1EC3-4958-B4A7-ED5CCE8422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98898" y="2001356"/>
            <a:ext cx="1182031" cy="11838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r>
              <a:rPr lang="nb-NO" err="1"/>
              <a:t>Icon</a:t>
            </a:r>
            <a:endParaRPr lang="nb-NO"/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6EC4880-BF9B-43DE-AE1F-9B902C488928}"/>
              </a:ext>
            </a:extLst>
          </p:cNvPr>
          <p:cNvSpPr/>
          <p:nvPr userDrawn="1"/>
        </p:nvSpPr>
        <p:spPr>
          <a:xfrm>
            <a:off x="573311" y="3873806"/>
            <a:ext cx="5376333" cy="1953381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1027931D-A958-4684-B486-7A5C658721E1}"/>
              </a:ext>
            </a:extLst>
          </p:cNvPr>
          <p:cNvSpPr/>
          <p:nvPr userDrawn="1"/>
        </p:nvSpPr>
        <p:spPr>
          <a:xfrm>
            <a:off x="6237514" y="3873805"/>
            <a:ext cx="5376333" cy="1953383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19" name="Plassholder for bilde 11">
            <a:extLst>
              <a:ext uri="{FF2B5EF4-FFF2-40B4-BE49-F238E27FC236}">
                <a16:creationId xmlns:a16="http://schemas.microsoft.com/office/drawing/2014/main" id="{711D8455-889E-4B83-BC8A-AB53FF2AE8E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84329" y="4258027"/>
            <a:ext cx="1182031" cy="11838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r>
              <a:rPr lang="nb-NO" err="1"/>
              <a:t>Icon</a:t>
            </a:r>
            <a:endParaRPr lang="nb-NO"/>
          </a:p>
        </p:txBody>
      </p:sp>
      <p:sp>
        <p:nvSpPr>
          <p:cNvPr id="20" name="Plassholder for tekst 16">
            <a:extLst>
              <a:ext uri="{FF2B5EF4-FFF2-40B4-BE49-F238E27FC236}">
                <a16:creationId xmlns:a16="http://schemas.microsoft.com/office/drawing/2014/main" id="{D6D6C47F-0E92-4C79-847E-3EA1BF4DC4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43411" y="4177096"/>
            <a:ext cx="2876551" cy="1390649"/>
          </a:xfrm>
          <a:noFill/>
        </p:spPr>
        <p:txBody>
          <a:bodyPr/>
          <a:lstStyle>
            <a:lvl1pPr marL="0" indent="0">
              <a:buNone/>
              <a:defRPr/>
            </a:lvl1pPr>
            <a:lvl2pPr marL="191995" indent="0">
              <a:buNone/>
              <a:defRPr/>
            </a:lvl2pPr>
          </a:lstStyle>
          <a:p>
            <a:pPr lvl="0"/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21" name="Plassholder for tekst 16">
            <a:extLst>
              <a:ext uri="{FF2B5EF4-FFF2-40B4-BE49-F238E27FC236}">
                <a16:creationId xmlns:a16="http://schemas.microsoft.com/office/drawing/2014/main" id="{6C544775-12F6-4075-98E9-242F1E4409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73650" y="4177096"/>
            <a:ext cx="2876551" cy="1390649"/>
          </a:xfrm>
          <a:noFill/>
        </p:spPr>
        <p:txBody>
          <a:bodyPr/>
          <a:lstStyle>
            <a:lvl1pPr marL="0" indent="0">
              <a:buNone/>
              <a:defRPr/>
            </a:lvl1pPr>
            <a:lvl2pPr marL="191995" indent="0">
              <a:buNone/>
              <a:defRPr/>
            </a:lvl2pPr>
          </a:lstStyle>
          <a:p>
            <a:pPr lvl="0"/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22" name="Plassholder for bilde 11">
            <a:extLst>
              <a:ext uri="{FF2B5EF4-FFF2-40B4-BE49-F238E27FC236}">
                <a16:creationId xmlns:a16="http://schemas.microsoft.com/office/drawing/2014/main" id="{41E826F1-3605-41F7-B5AF-932B02E4BB3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96475" y="4258027"/>
            <a:ext cx="1182031" cy="11838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r>
              <a:rPr lang="nb-NO" err="1"/>
              <a:t>Icon</a:t>
            </a:r>
            <a:endParaRPr lang="nb-NO"/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664B9941-9C8E-4679-919E-35F528399117}"/>
              </a:ext>
            </a:extLst>
          </p:cNvPr>
          <p:cNvSpPr txBox="1"/>
          <p:nvPr userDrawn="1"/>
        </p:nvSpPr>
        <p:spPr>
          <a:xfrm>
            <a:off x="0" y="-383629"/>
            <a:ext cx="342971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Four boxes with icon - beige</a:t>
            </a:r>
          </a:p>
        </p:txBody>
      </p:sp>
      <p:sp>
        <p:nvSpPr>
          <p:cNvPr id="24" name="Plassholder for lysbildenummer 1">
            <a:extLst>
              <a:ext uri="{FF2B5EF4-FFF2-40B4-BE49-F238E27FC236}">
                <a16:creationId xmlns:a16="http://schemas.microsoft.com/office/drawing/2014/main" id="{A340464E-3CAF-444F-9054-38B24D495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5438418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oxes with icon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AAA4743-4A79-4507-89C1-9C095A7D97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nb-NO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924621AD-F7D7-46BB-86F6-CB1F0DDA9BEE}"/>
              </a:ext>
            </a:extLst>
          </p:cNvPr>
          <p:cNvSpPr/>
          <p:nvPr userDrawn="1"/>
        </p:nvSpPr>
        <p:spPr>
          <a:xfrm>
            <a:off x="575734" y="1617135"/>
            <a:ext cx="5376333" cy="1953381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42E6CEB5-5F8F-41F4-8440-2821B5147513}"/>
              </a:ext>
            </a:extLst>
          </p:cNvPr>
          <p:cNvSpPr/>
          <p:nvPr userDrawn="1"/>
        </p:nvSpPr>
        <p:spPr>
          <a:xfrm>
            <a:off x="6239936" y="1617134"/>
            <a:ext cx="5376333" cy="1953383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13" name="Plassholder for bilde 11">
            <a:extLst>
              <a:ext uri="{FF2B5EF4-FFF2-40B4-BE49-F238E27FC236}">
                <a16:creationId xmlns:a16="http://schemas.microsoft.com/office/drawing/2014/main" id="{4B8CBA88-BB36-456E-8EF4-757C37280CB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86751" y="2001356"/>
            <a:ext cx="1182031" cy="11838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r>
              <a:rPr lang="nb-NO" err="1"/>
              <a:t>Icon</a:t>
            </a:r>
            <a:endParaRPr lang="nb-NO"/>
          </a:p>
        </p:txBody>
      </p:sp>
      <p:sp>
        <p:nvSpPr>
          <p:cNvPr id="14" name="Plassholder for tekst 16">
            <a:extLst>
              <a:ext uri="{FF2B5EF4-FFF2-40B4-BE49-F238E27FC236}">
                <a16:creationId xmlns:a16="http://schemas.microsoft.com/office/drawing/2014/main" id="{8F8CAB98-8B6F-4334-9F9E-82F04B751E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5834" y="1920425"/>
            <a:ext cx="2876551" cy="1390649"/>
          </a:xfrm>
          <a:noFill/>
        </p:spPr>
        <p:txBody>
          <a:bodyPr/>
          <a:lstStyle>
            <a:lvl1pPr marL="0" indent="0">
              <a:buNone/>
              <a:defRPr/>
            </a:lvl1pPr>
            <a:lvl2pPr marL="191995" indent="0">
              <a:buNone/>
              <a:defRPr/>
            </a:lvl2pPr>
          </a:lstStyle>
          <a:p>
            <a:pPr lvl="0"/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15" name="Plassholder for tekst 16">
            <a:extLst>
              <a:ext uri="{FF2B5EF4-FFF2-40B4-BE49-F238E27FC236}">
                <a16:creationId xmlns:a16="http://schemas.microsoft.com/office/drawing/2014/main" id="{80705CD0-FAA1-414C-BB01-2DFEE841CE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76073" y="1920425"/>
            <a:ext cx="2876551" cy="1390649"/>
          </a:xfrm>
          <a:noFill/>
        </p:spPr>
        <p:txBody>
          <a:bodyPr/>
          <a:lstStyle>
            <a:lvl1pPr marL="0" indent="0">
              <a:buNone/>
              <a:defRPr/>
            </a:lvl1pPr>
            <a:lvl2pPr marL="191995" indent="0">
              <a:buNone/>
              <a:defRPr/>
            </a:lvl2pPr>
          </a:lstStyle>
          <a:p>
            <a:pPr lvl="0"/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16" name="Plassholder for bilde 11">
            <a:extLst>
              <a:ext uri="{FF2B5EF4-FFF2-40B4-BE49-F238E27FC236}">
                <a16:creationId xmlns:a16="http://schemas.microsoft.com/office/drawing/2014/main" id="{8DABA7E5-1EC3-4958-B4A7-ED5CCE8422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698898" y="2001356"/>
            <a:ext cx="1182031" cy="11838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r>
              <a:rPr lang="nb-NO" err="1"/>
              <a:t>Icon</a:t>
            </a:r>
            <a:endParaRPr lang="nb-NO"/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66EC4880-BF9B-43DE-AE1F-9B902C488928}"/>
              </a:ext>
            </a:extLst>
          </p:cNvPr>
          <p:cNvSpPr/>
          <p:nvPr userDrawn="1"/>
        </p:nvSpPr>
        <p:spPr>
          <a:xfrm>
            <a:off x="573311" y="3873806"/>
            <a:ext cx="5376333" cy="1953381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1027931D-A958-4684-B486-7A5C658721E1}"/>
              </a:ext>
            </a:extLst>
          </p:cNvPr>
          <p:cNvSpPr/>
          <p:nvPr userDrawn="1"/>
        </p:nvSpPr>
        <p:spPr>
          <a:xfrm>
            <a:off x="6237514" y="3873805"/>
            <a:ext cx="5376333" cy="1953383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19" name="Plassholder for bilde 11">
            <a:extLst>
              <a:ext uri="{FF2B5EF4-FFF2-40B4-BE49-F238E27FC236}">
                <a16:creationId xmlns:a16="http://schemas.microsoft.com/office/drawing/2014/main" id="{711D8455-889E-4B83-BC8A-AB53FF2AE8E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84329" y="4258027"/>
            <a:ext cx="1182031" cy="11838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r>
              <a:rPr lang="nb-NO" err="1"/>
              <a:t>Icon</a:t>
            </a:r>
            <a:endParaRPr lang="nb-NO"/>
          </a:p>
        </p:txBody>
      </p:sp>
      <p:sp>
        <p:nvSpPr>
          <p:cNvPr id="20" name="Plassholder for tekst 16">
            <a:extLst>
              <a:ext uri="{FF2B5EF4-FFF2-40B4-BE49-F238E27FC236}">
                <a16:creationId xmlns:a16="http://schemas.microsoft.com/office/drawing/2014/main" id="{D6D6C47F-0E92-4C79-847E-3EA1BF4DC45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43411" y="4177096"/>
            <a:ext cx="2876551" cy="1390649"/>
          </a:xfrm>
          <a:noFill/>
        </p:spPr>
        <p:txBody>
          <a:bodyPr/>
          <a:lstStyle>
            <a:lvl1pPr marL="0" indent="0">
              <a:buNone/>
              <a:defRPr/>
            </a:lvl1pPr>
            <a:lvl2pPr marL="191995" indent="0">
              <a:buNone/>
              <a:defRPr/>
            </a:lvl2pPr>
          </a:lstStyle>
          <a:p>
            <a:pPr lvl="0"/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21" name="Plassholder for tekst 16">
            <a:extLst>
              <a:ext uri="{FF2B5EF4-FFF2-40B4-BE49-F238E27FC236}">
                <a16:creationId xmlns:a16="http://schemas.microsoft.com/office/drawing/2014/main" id="{6C544775-12F6-4075-98E9-242F1E44097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73650" y="4177096"/>
            <a:ext cx="2876551" cy="1390649"/>
          </a:xfrm>
          <a:noFill/>
        </p:spPr>
        <p:txBody>
          <a:bodyPr/>
          <a:lstStyle>
            <a:lvl1pPr marL="0" indent="0">
              <a:buNone/>
              <a:defRPr/>
            </a:lvl1pPr>
            <a:lvl2pPr marL="191995" indent="0">
              <a:buNone/>
              <a:defRPr/>
            </a:lvl2pPr>
          </a:lstStyle>
          <a:p>
            <a:pPr lvl="0"/>
            <a:r>
              <a:rPr lang="nb-NO" err="1"/>
              <a:t>Click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22" name="Plassholder for bilde 11">
            <a:extLst>
              <a:ext uri="{FF2B5EF4-FFF2-40B4-BE49-F238E27FC236}">
                <a16:creationId xmlns:a16="http://schemas.microsoft.com/office/drawing/2014/main" id="{41E826F1-3605-41F7-B5AF-932B02E4BB3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696475" y="4258027"/>
            <a:ext cx="1182031" cy="118383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/>
            </a:lvl1pPr>
          </a:lstStyle>
          <a:p>
            <a:r>
              <a:rPr lang="nb-NO" err="1"/>
              <a:t>Icon</a:t>
            </a:r>
            <a:endParaRPr lang="nb-NO"/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6A3B5894-6ED0-4649-90E1-104C1A305843}"/>
              </a:ext>
            </a:extLst>
          </p:cNvPr>
          <p:cNvSpPr txBox="1"/>
          <p:nvPr userDrawn="1"/>
        </p:nvSpPr>
        <p:spPr>
          <a:xfrm>
            <a:off x="0" y="-383629"/>
            <a:ext cx="342971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Four boxes with icon - green</a:t>
            </a:r>
          </a:p>
        </p:txBody>
      </p:sp>
      <p:sp>
        <p:nvSpPr>
          <p:cNvPr id="24" name="Plassholder for lysbildenummer 1">
            <a:extLst>
              <a:ext uri="{FF2B5EF4-FFF2-40B4-BE49-F238E27FC236}">
                <a16:creationId xmlns:a16="http://schemas.microsoft.com/office/drawing/2014/main" id="{17A43174-42AA-4168-BC91-810C5AD9F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59315338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am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4" y="556771"/>
            <a:ext cx="11040533" cy="8088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EDD9A8B8-9E9C-9B4A-8337-0CBFBFC32B95}"/>
              </a:ext>
            </a:extLst>
          </p:cNvPr>
          <p:cNvSpPr txBox="1"/>
          <p:nvPr/>
        </p:nvSpPr>
        <p:spPr>
          <a:xfrm>
            <a:off x="0" y="-383629"/>
            <a:ext cx="342971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Title and team presentation</a:t>
            </a:r>
          </a:p>
        </p:txBody>
      </p:sp>
      <p:sp>
        <p:nvSpPr>
          <p:cNvPr id="47" name="Plassholder for bilde 14">
            <a:extLst>
              <a:ext uri="{FF2B5EF4-FFF2-40B4-BE49-F238E27FC236}">
                <a16:creationId xmlns:a16="http://schemas.microsoft.com/office/drawing/2014/main" id="{12AB5CF8-7129-478C-885D-AE4D02F6E38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6056" y="1679392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333"/>
            </a:lvl1pPr>
          </a:lstStyle>
          <a:p>
            <a:r>
              <a:rPr lang="nb-NO" err="1"/>
              <a:t>Insert</a:t>
            </a:r>
            <a:r>
              <a:rPr lang="nb-NO"/>
              <a:t> image</a:t>
            </a:r>
          </a:p>
        </p:txBody>
      </p:sp>
      <p:sp>
        <p:nvSpPr>
          <p:cNvPr id="48" name="Plassholder for bilde 16">
            <a:extLst>
              <a:ext uri="{FF2B5EF4-FFF2-40B4-BE49-F238E27FC236}">
                <a16:creationId xmlns:a16="http://schemas.microsoft.com/office/drawing/2014/main" id="{330099D6-2560-428C-9912-D91D84708B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1080" y="1679392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333"/>
            </a:lvl1pPr>
          </a:lstStyle>
          <a:p>
            <a:r>
              <a:rPr lang="nb-NO" err="1"/>
              <a:t>Insert</a:t>
            </a:r>
            <a:r>
              <a:rPr lang="nb-NO"/>
              <a:t> image</a:t>
            </a:r>
          </a:p>
        </p:txBody>
      </p:sp>
      <p:sp>
        <p:nvSpPr>
          <p:cNvPr id="49" name="Plassholder for bilde 18">
            <a:extLst>
              <a:ext uri="{FF2B5EF4-FFF2-40B4-BE49-F238E27FC236}">
                <a16:creationId xmlns:a16="http://schemas.microsoft.com/office/drawing/2014/main" id="{B1DC65BC-775F-4981-B78A-EBA2671DD98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208730" y="1679392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333"/>
            </a:lvl1pPr>
          </a:lstStyle>
          <a:p>
            <a:r>
              <a:rPr lang="nb-NO" err="1"/>
              <a:t>Insert</a:t>
            </a:r>
            <a:r>
              <a:rPr lang="nb-NO"/>
              <a:t> image</a:t>
            </a:r>
          </a:p>
        </p:txBody>
      </p:sp>
      <p:sp>
        <p:nvSpPr>
          <p:cNvPr id="50" name="Plassholder for tekst 3">
            <a:extLst>
              <a:ext uri="{FF2B5EF4-FFF2-40B4-BE49-F238E27FC236}">
                <a16:creationId xmlns:a16="http://schemas.microsoft.com/office/drawing/2014/main" id="{9EFAE50D-B78C-440B-829D-ADD0300614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62742" y="1617133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endParaRPr lang="nb-NO"/>
          </a:p>
        </p:txBody>
      </p:sp>
      <p:sp>
        <p:nvSpPr>
          <p:cNvPr id="51" name="Plassholder for tekst 5">
            <a:extLst>
              <a:ext uri="{FF2B5EF4-FFF2-40B4-BE49-F238E27FC236}">
                <a16:creationId xmlns:a16="http://schemas.microsoft.com/office/drawing/2014/main" id="{B12F6E99-96F6-4F12-995E-C27E168973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63555" y="2211803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52" name="Plassholder for tekst 3">
            <a:extLst>
              <a:ext uri="{FF2B5EF4-FFF2-40B4-BE49-F238E27FC236}">
                <a16:creationId xmlns:a16="http://schemas.microsoft.com/office/drawing/2014/main" id="{9292159D-A239-427B-9C9D-3DA70F8998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88785" y="1617133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53" name="Plassholder for tekst 5">
            <a:extLst>
              <a:ext uri="{FF2B5EF4-FFF2-40B4-BE49-F238E27FC236}">
                <a16:creationId xmlns:a16="http://schemas.microsoft.com/office/drawing/2014/main" id="{070CF4F3-3986-49FB-98F1-457933BBCE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89597" y="2211803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54" name="Plassholder for tekst 3">
            <a:extLst>
              <a:ext uri="{FF2B5EF4-FFF2-40B4-BE49-F238E27FC236}">
                <a16:creationId xmlns:a16="http://schemas.microsoft.com/office/drawing/2014/main" id="{9A939696-8DE8-4A64-8BE1-29257614CC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37133" y="1617133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55" name="Plassholder for tekst 5">
            <a:extLst>
              <a:ext uri="{FF2B5EF4-FFF2-40B4-BE49-F238E27FC236}">
                <a16:creationId xmlns:a16="http://schemas.microsoft.com/office/drawing/2014/main" id="{EA7C6B97-E847-4CC9-8D9A-B7F90BE570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37945" y="2211803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56" name="Plassholder for bilde 14">
            <a:extLst>
              <a:ext uri="{FF2B5EF4-FFF2-40B4-BE49-F238E27FC236}">
                <a16:creationId xmlns:a16="http://schemas.microsoft.com/office/drawing/2014/main" id="{89E24870-5F9F-4684-860E-648C088D536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75734" y="3717957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333"/>
            </a:lvl1pPr>
          </a:lstStyle>
          <a:p>
            <a:r>
              <a:rPr lang="nb-NO" err="1"/>
              <a:t>Insert</a:t>
            </a:r>
            <a:r>
              <a:rPr lang="nb-NO"/>
              <a:t> image</a:t>
            </a:r>
          </a:p>
        </p:txBody>
      </p:sp>
      <p:sp>
        <p:nvSpPr>
          <p:cNvPr id="57" name="Plassholder for bilde 16">
            <a:extLst>
              <a:ext uri="{FF2B5EF4-FFF2-40B4-BE49-F238E27FC236}">
                <a16:creationId xmlns:a16="http://schemas.microsoft.com/office/drawing/2014/main" id="{7EA246E5-5B1D-48D5-BED7-4D5BA8C70E8F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380758" y="3717957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333"/>
            </a:lvl1pPr>
          </a:lstStyle>
          <a:p>
            <a:r>
              <a:rPr lang="nb-NO" err="1"/>
              <a:t>Insert</a:t>
            </a:r>
            <a:r>
              <a:rPr lang="nb-NO"/>
              <a:t> image</a:t>
            </a:r>
          </a:p>
        </p:txBody>
      </p:sp>
      <p:sp>
        <p:nvSpPr>
          <p:cNvPr id="58" name="Plassholder for bilde 18">
            <a:extLst>
              <a:ext uri="{FF2B5EF4-FFF2-40B4-BE49-F238E27FC236}">
                <a16:creationId xmlns:a16="http://schemas.microsoft.com/office/drawing/2014/main" id="{7F0D1F2D-5251-4151-947B-EE0C97101EE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208409" y="3717957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333"/>
            </a:lvl1pPr>
          </a:lstStyle>
          <a:p>
            <a:r>
              <a:rPr lang="nb-NO" err="1"/>
              <a:t>Insert</a:t>
            </a:r>
            <a:r>
              <a:rPr lang="nb-NO"/>
              <a:t> image</a:t>
            </a:r>
          </a:p>
        </p:txBody>
      </p:sp>
      <p:sp>
        <p:nvSpPr>
          <p:cNvPr id="59" name="Plassholder for tekst 3">
            <a:extLst>
              <a:ext uri="{FF2B5EF4-FFF2-40B4-BE49-F238E27FC236}">
                <a16:creationId xmlns:a16="http://schemas.microsoft.com/office/drawing/2014/main" id="{8E57CF47-BD3D-427A-9D30-ADAC119151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62421" y="3655699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60" name="Plassholder for tekst 5">
            <a:extLst>
              <a:ext uri="{FF2B5EF4-FFF2-40B4-BE49-F238E27FC236}">
                <a16:creationId xmlns:a16="http://schemas.microsoft.com/office/drawing/2014/main" id="{D4D5925C-D0AF-4F60-AC6A-7C6322551E1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63233" y="4250368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61" name="Plassholder for tekst 3">
            <a:extLst>
              <a:ext uri="{FF2B5EF4-FFF2-40B4-BE49-F238E27FC236}">
                <a16:creationId xmlns:a16="http://schemas.microsoft.com/office/drawing/2014/main" id="{8024A119-F365-4FFE-9B32-A6CDC29C3C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88463" y="3655699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62" name="Plassholder for tekst 5">
            <a:extLst>
              <a:ext uri="{FF2B5EF4-FFF2-40B4-BE49-F238E27FC236}">
                <a16:creationId xmlns:a16="http://schemas.microsoft.com/office/drawing/2014/main" id="{5400F042-8A97-457D-B494-10D6D55F60F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89276" y="4250368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63" name="Plassholder for tekst 3">
            <a:extLst>
              <a:ext uri="{FF2B5EF4-FFF2-40B4-BE49-F238E27FC236}">
                <a16:creationId xmlns:a16="http://schemas.microsoft.com/office/drawing/2014/main" id="{4C2D684F-AA58-4266-BE8F-9D039F826C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836811" y="3655699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64" name="Plassholder for tekst 5">
            <a:extLst>
              <a:ext uri="{FF2B5EF4-FFF2-40B4-BE49-F238E27FC236}">
                <a16:creationId xmlns:a16="http://schemas.microsoft.com/office/drawing/2014/main" id="{EA439540-9F4A-4C90-A0E3-A24A710D32B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837624" y="4250368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22" name="Plassholder for lysbildenummer 1">
            <a:extLst>
              <a:ext uri="{FF2B5EF4-FFF2-40B4-BE49-F238E27FC236}">
                <a16:creationId xmlns:a16="http://schemas.microsoft.com/office/drawing/2014/main" id="{EC2F55FA-6D31-458B-B1BD-393F0AC5E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117140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picture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11">
            <a:extLst>
              <a:ext uri="{FF2B5EF4-FFF2-40B4-BE49-F238E27FC236}">
                <a16:creationId xmlns:a16="http://schemas.microsoft.com/office/drawing/2014/main" id="{A9C0C1D0-481B-4F32-AFB2-D7876FDD8901}"/>
              </a:ext>
            </a:extLst>
          </p:cNvPr>
          <p:cNvSpPr/>
          <p:nvPr/>
        </p:nvSpPr>
        <p:spPr>
          <a:xfrm>
            <a:off x="0" y="-11953"/>
            <a:ext cx="12192000" cy="6412753"/>
          </a:xfrm>
          <a:prstGeom prst="rect">
            <a:avLst/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A71209F6-E47F-3046-BE0F-1D488045D6DB}"/>
              </a:ext>
            </a:extLst>
          </p:cNvPr>
          <p:cNvSpPr txBox="1"/>
          <p:nvPr/>
        </p:nvSpPr>
        <p:spPr>
          <a:xfrm>
            <a:off x="0" y="-381828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Quote and picture beige</a:t>
            </a:r>
          </a:p>
        </p:txBody>
      </p:sp>
      <p:sp>
        <p:nvSpPr>
          <p:cNvPr id="10" name="Plassholder for tekst 4">
            <a:extLst>
              <a:ext uri="{FF2B5EF4-FFF2-40B4-BE49-F238E27FC236}">
                <a16:creationId xmlns:a16="http://schemas.microsoft.com/office/drawing/2014/main" id="{21A6F0F6-8E22-4AD7-9A79-2867004F5B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0200" y="1284427"/>
            <a:ext cx="4936067" cy="3263188"/>
          </a:xfrm>
        </p:spPr>
        <p:txBody>
          <a:bodyPr tIns="180000" anchor="t" anchorCtr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733">
                <a:solidFill>
                  <a:schemeClr val="tx1"/>
                </a:solidFill>
              </a:defRPr>
            </a:lvl1pPr>
            <a:lvl2pPr marL="8466" indent="0">
              <a:buNone/>
              <a:tabLst/>
              <a:defRPr b="1">
                <a:solidFill>
                  <a:schemeClr val="tx2"/>
                </a:solidFill>
              </a:defRPr>
            </a:lvl2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quote</a:t>
            </a:r>
            <a:endParaRPr lang="sv-SE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2E6BDF90-8A9E-B940-93A1-B935261D17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1281" y="4929187"/>
            <a:ext cx="4936065" cy="799172"/>
          </a:xfrm>
        </p:spPr>
        <p:txBody>
          <a:bodyPr tIns="18000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  <a:lvl2pPr marL="8466" indent="0">
              <a:buNone/>
              <a:tabLst/>
              <a:defRPr b="1">
                <a:solidFill>
                  <a:schemeClr val="tx2"/>
                </a:solidFill>
              </a:defRPr>
            </a:lvl2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name</a:t>
            </a:r>
            <a:r>
              <a:rPr lang="sv-SE"/>
              <a:t> and </a:t>
            </a:r>
            <a:r>
              <a:rPr lang="sv-SE" err="1"/>
              <a:t>title</a:t>
            </a:r>
            <a:endParaRPr lang="sv-SE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00F34B74-6779-439B-8FCD-D8669485F9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680201" y="821038"/>
            <a:ext cx="668889" cy="463388"/>
          </a:xfrm>
          <a:prstGeom prst="rect">
            <a:avLst/>
          </a:prstGeom>
        </p:spPr>
      </p:pic>
      <p:sp>
        <p:nvSpPr>
          <p:cNvPr id="9" name="Plassholder for lysbildenummer 1">
            <a:extLst>
              <a:ext uri="{FF2B5EF4-FFF2-40B4-BE49-F238E27FC236}">
                <a16:creationId xmlns:a16="http://schemas.microsoft.com/office/drawing/2014/main" id="{BA66708F-D6F8-4876-A3B1-D69265B75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4" name="Plassholder for bilde 28">
            <a:extLst>
              <a:ext uri="{FF2B5EF4-FFF2-40B4-BE49-F238E27FC236}">
                <a16:creationId xmlns:a16="http://schemas.microsoft.com/office/drawing/2014/main" id="{651CF724-D3BD-4AF5-B4D5-8D03CE9F2C6C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0467" y="-12201"/>
            <a:ext cx="5962536" cy="6412999"/>
          </a:xfrm>
          <a:custGeom>
            <a:avLst/>
            <a:gdLst>
              <a:gd name="connsiteX0" fmla="*/ 0 w 6394450"/>
              <a:gd name="connsiteY0" fmla="*/ 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0" fmla="*/ 492259 w 6394450"/>
              <a:gd name="connsiteY0" fmla="*/ 1172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7" fmla="*/ 492259 w 6394450"/>
              <a:gd name="connsiteY7" fmla="*/ 11720 h 5975350"/>
              <a:gd name="connsiteX0" fmla="*/ 0 w 5902191"/>
              <a:gd name="connsiteY0" fmla="*/ 11720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0 w 5902191"/>
              <a:gd name="connsiteY7" fmla="*/ 11720 h 5975350"/>
              <a:gd name="connsiteX0" fmla="*/ 3052 w 5902191"/>
              <a:gd name="connsiteY0" fmla="*/ 5617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3052 w 5902191"/>
              <a:gd name="connsiteY7" fmla="*/ 5617 h 5975350"/>
              <a:gd name="connsiteX0" fmla="*/ 6104 w 5905243"/>
              <a:gd name="connsiteY0" fmla="*/ 5617 h 5981945"/>
              <a:gd name="connsiteX1" fmla="*/ 2914393 w 5905243"/>
              <a:gd name="connsiteY1" fmla="*/ 0 h 5981945"/>
              <a:gd name="connsiteX2" fmla="*/ 2917568 w 5905243"/>
              <a:gd name="connsiteY2" fmla="*/ 0 h 5981945"/>
              <a:gd name="connsiteX3" fmla="*/ 5905243 w 5905243"/>
              <a:gd name="connsiteY3" fmla="*/ 2987675 h 5981945"/>
              <a:gd name="connsiteX4" fmla="*/ 2917568 w 5905243"/>
              <a:gd name="connsiteY4" fmla="*/ 5975350 h 5981945"/>
              <a:gd name="connsiteX5" fmla="*/ 2914393 w 5905243"/>
              <a:gd name="connsiteY5" fmla="*/ 5975350 h 5981945"/>
              <a:gd name="connsiteX6" fmla="*/ 0 w 5905243"/>
              <a:gd name="connsiteY6" fmla="*/ 5981945 h 5981945"/>
              <a:gd name="connsiteX7" fmla="*/ 6104 w 5905243"/>
              <a:gd name="connsiteY7" fmla="*/ 5617 h 5981945"/>
              <a:gd name="connsiteX0" fmla="*/ 6104 w 5905243"/>
              <a:gd name="connsiteY0" fmla="*/ 0 h 5982433"/>
              <a:gd name="connsiteX1" fmla="*/ 2914393 w 5905243"/>
              <a:gd name="connsiteY1" fmla="*/ 488 h 5982433"/>
              <a:gd name="connsiteX2" fmla="*/ 2917568 w 5905243"/>
              <a:gd name="connsiteY2" fmla="*/ 488 h 5982433"/>
              <a:gd name="connsiteX3" fmla="*/ 5905243 w 5905243"/>
              <a:gd name="connsiteY3" fmla="*/ 2988163 h 5982433"/>
              <a:gd name="connsiteX4" fmla="*/ 2917568 w 5905243"/>
              <a:gd name="connsiteY4" fmla="*/ 5975838 h 5982433"/>
              <a:gd name="connsiteX5" fmla="*/ 2914393 w 5905243"/>
              <a:gd name="connsiteY5" fmla="*/ 5975838 h 5982433"/>
              <a:gd name="connsiteX6" fmla="*/ 0 w 5905243"/>
              <a:gd name="connsiteY6" fmla="*/ 5982433 h 5982433"/>
              <a:gd name="connsiteX7" fmla="*/ 6104 w 5905243"/>
              <a:gd name="connsiteY7" fmla="*/ 0 h 5982433"/>
              <a:gd name="connsiteX0" fmla="*/ 12209 w 5911348"/>
              <a:gd name="connsiteY0" fmla="*/ 0 h 5975838"/>
              <a:gd name="connsiteX1" fmla="*/ 2920498 w 5911348"/>
              <a:gd name="connsiteY1" fmla="*/ 488 h 5975838"/>
              <a:gd name="connsiteX2" fmla="*/ 2923673 w 5911348"/>
              <a:gd name="connsiteY2" fmla="*/ 488 h 5975838"/>
              <a:gd name="connsiteX3" fmla="*/ 5911348 w 5911348"/>
              <a:gd name="connsiteY3" fmla="*/ 2988163 h 5975838"/>
              <a:gd name="connsiteX4" fmla="*/ 2923673 w 5911348"/>
              <a:gd name="connsiteY4" fmla="*/ 5975838 h 5975838"/>
              <a:gd name="connsiteX5" fmla="*/ 2920498 w 5911348"/>
              <a:gd name="connsiteY5" fmla="*/ 5975838 h 5975838"/>
              <a:gd name="connsiteX6" fmla="*/ 0 w 5911348"/>
              <a:gd name="connsiteY6" fmla="*/ 5970236 h 5975838"/>
              <a:gd name="connsiteX7" fmla="*/ 12209 w 5911348"/>
              <a:gd name="connsiteY7" fmla="*/ 0 h 5975838"/>
              <a:gd name="connsiteX0" fmla="*/ 203 w 5912703"/>
              <a:gd name="connsiteY0" fmla="*/ 0 h 5975838"/>
              <a:gd name="connsiteX1" fmla="*/ 2921853 w 5912703"/>
              <a:gd name="connsiteY1" fmla="*/ 488 h 5975838"/>
              <a:gd name="connsiteX2" fmla="*/ 2925028 w 5912703"/>
              <a:gd name="connsiteY2" fmla="*/ 488 h 5975838"/>
              <a:gd name="connsiteX3" fmla="*/ 5912703 w 5912703"/>
              <a:gd name="connsiteY3" fmla="*/ 2988163 h 5975838"/>
              <a:gd name="connsiteX4" fmla="*/ 2925028 w 5912703"/>
              <a:gd name="connsiteY4" fmla="*/ 5975838 h 5975838"/>
              <a:gd name="connsiteX5" fmla="*/ 2921853 w 5912703"/>
              <a:gd name="connsiteY5" fmla="*/ 5975838 h 5975838"/>
              <a:gd name="connsiteX6" fmla="*/ 1355 w 5912703"/>
              <a:gd name="connsiteY6" fmla="*/ 5970236 h 5975838"/>
              <a:gd name="connsiteX7" fmla="*/ 203 w 5912703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7156"/>
              <a:gd name="connsiteX1" fmla="*/ 2932746 w 5923596"/>
              <a:gd name="connsiteY1" fmla="*/ 488 h 5977156"/>
              <a:gd name="connsiteX2" fmla="*/ 2935921 w 5923596"/>
              <a:gd name="connsiteY2" fmla="*/ 488 h 5977156"/>
              <a:gd name="connsiteX3" fmla="*/ 5923596 w 5923596"/>
              <a:gd name="connsiteY3" fmla="*/ 2988163 h 5977156"/>
              <a:gd name="connsiteX4" fmla="*/ 2935921 w 5923596"/>
              <a:gd name="connsiteY4" fmla="*/ 5975838 h 5977156"/>
              <a:gd name="connsiteX5" fmla="*/ 2932746 w 5923596"/>
              <a:gd name="connsiteY5" fmla="*/ 5975838 h 5977156"/>
              <a:gd name="connsiteX6" fmla="*/ 0 w 5923596"/>
              <a:gd name="connsiteY6" fmla="*/ 5977156 h 5977156"/>
              <a:gd name="connsiteX7" fmla="*/ 11096 w 5923596"/>
              <a:gd name="connsiteY7" fmla="*/ 0 h 5977156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5 w 5912505"/>
              <a:gd name="connsiteY0" fmla="*/ 0 h 5975838"/>
              <a:gd name="connsiteX1" fmla="*/ 2921655 w 5912505"/>
              <a:gd name="connsiteY1" fmla="*/ 488 h 5975838"/>
              <a:gd name="connsiteX2" fmla="*/ 2924830 w 5912505"/>
              <a:gd name="connsiteY2" fmla="*/ 488 h 5975838"/>
              <a:gd name="connsiteX3" fmla="*/ 5912505 w 5912505"/>
              <a:gd name="connsiteY3" fmla="*/ 2988163 h 5975838"/>
              <a:gd name="connsiteX4" fmla="*/ 2924830 w 5912505"/>
              <a:gd name="connsiteY4" fmla="*/ 5975838 h 5975838"/>
              <a:gd name="connsiteX5" fmla="*/ 2921655 w 5912505"/>
              <a:gd name="connsiteY5" fmla="*/ 5975838 h 5975838"/>
              <a:gd name="connsiteX6" fmla="*/ 160707 w 5912505"/>
              <a:gd name="connsiteY6" fmla="*/ 5970645 h 5975838"/>
              <a:gd name="connsiteX7" fmla="*/ 5 w 5912505"/>
              <a:gd name="connsiteY7" fmla="*/ 0 h 5975838"/>
              <a:gd name="connsiteX0" fmla="*/ 97 w 5757161"/>
              <a:gd name="connsiteY0" fmla="*/ 0 h 5975838"/>
              <a:gd name="connsiteX1" fmla="*/ 2766311 w 5757161"/>
              <a:gd name="connsiteY1" fmla="*/ 488 h 5975838"/>
              <a:gd name="connsiteX2" fmla="*/ 2769486 w 5757161"/>
              <a:gd name="connsiteY2" fmla="*/ 488 h 5975838"/>
              <a:gd name="connsiteX3" fmla="*/ 5757161 w 5757161"/>
              <a:gd name="connsiteY3" fmla="*/ 2988163 h 5975838"/>
              <a:gd name="connsiteX4" fmla="*/ 2769486 w 5757161"/>
              <a:gd name="connsiteY4" fmla="*/ 5975838 h 5975838"/>
              <a:gd name="connsiteX5" fmla="*/ 2766311 w 5757161"/>
              <a:gd name="connsiteY5" fmla="*/ 5975838 h 5975838"/>
              <a:gd name="connsiteX6" fmla="*/ 5363 w 5757161"/>
              <a:gd name="connsiteY6" fmla="*/ 5970645 h 5975838"/>
              <a:gd name="connsiteX7" fmla="*/ 97 w 5757161"/>
              <a:gd name="connsiteY7" fmla="*/ 0 h 5975838"/>
              <a:gd name="connsiteX0" fmla="*/ 156530 w 5751798"/>
              <a:gd name="connsiteY0" fmla="*/ 22521 h 5975350"/>
              <a:gd name="connsiteX1" fmla="*/ 2760948 w 5751798"/>
              <a:gd name="connsiteY1" fmla="*/ 0 h 5975350"/>
              <a:gd name="connsiteX2" fmla="*/ 2764123 w 5751798"/>
              <a:gd name="connsiteY2" fmla="*/ 0 h 5975350"/>
              <a:gd name="connsiteX3" fmla="*/ 5751798 w 5751798"/>
              <a:gd name="connsiteY3" fmla="*/ 2987675 h 5975350"/>
              <a:gd name="connsiteX4" fmla="*/ 2764123 w 5751798"/>
              <a:gd name="connsiteY4" fmla="*/ 5975350 h 5975350"/>
              <a:gd name="connsiteX5" fmla="*/ 2760948 w 5751798"/>
              <a:gd name="connsiteY5" fmla="*/ 5975350 h 5975350"/>
              <a:gd name="connsiteX6" fmla="*/ 0 w 5751798"/>
              <a:gd name="connsiteY6" fmla="*/ 5970157 h 5975350"/>
              <a:gd name="connsiteX7" fmla="*/ 156530 w 5751798"/>
              <a:gd name="connsiteY7" fmla="*/ 22521 h 5975350"/>
              <a:gd name="connsiteX0" fmla="*/ 98 w 5595366"/>
              <a:gd name="connsiteY0" fmla="*/ 22521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0157 h 5975350"/>
              <a:gd name="connsiteX7" fmla="*/ 98 w 5595366"/>
              <a:gd name="connsiteY7" fmla="*/ 22521 h 5975350"/>
              <a:gd name="connsiteX0" fmla="*/ 98 w 5595366"/>
              <a:gd name="connsiteY0" fmla="*/ 22521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4751 h 5975350"/>
              <a:gd name="connsiteX7" fmla="*/ 98 w 5595366"/>
              <a:gd name="connsiteY7" fmla="*/ 22521 h 5975350"/>
              <a:gd name="connsiteX0" fmla="*/ 98 w 5595366"/>
              <a:gd name="connsiteY0" fmla="*/ 11210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4751 h 5975350"/>
              <a:gd name="connsiteX7" fmla="*/ 98 w 5595366"/>
              <a:gd name="connsiteY7" fmla="*/ 11210 h 5975350"/>
              <a:gd name="connsiteX0" fmla="*/ 98 w 5595366"/>
              <a:gd name="connsiteY0" fmla="*/ 0 h 5978854"/>
              <a:gd name="connsiteX1" fmla="*/ 2604516 w 5595366"/>
              <a:gd name="connsiteY1" fmla="*/ 3504 h 5978854"/>
              <a:gd name="connsiteX2" fmla="*/ 2607691 w 5595366"/>
              <a:gd name="connsiteY2" fmla="*/ 3504 h 5978854"/>
              <a:gd name="connsiteX3" fmla="*/ 5595366 w 5595366"/>
              <a:gd name="connsiteY3" fmla="*/ 2991179 h 5978854"/>
              <a:gd name="connsiteX4" fmla="*/ 2607691 w 5595366"/>
              <a:gd name="connsiteY4" fmla="*/ 5978854 h 5978854"/>
              <a:gd name="connsiteX5" fmla="*/ 2604516 w 5595366"/>
              <a:gd name="connsiteY5" fmla="*/ 5978854 h 5978854"/>
              <a:gd name="connsiteX6" fmla="*/ 5363 w 5595366"/>
              <a:gd name="connsiteY6" fmla="*/ 5978255 h 5978854"/>
              <a:gd name="connsiteX7" fmla="*/ 98 w 5595366"/>
              <a:gd name="connsiteY7" fmla="*/ 0 h 5978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95366" h="5978854">
                <a:moveTo>
                  <a:pt x="98" y="0"/>
                </a:moveTo>
                <a:lnTo>
                  <a:pt x="2604516" y="3504"/>
                </a:lnTo>
                <a:lnTo>
                  <a:pt x="2607691" y="3504"/>
                </a:lnTo>
                <a:cubicBezTo>
                  <a:pt x="4257421" y="3504"/>
                  <a:pt x="5595366" y="1341449"/>
                  <a:pt x="5595366" y="2991179"/>
                </a:cubicBezTo>
                <a:cubicBezTo>
                  <a:pt x="5595366" y="4640909"/>
                  <a:pt x="4257421" y="5978854"/>
                  <a:pt x="2607691" y="5978854"/>
                </a:cubicBezTo>
                <a:lnTo>
                  <a:pt x="2604516" y="5978854"/>
                </a:lnTo>
                <a:lnTo>
                  <a:pt x="5363" y="5978255"/>
                </a:lnTo>
                <a:cubicBezTo>
                  <a:pt x="6380" y="3992251"/>
                  <a:pt x="-919" y="1986004"/>
                  <a:pt x="98" y="0"/>
                </a:cubicBezTo>
                <a:close/>
              </a:path>
            </a:pathLst>
          </a:custGeom>
        </p:spPr>
        <p:txBody>
          <a:bodyPr wrap="square" lIns="720000" tIns="720000" rIns="720000" bIns="1800000" anchor="ctr" anchorCtr="1">
            <a:noAutofit/>
          </a:bodyPr>
          <a:lstStyle>
            <a:lvl1pPr marL="0" indent="0" algn="ctr">
              <a:buFontTx/>
              <a:buNone/>
              <a:defRPr sz="1333">
                <a:solidFill>
                  <a:schemeClr val="tx1"/>
                </a:solidFill>
              </a:defRPr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cxnSp>
        <p:nvCxnSpPr>
          <p:cNvPr id="8" name="Rett linje 7">
            <a:extLst>
              <a:ext uri="{FF2B5EF4-FFF2-40B4-BE49-F238E27FC236}">
                <a16:creationId xmlns:a16="http://schemas.microsoft.com/office/drawing/2014/main" id="{565AF124-2033-486E-9A6D-5D017093A0D5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78306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and pictur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>
            <a:extLst>
              <a:ext uri="{FF2B5EF4-FFF2-40B4-BE49-F238E27FC236}">
                <a16:creationId xmlns:a16="http://schemas.microsoft.com/office/drawing/2014/main" id="{C2FE6D7B-BD37-42F6-AC2D-2476B179B91C}"/>
              </a:ext>
            </a:extLst>
          </p:cNvPr>
          <p:cNvSpPr/>
          <p:nvPr/>
        </p:nvSpPr>
        <p:spPr>
          <a:xfrm>
            <a:off x="-8091" y="-8965"/>
            <a:ext cx="12192000" cy="6409764"/>
          </a:xfrm>
          <a:prstGeom prst="rect">
            <a:avLst/>
          </a:prstGeom>
          <a:solidFill>
            <a:srgbClr val="E8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A71209F6-E47F-3046-BE0F-1D488045D6DB}"/>
              </a:ext>
            </a:extLst>
          </p:cNvPr>
          <p:cNvSpPr txBox="1"/>
          <p:nvPr/>
        </p:nvSpPr>
        <p:spPr>
          <a:xfrm>
            <a:off x="0" y="-381828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Quote and picture green</a:t>
            </a:r>
          </a:p>
        </p:txBody>
      </p:sp>
      <p:sp>
        <p:nvSpPr>
          <p:cNvPr id="10" name="Plassholder for tekst 4">
            <a:extLst>
              <a:ext uri="{FF2B5EF4-FFF2-40B4-BE49-F238E27FC236}">
                <a16:creationId xmlns:a16="http://schemas.microsoft.com/office/drawing/2014/main" id="{21A6F0F6-8E22-4AD7-9A79-2867004F5B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0200" y="1284427"/>
            <a:ext cx="4936067" cy="3263188"/>
          </a:xfrm>
        </p:spPr>
        <p:txBody>
          <a:bodyPr tIns="180000" anchor="t" anchorCtr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733">
                <a:solidFill>
                  <a:schemeClr val="tx1"/>
                </a:solidFill>
              </a:defRPr>
            </a:lvl1pPr>
            <a:lvl2pPr marL="8466" indent="0">
              <a:buNone/>
              <a:tabLst/>
              <a:defRPr b="1">
                <a:solidFill>
                  <a:schemeClr val="tx2"/>
                </a:solidFill>
              </a:defRPr>
            </a:lvl2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quote</a:t>
            </a:r>
            <a:endParaRPr lang="sv-SE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2E6BDF90-8A9E-B940-93A1-B935261D17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1281" y="4920223"/>
            <a:ext cx="4936065" cy="799172"/>
          </a:xfrm>
        </p:spPr>
        <p:txBody>
          <a:bodyPr tIns="18000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  <a:lvl2pPr marL="8466" indent="0">
              <a:buNone/>
              <a:tabLst/>
              <a:defRPr b="1">
                <a:solidFill>
                  <a:schemeClr val="tx2"/>
                </a:solidFill>
              </a:defRPr>
            </a:lvl2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name</a:t>
            </a:r>
            <a:r>
              <a:rPr lang="sv-SE"/>
              <a:t> and </a:t>
            </a:r>
            <a:r>
              <a:rPr lang="sv-SE" err="1"/>
              <a:t>title</a:t>
            </a:r>
            <a:endParaRPr lang="sv-SE"/>
          </a:p>
        </p:txBody>
      </p:sp>
      <p:sp>
        <p:nvSpPr>
          <p:cNvPr id="16" name="Plassholder for bilde 28">
            <a:extLst>
              <a:ext uri="{FF2B5EF4-FFF2-40B4-BE49-F238E27FC236}">
                <a16:creationId xmlns:a16="http://schemas.microsoft.com/office/drawing/2014/main" id="{0003430E-8D4D-44BB-BE0E-8436F53C8523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0467" y="-8441"/>
            <a:ext cx="5962536" cy="6409240"/>
          </a:xfrm>
          <a:custGeom>
            <a:avLst/>
            <a:gdLst>
              <a:gd name="connsiteX0" fmla="*/ 0 w 6394450"/>
              <a:gd name="connsiteY0" fmla="*/ 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0" fmla="*/ 492259 w 6394450"/>
              <a:gd name="connsiteY0" fmla="*/ 1172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7" fmla="*/ 492259 w 6394450"/>
              <a:gd name="connsiteY7" fmla="*/ 11720 h 5975350"/>
              <a:gd name="connsiteX0" fmla="*/ 0 w 5902191"/>
              <a:gd name="connsiteY0" fmla="*/ 11720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0 w 5902191"/>
              <a:gd name="connsiteY7" fmla="*/ 11720 h 5975350"/>
              <a:gd name="connsiteX0" fmla="*/ 3052 w 5902191"/>
              <a:gd name="connsiteY0" fmla="*/ 5617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3052 w 5902191"/>
              <a:gd name="connsiteY7" fmla="*/ 5617 h 5975350"/>
              <a:gd name="connsiteX0" fmla="*/ 6104 w 5905243"/>
              <a:gd name="connsiteY0" fmla="*/ 5617 h 5981945"/>
              <a:gd name="connsiteX1" fmla="*/ 2914393 w 5905243"/>
              <a:gd name="connsiteY1" fmla="*/ 0 h 5981945"/>
              <a:gd name="connsiteX2" fmla="*/ 2917568 w 5905243"/>
              <a:gd name="connsiteY2" fmla="*/ 0 h 5981945"/>
              <a:gd name="connsiteX3" fmla="*/ 5905243 w 5905243"/>
              <a:gd name="connsiteY3" fmla="*/ 2987675 h 5981945"/>
              <a:gd name="connsiteX4" fmla="*/ 2917568 w 5905243"/>
              <a:gd name="connsiteY4" fmla="*/ 5975350 h 5981945"/>
              <a:gd name="connsiteX5" fmla="*/ 2914393 w 5905243"/>
              <a:gd name="connsiteY5" fmla="*/ 5975350 h 5981945"/>
              <a:gd name="connsiteX6" fmla="*/ 0 w 5905243"/>
              <a:gd name="connsiteY6" fmla="*/ 5981945 h 5981945"/>
              <a:gd name="connsiteX7" fmla="*/ 6104 w 5905243"/>
              <a:gd name="connsiteY7" fmla="*/ 5617 h 5981945"/>
              <a:gd name="connsiteX0" fmla="*/ 6104 w 5905243"/>
              <a:gd name="connsiteY0" fmla="*/ 0 h 5982433"/>
              <a:gd name="connsiteX1" fmla="*/ 2914393 w 5905243"/>
              <a:gd name="connsiteY1" fmla="*/ 488 h 5982433"/>
              <a:gd name="connsiteX2" fmla="*/ 2917568 w 5905243"/>
              <a:gd name="connsiteY2" fmla="*/ 488 h 5982433"/>
              <a:gd name="connsiteX3" fmla="*/ 5905243 w 5905243"/>
              <a:gd name="connsiteY3" fmla="*/ 2988163 h 5982433"/>
              <a:gd name="connsiteX4" fmla="*/ 2917568 w 5905243"/>
              <a:gd name="connsiteY4" fmla="*/ 5975838 h 5982433"/>
              <a:gd name="connsiteX5" fmla="*/ 2914393 w 5905243"/>
              <a:gd name="connsiteY5" fmla="*/ 5975838 h 5982433"/>
              <a:gd name="connsiteX6" fmla="*/ 0 w 5905243"/>
              <a:gd name="connsiteY6" fmla="*/ 5982433 h 5982433"/>
              <a:gd name="connsiteX7" fmla="*/ 6104 w 5905243"/>
              <a:gd name="connsiteY7" fmla="*/ 0 h 5982433"/>
              <a:gd name="connsiteX0" fmla="*/ 12209 w 5911348"/>
              <a:gd name="connsiteY0" fmla="*/ 0 h 5975838"/>
              <a:gd name="connsiteX1" fmla="*/ 2920498 w 5911348"/>
              <a:gd name="connsiteY1" fmla="*/ 488 h 5975838"/>
              <a:gd name="connsiteX2" fmla="*/ 2923673 w 5911348"/>
              <a:gd name="connsiteY2" fmla="*/ 488 h 5975838"/>
              <a:gd name="connsiteX3" fmla="*/ 5911348 w 5911348"/>
              <a:gd name="connsiteY3" fmla="*/ 2988163 h 5975838"/>
              <a:gd name="connsiteX4" fmla="*/ 2923673 w 5911348"/>
              <a:gd name="connsiteY4" fmla="*/ 5975838 h 5975838"/>
              <a:gd name="connsiteX5" fmla="*/ 2920498 w 5911348"/>
              <a:gd name="connsiteY5" fmla="*/ 5975838 h 5975838"/>
              <a:gd name="connsiteX6" fmla="*/ 0 w 5911348"/>
              <a:gd name="connsiteY6" fmla="*/ 5970236 h 5975838"/>
              <a:gd name="connsiteX7" fmla="*/ 12209 w 5911348"/>
              <a:gd name="connsiteY7" fmla="*/ 0 h 5975838"/>
              <a:gd name="connsiteX0" fmla="*/ 203 w 5912703"/>
              <a:gd name="connsiteY0" fmla="*/ 0 h 5975838"/>
              <a:gd name="connsiteX1" fmla="*/ 2921853 w 5912703"/>
              <a:gd name="connsiteY1" fmla="*/ 488 h 5975838"/>
              <a:gd name="connsiteX2" fmla="*/ 2925028 w 5912703"/>
              <a:gd name="connsiteY2" fmla="*/ 488 h 5975838"/>
              <a:gd name="connsiteX3" fmla="*/ 5912703 w 5912703"/>
              <a:gd name="connsiteY3" fmla="*/ 2988163 h 5975838"/>
              <a:gd name="connsiteX4" fmla="*/ 2925028 w 5912703"/>
              <a:gd name="connsiteY4" fmla="*/ 5975838 h 5975838"/>
              <a:gd name="connsiteX5" fmla="*/ 2921853 w 5912703"/>
              <a:gd name="connsiteY5" fmla="*/ 5975838 h 5975838"/>
              <a:gd name="connsiteX6" fmla="*/ 1355 w 5912703"/>
              <a:gd name="connsiteY6" fmla="*/ 5970236 h 5975838"/>
              <a:gd name="connsiteX7" fmla="*/ 203 w 5912703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7156"/>
              <a:gd name="connsiteX1" fmla="*/ 2932746 w 5923596"/>
              <a:gd name="connsiteY1" fmla="*/ 488 h 5977156"/>
              <a:gd name="connsiteX2" fmla="*/ 2935921 w 5923596"/>
              <a:gd name="connsiteY2" fmla="*/ 488 h 5977156"/>
              <a:gd name="connsiteX3" fmla="*/ 5923596 w 5923596"/>
              <a:gd name="connsiteY3" fmla="*/ 2988163 h 5977156"/>
              <a:gd name="connsiteX4" fmla="*/ 2935921 w 5923596"/>
              <a:gd name="connsiteY4" fmla="*/ 5975838 h 5977156"/>
              <a:gd name="connsiteX5" fmla="*/ 2932746 w 5923596"/>
              <a:gd name="connsiteY5" fmla="*/ 5975838 h 5977156"/>
              <a:gd name="connsiteX6" fmla="*/ 0 w 5923596"/>
              <a:gd name="connsiteY6" fmla="*/ 5977156 h 5977156"/>
              <a:gd name="connsiteX7" fmla="*/ 11096 w 5923596"/>
              <a:gd name="connsiteY7" fmla="*/ 0 h 5977156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5 w 5912505"/>
              <a:gd name="connsiteY0" fmla="*/ 0 h 5975838"/>
              <a:gd name="connsiteX1" fmla="*/ 2921655 w 5912505"/>
              <a:gd name="connsiteY1" fmla="*/ 488 h 5975838"/>
              <a:gd name="connsiteX2" fmla="*/ 2924830 w 5912505"/>
              <a:gd name="connsiteY2" fmla="*/ 488 h 5975838"/>
              <a:gd name="connsiteX3" fmla="*/ 5912505 w 5912505"/>
              <a:gd name="connsiteY3" fmla="*/ 2988163 h 5975838"/>
              <a:gd name="connsiteX4" fmla="*/ 2924830 w 5912505"/>
              <a:gd name="connsiteY4" fmla="*/ 5975838 h 5975838"/>
              <a:gd name="connsiteX5" fmla="*/ 2921655 w 5912505"/>
              <a:gd name="connsiteY5" fmla="*/ 5975838 h 5975838"/>
              <a:gd name="connsiteX6" fmla="*/ 160707 w 5912505"/>
              <a:gd name="connsiteY6" fmla="*/ 5970645 h 5975838"/>
              <a:gd name="connsiteX7" fmla="*/ 5 w 5912505"/>
              <a:gd name="connsiteY7" fmla="*/ 0 h 5975838"/>
              <a:gd name="connsiteX0" fmla="*/ 97 w 5757161"/>
              <a:gd name="connsiteY0" fmla="*/ 0 h 5975838"/>
              <a:gd name="connsiteX1" fmla="*/ 2766311 w 5757161"/>
              <a:gd name="connsiteY1" fmla="*/ 488 h 5975838"/>
              <a:gd name="connsiteX2" fmla="*/ 2769486 w 5757161"/>
              <a:gd name="connsiteY2" fmla="*/ 488 h 5975838"/>
              <a:gd name="connsiteX3" fmla="*/ 5757161 w 5757161"/>
              <a:gd name="connsiteY3" fmla="*/ 2988163 h 5975838"/>
              <a:gd name="connsiteX4" fmla="*/ 2769486 w 5757161"/>
              <a:gd name="connsiteY4" fmla="*/ 5975838 h 5975838"/>
              <a:gd name="connsiteX5" fmla="*/ 2766311 w 5757161"/>
              <a:gd name="connsiteY5" fmla="*/ 5975838 h 5975838"/>
              <a:gd name="connsiteX6" fmla="*/ 5363 w 5757161"/>
              <a:gd name="connsiteY6" fmla="*/ 5970645 h 5975838"/>
              <a:gd name="connsiteX7" fmla="*/ 97 w 5757161"/>
              <a:gd name="connsiteY7" fmla="*/ 0 h 5975838"/>
              <a:gd name="connsiteX0" fmla="*/ 156530 w 5751798"/>
              <a:gd name="connsiteY0" fmla="*/ 22521 h 5975350"/>
              <a:gd name="connsiteX1" fmla="*/ 2760948 w 5751798"/>
              <a:gd name="connsiteY1" fmla="*/ 0 h 5975350"/>
              <a:gd name="connsiteX2" fmla="*/ 2764123 w 5751798"/>
              <a:gd name="connsiteY2" fmla="*/ 0 h 5975350"/>
              <a:gd name="connsiteX3" fmla="*/ 5751798 w 5751798"/>
              <a:gd name="connsiteY3" fmla="*/ 2987675 h 5975350"/>
              <a:gd name="connsiteX4" fmla="*/ 2764123 w 5751798"/>
              <a:gd name="connsiteY4" fmla="*/ 5975350 h 5975350"/>
              <a:gd name="connsiteX5" fmla="*/ 2760948 w 5751798"/>
              <a:gd name="connsiteY5" fmla="*/ 5975350 h 5975350"/>
              <a:gd name="connsiteX6" fmla="*/ 0 w 5751798"/>
              <a:gd name="connsiteY6" fmla="*/ 5970157 h 5975350"/>
              <a:gd name="connsiteX7" fmla="*/ 156530 w 5751798"/>
              <a:gd name="connsiteY7" fmla="*/ 22521 h 5975350"/>
              <a:gd name="connsiteX0" fmla="*/ 98 w 5595366"/>
              <a:gd name="connsiteY0" fmla="*/ 22521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0157 h 5975350"/>
              <a:gd name="connsiteX7" fmla="*/ 98 w 5595366"/>
              <a:gd name="connsiteY7" fmla="*/ 22521 h 5975350"/>
              <a:gd name="connsiteX0" fmla="*/ 98 w 5595366"/>
              <a:gd name="connsiteY0" fmla="*/ 22521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4751 h 5975350"/>
              <a:gd name="connsiteX7" fmla="*/ 98 w 5595366"/>
              <a:gd name="connsiteY7" fmla="*/ 22521 h 5975350"/>
              <a:gd name="connsiteX0" fmla="*/ 98 w 5595366"/>
              <a:gd name="connsiteY0" fmla="*/ 11211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4751 h 5975350"/>
              <a:gd name="connsiteX7" fmla="*/ 98 w 5595366"/>
              <a:gd name="connsiteY7" fmla="*/ 11211 h 5975350"/>
              <a:gd name="connsiteX0" fmla="*/ 98 w 5595366"/>
              <a:gd name="connsiteY0" fmla="*/ 3855 h 5975350"/>
              <a:gd name="connsiteX1" fmla="*/ 2604516 w 5595366"/>
              <a:gd name="connsiteY1" fmla="*/ 0 h 5975350"/>
              <a:gd name="connsiteX2" fmla="*/ 2607691 w 5595366"/>
              <a:gd name="connsiteY2" fmla="*/ 0 h 5975350"/>
              <a:gd name="connsiteX3" fmla="*/ 5595366 w 5595366"/>
              <a:gd name="connsiteY3" fmla="*/ 2987675 h 5975350"/>
              <a:gd name="connsiteX4" fmla="*/ 2607691 w 5595366"/>
              <a:gd name="connsiteY4" fmla="*/ 5975350 h 5975350"/>
              <a:gd name="connsiteX5" fmla="*/ 2604516 w 5595366"/>
              <a:gd name="connsiteY5" fmla="*/ 5975350 h 5975350"/>
              <a:gd name="connsiteX6" fmla="*/ 5363 w 5595366"/>
              <a:gd name="connsiteY6" fmla="*/ 5974751 h 5975350"/>
              <a:gd name="connsiteX7" fmla="*/ 98 w 5595366"/>
              <a:gd name="connsiteY7" fmla="*/ 3855 h 5975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95366" h="5975350">
                <a:moveTo>
                  <a:pt x="98" y="3855"/>
                </a:moveTo>
                <a:lnTo>
                  <a:pt x="2604516" y="0"/>
                </a:lnTo>
                <a:lnTo>
                  <a:pt x="2607691" y="0"/>
                </a:lnTo>
                <a:cubicBezTo>
                  <a:pt x="4257421" y="0"/>
                  <a:pt x="5595366" y="1337945"/>
                  <a:pt x="5595366" y="2987675"/>
                </a:cubicBezTo>
                <a:cubicBezTo>
                  <a:pt x="5595366" y="4637405"/>
                  <a:pt x="4257421" y="5975350"/>
                  <a:pt x="2607691" y="5975350"/>
                </a:cubicBezTo>
                <a:lnTo>
                  <a:pt x="2604516" y="5975350"/>
                </a:lnTo>
                <a:lnTo>
                  <a:pt x="5363" y="5974751"/>
                </a:lnTo>
                <a:cubicBezTo>
                  <a:pt x="6380" y="3988747"/>
                  <a:pt x="-919" y="1989859"/>
                  <a:pt x="98" y="3855"/>
                </a:cubicBezTo>
                <a:close/>
              </a:path>
            </a:pathLst>
          </a:custGeom>
        </p:spPr>
        <p:txBody>
          <a:bodyPr wrap="square" lIns="720000" tIns="720000" rIns="720000" bIns="1800000" anchor="ctr" anchorCtr="1">
            <a:noAutofit/>
          </a:bodyPr>
          <a:lstStyle>
            <a:lvl1pPr marL="0" indent="0" algn="ctr">
              <a:buFontTx/>
              <a:buNone/>
              <a:defRPr sz="1333">
                <a:solidFill>
                  <a:schemeClr val="tx1"/>
                </a:solidFill>
              </a:defRPr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1F55EB93-A5DC-440E-A47D-9DF0BC1215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0800000">
            <a:off x="6680201" y="821037"/>
            <a:ext cx="668889" cy="463387"/>
          </a:xfrm>
          <a:prstGeom prst="rect">
            <a:avLst/>
          </a:prstGeom>
        </p:spPr>
      </p:pic>
      <p:sp>
        <p:nvSpPr>
          <p:cNvPr id="9" name="Plassholder for lysbildenummer 1">
            <a:extLst>
              <a:ext uri="{FF2B5EF4-FFF2-40B4-BE49-F238E27FC236}">
                <a16:creationId xmlns:a16="http://schemas.microsoft.com/office/drawing/2014/main" id="{3702AAFE-C619-4C2E-80DF-548879305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8" name="Rett linje 7">
            <a:extLst>
              <a:ext uri="{FF2B5EF4-FFF2-40B4-BE49-F238E27FC236}">
                <a16:creationId xmlns:a16="http://schemas.microsoft.com/office/drawing/2014/main" id="{6D864409-CB50-464A-B35C-B70CE846937B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54486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87867" y="1617134"/>
            <a:ext cx="11616267" cy="4500033"/>
          </a:xfrm>
          <a:prstGeom prst="rect">
            <a:avLst/>
          </a:prstGeom>
        </p:spPr>
        <p:txBody>
          <a:bodyPr lIns="2520000" tIns="720000" rIns="2520000" bIns="720000">
            <a:normAutofit/>
          </a:bodyPr>
          <a:lstStyle>
            <a:lvl1pPr marL="0" indent="0" algn="ctr">
              <a:buNone/>
              <a:defRPr sz="1333">
                <a:solidFill>
                  <a:schemeClr val="tx2"/>
                </a:solidFill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</a:t>
            </a:r>
            <a:br>
              <a:rPr lang="nb-NO" sz="1333"/>
            </a:br>
            <a:r>
              <a:rPr lang="nb-NO" sz="1333"/>
              <a:t>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75733" y="5583937"/>
            <a:ext cx="7416800" cy="340615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067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caption</a:t>
            </a:r>
            <a:r>
              <a:rPr lang="nb-NO"/>
              <a:t>/</a:t>
            </a:r>
            <a:r>
              <a:rPr lang="nb-NO" err="1"/>
              <a:t>reference</a:t>
            </a:r>
            <a:endParaRPr lang="nb-NO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4" y="552251"/>
            <a:ext cx="11040533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nb-NO"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6C135EF7-BEFE-F641-B9CE-854C4939675C}"/>
              </a:ext>
            </a:extLst>
          </p:cNvPr>
          <p:cNvSpPr txBox="1"/>
          <p:nvPr/>
        </p:nvSpPr>
        <p:spPr>
          <a:xfrm>
            <a:off x="0" y="-381827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Title and picture</a:t>
            </a:r>
          </a:p>
        </p:txBody>
      </p:sp>
      <p:sp>
        <p:nvSpPr>
          <p:cNvPr id="6" name="Plassholder for lysbildenummer 1">
            <a:extLst>
              <a:ext uri="{FF2B5EF4-FFF2-40B4-BE49-F238E27FC236}">
                <a16:creationId xmlns:a16="http://schemas.microsoft.com/office/drawing/2014/main" id="{40FFDB94-94C5-41A6-930F-F7A2EF21D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0286780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87867" y="260351"/>
            <a:ext cx="11616267" cy="5856816"/>
          </a:xfrm>
          <a:prstGeom prst="rect">
            <a:avLst/>
          </a:prstGeom>
        </p:spPr>
        <p:txBody>
          <a:bodyPr lIns="2520000" tIns="1080000" rIns="2520000">
            <a:normAutofit/>
          </a:bodyPr>
          <a:lstStyle>
            <a:lvl1pPr marL="0" indent="0" algn="ctr">
              <a:buNone/>
              <a:defRPr sz="1333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</a:t>
            </a:r>
            <a:br>
              <a:rPr lang="nb-NO" sz="1333"/>
            </a:br>
            <a:r>
              <a:rPr lang="nb-NO" sz="1333"/>
              <a:t>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86A55290-BA34-574B-88BB-9F743262227F}"/>
              </a:ext>
            </a:extLst>
          </p:cNvPr>
          <p:cNvSpPr txBox="1"/>
          <p:nvPr/>
        </p:nvSpPr>
        <p:spPr>
          <a:xfrm>
            <a:off x="0" y="-381827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Picture only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1570DFC-BEFD-40A0-BC05-3CBC7E0BC6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5733" y="5583937"/>
            <a:ext cx="7416800" cy="340615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067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caption</a:t>
            </a:r>
            <a:r>
              <a:rPr lang="nb-NO"/>
              <a:t>/</a:t>
            </a:r>
            <a:r>
              <a:rPr lang="nb-NO" err="1"/>
              <a:t>reference</a:t>
            </a:r>
            <a:endParaRPr lang="nb-NO"/>
          </a:p>
        </p:txBody>
      </p:sp>
      <p:sp>
        <p:nvSpPr>
          <p:cNvPr id="5" name="Plassholder for lysbildenummer 1">
            <a:extLst>
              <a:ext uri="{FF2B5EF4-FFF2-40B4-BE49-F238E27FC236}">
                <a16:creationId xmlns:a16="http://schemas.microsoft.com/office/drawing/2014/main" id="{9C630393-BF2F-4110-8A20-FD794BA81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1035344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 and circles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ssholder for bilde 8">
            <a:extLst>
              <a:ext uri="{FF2B5EF4-FFF2-40B4-BE49-F238E27FC236}">
                <a16:creationId xmlns:a16="http://schemas.microsoft.com/office/drawing/2014/main" id="{2A64645C-DFF2-486F-A191-8B8B2B864F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2609" y="260351"/>
            <a:ext cx="3666809" cy="5856815"/>
          </a:xfrm>
        </p:spPr>
        <p:txBody>
          <a:bodyPr lIns="180000" tIns="180000" rIns="180000" bIns="180000">
            <a:normAutofit/>
          </a:bodyPr>
          <a:lstStyle>
            <a:lvl1pPr marL="0" indent="0" algn="ctr">
              <a:buFont typeface="+mj-lt"/>
              <a:buNone/>
              <a:defRPr sz="1333" baseline="0"/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</a:t>
            </a:r>
            <a:br>
              <a:rPr lang="nb-NO" sz="1333"/>
            </a:br>
            <a:r>
              <a:rPr lang="nb-NO" sz="1333"/>
              <a:t>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15" name="Plassholder for bilde 8">
            <a:extLst>
              <a:ext uri="{FF2B5EF4-FFF2-40B4-BE49-F238E27FC236}">
                <a16:creationId xmlns:a16="http://schemas.microsoft.com/office/drawing/2014/main" id="{59621879-604F-446E-BB74-3CB05E07592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63918" y="260351"/>
            <a:ext cx="3666809" cy="5856813"/>
          </a:xfrm>
        </p:spPr>
        <p:txBody>
          <a:bodyPr lIns="180000" tIns="180000" rIns="180000" bIns="180000">
            <a:normAutofit/>
          </a:bodyPr>
          <a:lstStyle>
            <a:lvl1pPr marL="0" indent="0" algn="ctr">
              <a:buFont typeface="+mj-lt"/>
              <a:buNone/>
              <a:defRPr sz="1333" baseline="0"/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</a:t>
            </a:r>
            <a:br>
              <a:rPr lang="nb-NO" sz="1333"/>
            </a:br>
            <a:r>
              <a:rPr lang="nb-NO" sz="1333"/>
              <a:t>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18" name="Plassholder for bilde 8">
            <a:extLst>
              <a:ext uri="{FF2B5EF4-FFF2-40B4-BE49-F238E27FC236}">
                <a16:creationId xmlns:a16="http://schemas.microsoft.com/office/drawing/2014/main" id="{9F097B6C-AC51-4541-9377-FB743A643B9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226410" y="260350"/>
            <a:ext cx="3666809" cy="5856812"/>
          </a:xfrm>
        </p:spPr>
        <p:txBody>
          <a:bodyPr lIns="180000" tIns="180000" rIns="180000" bIns="180000">
            <a:normAutofit/>
          </a:bodyPr>
          <a:lstStyle>
            <a:lvl1pPr marL="0" indent="0" algn="ctr">
              <a:buFont typeface="+mj-lt"/>
              <a:buNone/>
              <a:defRPr sz="1333" baseline="0"/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</a:t>
            </a:r>
            <a:br>
              <a:rPr lang="nb-NO" sz="1333"/>
            </a:br>
            <a:r>
              <a:rPr lang="nb-NO" sz="1333"/>
              <a:t>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DCB47A4-2EBA-204A-8E47-730228792A8E}"/>
              </a:ext>
            </a:extLst>
          </p:cNvPr>
          <p:cNvSpPr txBox="1"/>
          <p:nvPr/>
        </p:nvSpPr>
        <p:spPr>
          <a:xfrm>
            <a:off x="0" y="-383629"/>
            <a:ext cx="355600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Three pictures and circles beige</a:t>
            </a:r>
          </a:p>
        </p:txBody>
      </p:sp>
      <p:sp>
        <p:nvSpPr>
          <p:cNvPr id="8" name="Plassholder for tekst 2">
            <a:extLst>
              <a:ext uri="{FF2B5EF4-FFF2-40B4-BE49-F238E27FC236}">
                <a16:creationId xmlns:a16="http://schemas.microsoft.com/office/drawing/2014/main" id="{5BF8E78C-6A84-46EB-815B-DFF55FDCC084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844555" y="1917600"/>
            <a:ext cx="2640000" cy="2640000"/>
          </a:xfrm>
          <a:prstGeom prst="ellipse">
            <a:avLst/>
          </a:prstGeom>
          <a:solidFill>
            <a:schemeClr val="accent1"/>
          </a:solidFill>
        </p:spPr>
        <p:txBody>
          <a:bodyPr anchor="ctr" anchorCtr="0"/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2" name="Plassholder for tekst 2">
            <a:extLst>
              <a:ext uri="{FF2B5EF4-FFF2-40B4-BE49-F238E27FC236}">
                <a16:creationId xmlns:a16="http://schemas.microsoft.com/office/drawing/2014/main" id="{ECEB7A8C-A655-47D7-8114-68DEC70EC4FE}"/>
              </a:ext>
            </a:extLst>
          </p:cNvPr>
          <p:cNvSpPr>
            <a:spLocks noGrp="1" noChangeAspect="1"/>
          </p:cNvSpPr>
          <p:nvPr>
            <p:ph type="body" sz="quarter" idx="20" hasCustomPrompt="1"/>
          </p:nvPr>
        </p:nvSpPr>
        <p:spPr>
          <a:xfrm>
            <a:off x="4766533" y="1910933"/>
            <a:ext cx="2640000" cy="2640000"/>
          </a:xfrm>
          <a:prstGeom prst="ellipse">
            <a:avLst/>
          </a:prstGeom>
          <a:solidFill>
            <a:schemeClr val="accent1"/>
          </a:solidFill>
        </p:spPr>
        <p:txBody>
          <a:bodyPr anchor="ctr" anchorCtr="0"/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3" name="Plassholder for tekst 2">
            <a:extLst>
              <a:ext uri="{FF2B5EF4-FFF2-40B4-BE49-F238E27FC236}">
                <a16:creationId xmlns:a16="http://schemas.microsoft.com/office/drawing/2014/main" id="{6B8CCD4A-5A7F-4199-8471-AE333441B908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8707445" y="1910933"/>
            <a:ext cx="2640000" cy="2640000"/>
          </a:xfrm>
          <a:prstGeom prst="ellipse">
            <a:avLst/>
          </a:prstGeom>
          <a:solidFill>
            <a:schemeClr val="accent1"/>
          </a:solidFill>
        </p:spPr>
        <p:txBody>
          <a:bodyPr anchor="ctr" anchorCtr="0"/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9" name="Plassholder for lysbildenummer 1">
            <a:extLst>
              <a:ext uri="{FF2B5EF4-FFF2-40B4-BE49-F238E27FC236}">
                <a16:creationId xmlns:a16="http://schemas.microsoft.com/office/drawing/2014/main" id="{0463CBA3-8620-4FAA-9876-C4FB2ABB2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871460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. Picture wth red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66EA2944-5508-E64E-A2C4-C13CBDF1C3E2}"/>
              </a:ext>
            </a:extLst>
          </p:cNvPr>
          <p:cNvSpPr txBox="1"/>
          <p:nvPr/>
        </p:nvSpPr>
        <p:spPr>
          <a:xfrm>
            <a:off x="-1" y="-383629"/>
            <a:ext cx="4579257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Title and content. Picture wth red circle</a:t>
            </a:r>
            <a:endParaRPr lang="nb-NO" sz="1067" b="1" noProof="1">
              <a:solidFill>
                <a:schemeClr val="tx1"/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08DBC67-DA29-47E1-849F-BE5D8A25F5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5735" y="1617134"/>
            <a:ext cx="5664199" cy="421216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925D57F-C110-4515-BC2E-7220D5F9E2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735" y="548217"/>
            <a:ext cx="5664199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15" name="Plassholder for bilde 3">
            <a:extLst>
              <a:ext uri="{FF2B5EF4-FFF2-40B4-BE49-F238E27FC236}">
                <a16:creationId xmlns:a16="http://schemas.microsoft.com/office/drawing/2014/main" id="{2AA5FBEF-5FB6-4730-9221-81030DC088A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776634" y="260351"/>
            <a:ext cx="4127500" cy="5856816"/>
          </a:xfrm>
        </p:spPr>
        <p:txBody>
          <a:bodyPr lIns="720000" rIns="720000" bIns="1800000" anchor="ctr" anchorCtr="0">
            <a:normAutofit/>
          </a:bodyPr>
          <a:lstStyle>
            <a:lvl1pPr marL="0" indent="0" algn="ctr">
              <a:buFontTx/>
              <a:buNone/>
              <a:defRPr sz="1333"/>
            </a:lvl1pPr>
          </a:lstStyle>
          <a:p>
            <a:r>
              <a:rPr lang="nb-NO" sz="1400" err="1"/>
              <a:t>Click</a:t>
            </a:r>
            <a:r>
              <a:rPr lang="nb-NO" sz="1400"/>
              <a:t> </a:t>
            </a:r>
            <a:r>
              <a:rPr lang="nb-NO" sz="1400" err="1"/>
              <a:t>the</a:t>
            </a:r>
            <a:r>
              <a:rPr lang="nb-NO" sz="1400"/>
              <a:t> placeholder and </a:t>
            </a:r>
            <a:r>
              <a:rPr lang="nb-NO" sz="1400" err="1"/>
              <a:t>use</a:t>
            </a:r>
            <a:r>
              <a:rPr lang="nb-NO" sz="1400"/>
              <a:t> </a:t>
            </a:r>
            <a:r>
              <a:rPr lang="nb-NO" sz="1400" err="1"/>
              <a:t>button</a:t>
            </a:r>
            <a:r>
              <a:rPr lang="nb-NO" sz="1400"/>
              <a:t> "</a:t>
            </a:r>
            <a:r>
              <a:rPr lang="nb-NO" sz="1400" err="1"/>
              <a:t>Insert</a:t>
            </a:r>
            <a:r>
              <a:rPr lang="nb-NO" sz="1400"/>
              <a:t> image BrandMaster" to </a:t>
            </a:r>
            <a:r>
              <a:rPr lang="nb-NO" sz="1400" err="1"/>
              <a:t>the</a:t>
            </a:r>
            <a:r>
              <a:rPr lang="nb-NO" sz="1400"/>
              <a:t> far right </a:t>
            </a:r>
            <a:r>
              <a:rPr lang="nb-NO" sz="1400" err="1"/>
              <a:t>on</a:t>
            </a:r>
            <a:r>
              <a:rPr lang="nb-NO" sz="1400"/>
              <a:t> </a:t>
            </a:r>
            <a:r>
              <a:rPr lang="nb-NO" sz="1400" err="1"/>
              <a:t>the</a:t>
            </a:r>
            <a:r>
              <a:rPr lang="nb-NO" sz="1400"/>
              <a:t> </a:t>
            </a:r>
            <a:r>
              <a:rPr lang="nb-NO" sz="1400" err="1"/>
              <a:t>menu</a:t>
            </a:r>
            <a:r>
              <a:rPr lang="nb-NO" sz="1400"/>
              <a:t> "Sett inn/</a:t>
            </a:r>
            <a:r>
              <a:rPr lang="nb-NO" sz="1400" err="1"/>
              <a:t>Insert</a:t>
            </a:r>
            <a:r>
              <a:rPr lang="nb-NO" sz="1400"/>
              <a:t>/</a:t>
            </a:r>
            <a:r>
              <a:rPr lang="nb-NO" sz="1400" err="1"/>
              <a:t>Infoga</a:t>
            </a:r>
            <a:r>
              <a:rPr lang="nb-NO" sz="1400"/>
              <a:t>". </a:t>
            </a:r>
            <a:endParaRPr lang="nb-NO" sz="1400" noProof="1"/>
          </a:p>
        </p:txBody>
      </p:sp>
      <p:sp>
        <p:nvSpPr>
          <p:cNvPr id="16" name="Plassholder for tekst 2">
            <a:extLst>
              <a:ext uri="{FF2B5EF4-FFF2-40B4-BE49-F238E27FC236}">
                <a16:creationId xmlns:a16="http://schemas.microsoft.com/office/drawing/2014/main" id="{96DDB101-C03F-4452-BFE3-1EFC19136C6C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6456633" y="1868759"/>
            <a:ext cx="2640000" cy="2640000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191995" indent="0">
              <a:buNone/>
              <a:defRPr/>
            </a:lvl2pPr>
            <a:lvl3pPr marL="370373" indent="0">
              <a:buNone/>
              <a:defRPr/>
            </a:lvl3pPr>
            <a:lvl4pPr marL="552436" indent="0">
              <a:buNone/>
              <a:defRPr/>
            </a:lvl4pPr>
            <a:lvl5pPr marL="719649" indent="0">
              <a:buNone/>
              <a:defRPr/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7" name="Plassholder for lysbildenummer 1">
            <a:extLst>
              <a:ext uri="{FF2B5EF4-FFF2-40B4-BE49-F238E27FC236}">
                <a16:creationId xmlns:a16="http://schemas.microsoft.com/office/drawing/2014/main" id="{63973E3B-AD14-42FA-9266-694AA9A8A8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66602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C38899F-3D8D-4985-B48B-19DAEB65F106}"/>
              </a:ext>
            </a:extLst>
          </p:cNvPr>
          <p:cNvSpPr/>
          <p:nvPr/>
        </p:nvSpPr>
        <p:spPr>
          <a:xfrm>
            <a:off x="0" y="-14113"/>
            <a:ext cx="12192000" cy="64064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5733" y="548217"/>
            <a:ext cx="9144000" cy="5281083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lnSpc>
                <a:spcPct val="120000"/>
              </a:lnSpc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 noProof="0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CEDD10C5-14CC-734B-ACA7-7066DDE299D8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Large text beige</a:t>
            </a:r>
          </a:p>
        </p:txBody>
      </p:sp>
      <p:sp>
        <p:nvSpPr>
          <p:cNvPr id="6" name="Plassholder for lysbildenummer 1">
            <a:extLst>
              <a:ext uri="{FF2B5EF4-FFF2-40B4-BE49-F238E27FC236}">
                <a16:creationId xmlns:a16="http://schemas.microsoft.com/office/drawing/2014/main" id="{E2A7D0CC-9C24-46D6-9CD9-EBC4EC55B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5" name="Rett linje 4">
            <a:extLst>
              <a:ext uri="{FF2B5EF4-FFF2-40B4-BE49-F238E27FC236}">
                <a16:creationId xmlns:a16="http://schemas.microsoft.com/office/drawing/2014/main" id="{4B93E631-3F0A-475E-BEAB-735210E2C541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0828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Content bottom pictur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bilde 8">
            <a:extLst>
              <a:ext uri="{FF2B5EF4-FFF2-40B4-BE49-F238E27FC236}">
                <a16:creationId xmlns:a16="http://schemas.microsoft.com/office/drawing/2014/main" id="{E9D7CBBC-66CC-C041-A07C-EB28B53B2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868" y="260352"/>
            <a:ext cx="11616265" cy="2976033"/>
          </a:xfrm>
          <a:solidFill>
            <a:schemeClr val="accent1"/>
          </a:solidFill>
        </p:spPr>
        <p:txBody>
          <a:bodyPr lIns="540000" tIns="360000" rIns="180000" bIns="360000" anchor="t" anchorCtr="0">
            <a:normAutofit/>
          </a:bodyPr>
          <a:lstStyle>
            <a:lvl1pPr marL="0" indent="0" algn="ctr">
              <a:buFont typeface="+mj-lt"/>
              <a:buNone/>
              <a:defRPr sz="1333"/>
            </a:lvl1pPr>
          </a:lstStyle>
          <a:p>
            <a:r>
              <a:rPr lang="nb-NO" sz="1333" err="1"/>
              <a:t>Click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placeholder and </a:t>
            </a:r>
            <a:r>
              <a:rPr lang="nb-NO" sz="1333" err="1"/>
              <a:t>use</a:t>
            </a:r>
            <a:r>
              <a:rPr lang="nb-NO" sz="1333"/>
              <a:t> </a:t>
            </a:r>
            <a:r>
              <a:rPr lang="nb-NO" sz="1333" err="1"/>
              <a:t>button</a:t>
            </a:r>
            <a:r>
              <a:rPr lang="nb-NO" sz="1333"/>
              <a:t> "</a:t>
            </a:r>
            <a:r>
              <a:rPr lang="nb-NO" sz="1333" err="1"/>
              <a:t>Insert</a:t>
            </a:r>
            <a:r>
              <a:rPr lang="nb-NO" sz="1333"/>
              <a:t> image BrandMaster" to </a:t>
            </a:r>
            <a:r>
              <a:rPr lang="nb-NO" sz="1333" err="1"/>
              <a:t>the</a:t>
            </a:r>
            <a:r>
              <a:rPr lang="nb-NO" sz="1333"/>
              <a:t> far right </a:t>
            </a:r>
            <a:r>
              <a:rPr lang="nb-NO" sz="1333" err="1"/>
              <a:t>on</a:t>
            </a:r>
            <a:r>
              <a:rPr lang="nb-NO" sz="1333"/>
              <a:t> </a:t>
            </a:r>
            <a:r>
              <a:rPr lang="nb-NO" sz="1333" err="1"/>
              <a:t>the</a:t>
            </a:r>
            <a:r>
              <a:rPr lang="nb-NO" sz="1333"/>
              <a:t> </a:t>
            </a:r>
            <a:r>
              <a:rPr lang="nb-NO" sz="1333" err="1"/>
              <a:t>menu</a:t>
            </a:r>
            <a:r>
              <a:rPr lang="nb-NO" sz="1333"/>
              <a:t> </a:t>
            </a:r>
            <a:br>
              <a:rPr lang="nb-NO" sz="1333"/>
            </a:br>
            <a:r>
              <a:rPr lang="nb-NO" sz="1333"/>
              <a:t>"Sett inn/</a:t>
            </a:r>
            <a:r>
              <a:rPr lang="nb-NO" sz="1333" err="1"/>
              <a:t>Insert</a:t>
            </a:r>
            <a:r>
              <a:rPr lang="nb-NO" sz="1333"/>
              <a:t>/</a:t>
            </a:r>
            <a:r>
              <a:rPr lang="nb-NO" sz="1333" err="1"/>
              <a:t>Infoga</a:t>
            </a:r>
            <a:r>
              <a:rPr lang="nb-NO" sz="1333"/>
              <a:t>". </a:t>
            </a:r>
            <a:endParaRPr lang="nb-NO" sz="1333" noProof="1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1B5BDACB-17B3-D546-AB1B-3202000D4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236385"/>
            <a:ext cx="12192000" cy="3147791"/>
          </a:xfrm>
          <a:solidFill>
            <a:schemeClr val="bg1">
              <a:alpha val="70000"/>
            </a:schemeClr>
          </a:solidFill>
        </p:spPr>
        <p:txBody>
          <a:bodyPr vert="horz" lIns="432000" tIns="360000" rIns="180000" bIns="360000" rtlCol="0" anchor="ctr" anchorCtr="0">
            <a:normAutofit/>
          </a:bodyPr>
          <a:lstStyle>
            <a:lvl1pPr>
              <a:defRPr lang="en-GB" sz="2667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text</a:t>
            </a:r>
            <a:endParaRPr lang="en-GB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5CA6841-6EC4-9841-80AD-32DCCADC08C7}"/>
              </a:ext>
            </a:extLst>
          </p:cNvPr>
          <p:cNvSpPr txBox="1"/>
          <p:nvPr/>
        </p:nvSpPr>
        <p:spPr>
          <a:xfrm>
            <a:off x="0" y="-383629"/>
            <a:ext cx="492760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Subheading Content bottom picture top</a:t>
            </a:r>
          </a:p>
        </p:txBody>
      </p:sp>
      <p:sp>
        <p:nvSpPr>
          <p:cNvPr id="5" name="Plassholder for lysbildenummer 1">
            <a:extLst>
              <a:ext uri="{FF2B5EF4-FFF2-40B4-BE49-F238E27FC236}">
                <a16:creationId xmlns:a16="http://schemas.microsoft.com/office/drawing/2014/main" id="{E458FF50-7BE4-447C-9AB0-E242A051C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45298570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#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5BDACB-17B3-D546-AB1B-3202000D4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0232" y="-21167"/>
            <a:ext cx="9901767" cy="6426200"/>
          </a:xfrm>
          <a:prstGeom prst="rect">
            <a:avLst/>
          </a:prstGeom>
          <a:solidFill>
            <a:schemeClr val="accent1"/>
          </a:solidFill>
        </p:spPr>
        <p:txBody>
          <a:bodyPr vert="horz" lIns="1152000" tIns="360000" rIns="2160000" bIns="360000" rtlCol="0" anchor="ctr" anchorCtr="0">
            <a:normAutofit/>
          </a:bodyPr>
          <a:lstStyle>
            <a:lvl1pPr>
              <a:defRPr lang="en-GB"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text</a:t>
            </a:r>
            <a:endParaRPr lang="en-GB"/>
          </a:p>
        </p:txBody>
      </p:sp>
      <p:sp>
        <p:nvSpPr>
          <p:cNvPr id="6" name="Plassholder for tekst 2">
            <a:extLst>
              <a:ext uri="{FF2B5EF4-FFF2-40B4-BE49-F238E27FC236}">
                <a16:creationId xmlns:a16="http://schemas.microsoft.com/office/drawing/2014/main" id="{4955FCFE-EAEC-4B81-9113-27F7BE7762BF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1190388" y="2011767"/>
            <a:ext cx="2199688" cy="2199688"/>
          </a:xfrm>
          <a:prstGeom prst="ellipse">
            <a:avLst/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7200">
                <a:solidFill>
                  <a:schemeClr val="tx1"/>
                </a:solidFill>
              </a:defRPr>
            </a:lvl1pPr>
            <a:lvl2pPr marL="191995" indent="0">
              <a:buNone/>
              <a:defRPr/>
            </a:lvl2pPr>
            <a:lvl3pPr marL="370373" indent="0">
              <a:buNone/>
              <a:defRPr/>
            </a:lvl3pPr>
            <a:lvl4pPr marL="552436" indent="0">
              <a:buNone/>
              <a:defRPr/>
            </a:lvl4pPr>
            <a:lvl5pPr marL="719649" indent="0">
              <a:buNone/>
              <a:defRPr/>
            </a:lvl5pPr>
          </a:lstStyle>
          <a:p>
            <a:r>
              <a:rPr lang="en-GB"/>
              <a:t>#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13469861-FD48-0348-8AD0-80DA0115921F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Subheading # beige</a:t>
            </a:r>
          </a:p>
        </p:txBody>
      </p:sp>
      <p:cxnSp>
        <p:nvCxnSpPr>
          <p:cNvPr id="7" name="Rett linje 6">
            <a:extLst>
              <a:ext uri="{FF2B5EF4-FFF2-40B4-BE49-F238E27FC236}">
                <a16:creationId xmlns:a16="http://schemas.microsoft.com/office/drawing/2014/main" id="{8B2FDD79-031F-43B7-8E76-EFC554C37898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lassholder for lysbildenummer 1">
            <a:extLst>
              <a:ext uri="{FF2B5EF4-FFF2-40B4-BE49-F238E27FC236}">
                <a16:creationId xmlns:a16="http://schemas.microsoft.com/office/drawing/2014/main" id="{A8C5D530-873A-40F7-8D61-9D49CBAE6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17587834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#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5BDACB-17B3-D546-AB1B-3202000D4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0234" y="-18304"/>
            <a:ext cx="9901767" cy="6426511"/>
          </a:xfrm>
          <a:prstGeom prst="rect">
            <a:avLst/>
          </a:prstGeom>
          <a:solidFill>
            <a:srgbClr val="E8F3E1"/>
          </a:solidFill>
        </p:spPr>
        <p:txBody>
          <a:bodyPr vert="horz" lIns="1152000" tIns="360000" rIns="2160000" bIns="360000" rtlCol="0" anchor="ctr" anchorCtr="0">
            <a:normAutofit/>
          </a:bodyPr>
          <a:lstStyle>
            <a:lvl1pPr>
              <a:defRPr lang="en-GB"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text</a:t>
            </a:r>
            <a:endParaRPr lang="en-GB"/>
          </a:p>
        </p:txBody>
      </p:sp>
      <p:sp>
        <p:nvSpPr>
          <p:cNvPr id="6" name="Plassholder for tekst 2">
            <a:extLst>
              <a:ext uri="{FF2B5EF4-FFF2-40B4-BE49-F238E27FC236}">
                <a16:creationId xmlns:a16="http://schemas.microsoft.com/office/drawing/2014/main" id="{4955FCFE-EAEC-4B81-9113-27F7BE7762BF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1190388" y="2010779"/>
            <a:ext cx="2199688" cy="2199688"/>
          </a:xfrm>
          <a:prstGeom prst="ellipse">
            <a:avLst/>
          </a:prstGeom>
          <a:solidFill>
            <a:srgbClr val="C6E7C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7200">
                <a:solidFill>
                  <a:schemeClr val="tx1"/>
                </a:solidFill>
              </a:defRPr>
            </a:lvl1pPr>
            <a:lvl2pPr marL="191995" indent="0">
              <a:buNone/>
              <a:defRPr/>
            </a:lvl2pPr>
            <a:lvl3pPr marL="370373" indent="0">
              <a:buNone/>
              <a:defRPr/>
            </a:lvl3pPr>
            <a:lvl4pPr marL="552436" indent="0">
              <a:buNone/>
              <a:defRPr/>
            </a:lvl4pPr>
            <a:lvl5pPr marL="719649" indent="0">
              <a:buNone/>
              <a:defRPr/>
            </a:lvl5pPr>
          </a:lstStyle>
          <a:p>
            <a:r>
              <a:rPr lang="en-GB"/>
              <a:t>#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13469861-FD48-0348-8AD0-80DA0115921F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Subheading # green</a:t>
            </a:r>
          </a:p>
        </p:txBody>
      </p:sp>
      <p:sp>
        <p:nvSpPr>
          <p:cNvPr id="9" name="Plassholder for lysbildenummer 1">
            <a:extLst>
              <a:ext uri="{FF2B5EF4-FFF2-40B4-BE49-F238E27FC236}">
                <a16:creationId xmlns:a16="http://schemas.microsoft.com/office/drawing/2014/main" id="{24B43283-04C9-4A8A-991A-901E9B495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7" name="Rett linje 6">
            <a:extLst>
              <a:ext uri="{FF2B5EF4-FFF2-40B4-BE49-F238E27FC236}">
                <a16:creationId xmlns:a16="http://schemas.microsoft.com/office/drawing/2014/main" id="{3BB02164-EEDF-406D-A8C4-FD5DEB78A573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171046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 text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7C3646D-3806-4646-A77B-08B9AFDCBB1F}"/>
              </a:ext>
            </a:extLst>
          </p:cNvPr>
          <p:cNvSpPr/>
          <p:nvPr/>
        </p:nvSpPr>
        <p:spPr>
          <a:xfrm>
            <a:off x="3360752" y="0"/>
            <a:ext cx="8831249" cy="640540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12" name="Grafikk 6">
            <a:extLst>
              <a:ext uri="{FF2B5EF4-FFF2-40B4-BE49-F238E27FC236}">
                <a16:creationId xmlns:a16="http://schemas.microsoft.com/office/drawing/2014/main" id="{EAB5DFC6-1C98-48D1-9037-870B5F1C3141}"/>
              </a:ext>
            </a:extLst>
          </p:cNvPr>
          <p:cNvSpPr/>
          <p:nvPr userDrawn="1"/>
        </p:nvSpPr>
        <p:spPr>
          <a:xfrm>
            <a:off x="1" y="-8877"/>
            <a:ext cx="7485529" cy="6435293"/>
          </a:xfrm>
          <a:custGeom>
            <a:avLst/>
            <a:gdLst>
              <a:gd name="connsiteX0" fmla="*/ 2555081 w 4795837"/>
              <a:gd name="connsiteY0" fmla="*/ 0 h 4481512"/>
              <a:gd name="connsiteX1" fmla="*/ 2552700 w 4795837"/>
              <a:gd name="connsiteY1" fmla="*/ 0 h 4481512"/>
              <a:gd name="connsiteX2" fmla="*/ 2552700 w 4795837"/>
              <a:gd name="connsiteY2" fmla="*/ 0 h 4481512"/>
              <a:gd name="connsiteX3" fmla="*/ 0 w 4795837"/>
              <a:gd name="connsiteY3" fmla="*/ 0 h 4481512"/>
              <a:gd name="connsiteX4" fmla="*/ 0 w 4795837"/>
              <a:gd name="connsiteY4" fmla="*/ 4481513 h 4481512"/>
              <a:gd name="connsiteX5" fmla="*/ 2552700 w 4795837"/>
              <a:gd name="connsiteY5" fmla="*/ 4481513 h 4481512"/>
              <a:gd name="connsiteX6" fmla="*/ 2552700 w 4795837"/>
              <a:gd name="connsiteY6" fmla="*/ 4481513 h 4481512"/>
              <a:gd name="connsiteX7" fmla="*/ 2555081 w 4795837"/>
              <a:gd name="connsiteY7" fmla="*/ 4481513 h 4481512"/>
              <a:gd name="connsiteX8" fmla="*/ 4795838 w 4795837"/>
              <a:gd name="connsiteY8" fmla="*/ 2240756 h 4481512"/>
              <a:gd name="connsiteX9" fmla="*/ 2555081 w 4795837"/>
              <a:gd name="connsiteY9" fmla="*/ 0 h 4481512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442334 w 5238172"/>
              <a:gd name="connsiteY4" fmla="*/ 449703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0 w 5238172"/>
              <a:gd name="connsiteY4" fmla="*/ 448151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0 w 5238172"/>
              <a:gd name="connsiteY4" fmla="*/ 448151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0 w 5238172"/>
              <a:gd name="connsiteY4" fmla="*/ 4496316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2744639 w 5238172"/>
              <a:gd name="connsiteY3" fmla="*/ 6204 h 4497033"/>
              <a:gd name="connsiteX4" fmla="*/ 0 w 5238172"/>
              <a:gd name="connsiteY4" fmla="*/ 0 h 4497033"/>
              <a:gd name="connsiteX5" fmla="*/ 0 w 5238172"/>
              <a:gd name="connsiteY5" fmla="*/ 4496316 h 4497033"/>
              <a:gd name="connsiteX6" fmla="*/ 2995034 w 5238172"/>
              <a:gd name="connsiteY6" fmla="*/ 4497033 h 4497033"/>
              <a:gd name="connsiteX7" fmla="*/ 2995034 w 5238172"/>
              <a:gd name="connsiteY7" fmla="*/ 4497033 h 4497033"/>
              <a:gd name="connsiteX8" fmla="*/ 2997415 w 5238172"/>
              <a:gd name="connsiteY8" fmla="*/ 4497033 h 4497033"/>
              <a:gd name="connsiteX9" fmla="*/ 5238172 w 5238172"/>
              <a:gd name="connsiteY9" fmla="*/ 2256276 h 4497033"/>
              <a:gd name="connsiteX10" fmla="*/ 2997415 w 5238172"/>
              <a:gd name="connsiteY10" fmla="*/ 15520 h 4497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38172" h="4497033">
                <a:moveTo>
                  <a:pt x="2997415" y="15520"/>
                </a:moveTo>
                <a:lnTo>
                  <a:pt x="2995034" y="15520"/>
                </a:lnTo>
                <a:lnTo>
                  <a:pt x="2995034" y="15520"/>
                </a:lnTo>
                <a:cubicBezTo>
                  <a:pt x="2911569" y="14880"/>
                  <a:pt x="2828104" y="6844"/>
                  <a:pt x="2744639" y="6204"/>
                </a:cubicBezTo>
                <a:lnTo>
                  <a:pt x="0" y="0"/>
                </a:lnTo>
                <a:lnTo>
                  <a:pt x="0" y="4496316"/>
                </a:lnTo>
                <a:lnTo>
                  <a:pt x="2995034" y="4497033"/>
                </a:lnTo>
                <a:lnTo>
                  <a:pt x="2995034" y="4497033"/>
                </a:lnTo>
                <a:lnTo>
                  <a:pt x="2997415" y="4497033"/>
                </a:lnTo>
                <a:cubicBezTo>
                  <a:pt x="4234713" y="4497033"/>
                  <a:pt x="5238172" y="3493574"/>
                  <a:pt x="5238172" y="2256276"/>
                </a:cubicBezTo>
                <a:cubicBezTo>
                  <a:pt x="5238172" y="1018979"/>
                  <a:pt x="4234713" y="15520"/>
                  <a:pt x="2997415" y="15520"/>
                </a:cubicBez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2400"/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86A55290-BA34-574B-88BB-9F743262227F}"/>
              </a:ext>
            </a:extLst>
          </p:cNvPr>
          <p:cNvSpPr txBox="1"/>
          <p:nvPr/>
        </p:nvSpPr>
        <p:spPr>
          <a:xfrm>
            <a:off x="0" y="-381827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Subheading text beige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FB97C50C-AD9F-4084-A912-4C6B175378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733" y="548218"/>
            <a:ext cx="5376333" cy="5281081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9" name="Plassholder for lysbildenummer 1">
            <a:extLst>
              <a:ext uri="{FF2B5EF4-FFF2-40B4-BE49-F238E27FC236}">
                <a16:creationId xmlns:a16="http://schemas.microsoft.com/office/drawing/2014/main" id="{BEC88C45-747D-4307-AB72-447435E33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7" name="Rett linje 6">
            <a:extLst>
              <a:ext uri="{FF2B5EF4-FFF2-40B4-BE49-F238E27FC236}">
                <a16:creationId xmlns:a16="http://schemas.microsoft.com/office/drawing/2014/main" id="{400B6F61-1077-4452-AA6B-A9516B72FD24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51293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 tex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7">
            <a:extLst>
              <a:ext uri="{FF2B5EF4-FFF2-40B4-BE49-F238E27FC236}">
                <a16:creationId xmlns:a16="http://schemas.microsoft.com/office/drawing/2014/main" id="{86A55290-BA34-574B-88BB-9F743262227F}"/>
              </a:ext>
            </a:extLst>
          </p:cNvPr>
          <p:cNvSpPr txBox="1"/>
          <p:nvPr/>
        </p:nvSpPr>
        <p:spPr>
          <a:xfrm>
            <a:off x="0" y="-381827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Subheading text green</a:t>
            </a:r>
          </a:p>
        </p:txBody>
      </p:sp>
      <p:sp>
        <p:nvSpPr>
          <p:cNvPr id="12" name="Plassholder for tekst 4">
            <a:extLst>
              <a:ext uri="{FF2B5EF4-FFF2-40B4-BE49-F238E27FC236}">
                <a16:creationId xmlns:a16="http://schemas.microsoft.com/office/drawing/2014/main" id="{FC0851CD-6B62-47C0-BE5E-3CBEC5C842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5734" y="548218"/>
            <a:ext cx="5376333" cy="5281081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784FCABB-F986-47B6-9DD0-03F3103F6FEB}"/>
              </a:ext>
            </a:extLst>
          </p:cNvPr>
          <p:cNvSpPr/>
          <p:nvPr userDrawn="1"/>
        </p:nvSpPr>
        <p:spPr>
          <a:xfrm>
            <a:off x="3360753" y="0"/>
            <a:ext cx="8831249" cy="64264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14" name="Grafikk 6">
            <a:extLst>
              <a:ext uri="{FF2B5EF4-FFF2-40B4-BE49-F238E27FC236}">
                <a16:creationId xmlns:a16="http://schemas.microsoft.com/office/drawing/2014/main" id="{EB99E279-655A-4476-AFB2-32C0AFDE5D41}"/>
              </a:ext>
            </a:extLst>
          </p:cNvPr>
          <p:cNvSpPr/>
          <p:nvPr userDrawn="1"/>
        </p:nvSpPr>
        <p:spPr>
          <a:xfrm>
            <a:off x="1" y="-8877"/>
            <a:ext cx="7485529" cy="6435293"/>
          </a:xfrm>
          <a:custGeom>
            <a:avLst/>
            <a:gdLst>
              <a:gd name="connsiteX0" fmla="*/ 2555081 w 4795837"/>
              <a:gd name="connsiteY0" fmla="*/ 0 h 4481512"/>
              <a:gd name="connsiteX1" fmla="*/ 2552700 w 4795837"/>
              <a:gd name="connsiteY1" fmla="*/ 0 h 4481512"/>
              <a:gd name="connsiteX2" fmla="*/ 2552700 w 4795837"/>
              <a:gd name="connsiteY2" fmla="*/ 0 h 4481512"/>
              <a:gd name="connsiteX3" fmla="*/ 0 w 4795837"/>
              <a:gd name="connsiteY3" fmla="*/ 0 h 4481512"/>
              <a:gd name="connsiteX4" fmla="*/ 0 w 4795837"/>
              <a:gd name="connsiteY4" fmla="*/ 4481513 h 4481512"/>
              <a:gd name="connsiteX5" fmla="*/ 2552700 w 4795837"/>
              <a:gd name="connsiteY5" fmla="*/ 4481513 h 4481512"/>
              <a:gd name="connsiteX6" fmla="*/ 2552700 w 4795837"/>
              <a:gd name="connsiteY6" fmla="*/ 4481513 h 4481512"/>
              <a:gd name="connsiteX7" fmla="*/ 2555081 w 4795837"/>
              <a:gd name="connsiteY7" fmla="*/ 4481513 h 4481512"/>
              <a:gd name="connsiteX8" fmla="*/ 4795838 w 4795837"/>
              <a:gd name="connsiteY8" fmla="*/ 2240756 h 4481512"/>
              <a:gd name="connsiteX9" fmla="*/ 2555081 w 4795837"/>
              <a:gd name="connsiteY9" fmla="*/ 0 h 4481512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442334 w 5238172"/>
              <a:gd name="connsiteY4" fmla="*/ 449703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0 w 5238172"/>
              <a:gd name="connsiteY4" fmla="*/ 448151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0 w 5238172"/>
              <a:gd name="connsiteY4" fmla="*/ 448151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0 w 5238172"/>
              <a:gd name="connsiteY4" fmla="*/ 4496316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2744639 w 5238172"/>
              <a:gd name="connsiteY3" fmla="*/ 6204 h 4497033"/>
              <a:gd name="connsiteX4" fmla="*/ 0 w 5238172"/>
              <a:gd name="connsiteY4" fmla="*/ 0 h 4497033"/>
              <a:gd name="connsiteX5" fmla="*/ 0 w 5238172"/>
              <a:gd name="connsiteY5" fmla="*/ 4496316 h 4497033"/>
              <a:gd name="connsiteX6" fmla="*/ 2995034 w 5238172"/>
              <a:gd name="connsiteY6" fmla="*/ 4497033 h 4497033"/>
              <a:gd name="connsiteX7" fmla="*/ 2995034 w 5238172"/>
              <a:gd name="connsiteY7" fmla="*/ 4497033 h 4497033"/>
              <a:gd name="connsiteX8" fmla="*/ 2997415 w 5238172"/>
              <a:gd name="connsiteY8" fmla="*/ 4497033 h 4497033"/>
              <a:gd name="connsiteX9" fmla="*/ 5238172 w 5238172"/>
              <a:gd name="connsiteY9" fmla="*/ 2256276 h 4497033"/>
              <a:gd name="connsiteX10" fmla="*/ 2997415 w 5238172"/>
              <a:gd name="connsiteY10" fmla="*/ 15520 h 4497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38172" h="4497033">
                <a:moveTo>
                  <a:pt x="2997415" y="15520"/>
                </a:moveTo>
                <a:lnTo>
                  <a:pt x="2995034" y="15520"/>
                </a:lnTo>
                <a:lnTo>
                  <a:pt x="2995034" y="15520"/>
                </a:lnTo>
                <a:cubicBezTo>
                  <a:pt x="2911569" y="14880"/>
                  <a:pt x="2828104" y="6844"/>
                  <a:pt x="2744639" y="6204"/>
                </a:cubicBezTo>
                <a:lnTo>
                  <a:pt x="0" y="0"/>
                </a:lnTo>
                <a:lnTo>
                  <a:pt x="0" y="4496316"/>
                </a:lnTo>
                <a:lnTo>
                  <a:pt x="2995034" y="4497033"/>
                </a:lnTo>
                <a:lnTo>
                  <a:pt x="2995034" y="4497033"/>
                </a:lnTo>
                <a:lnTo>
                  <a:pt x="2997415" y="4497033"/>
                </a:lnTo>
                <a:cubicBezTo>
                  <a:pt x="4234713" y="4497033"/>
                  <a:pt x="5238172" y="3493574"/>
                  <a:pt x="5238172" y="2256276"/>
                </a:cubicBezTo>
                <a:cubicBezTo>
                  <a:pt x="5238172" y="1018979"/>
                  <a:pt x="4234713" y="15520"/>
                  <a:pt x="2997415" y="15520"/>
                </a:cubicBez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2400"/>
          </a:p>
        </p:txBody>
      </p:sp>
      <p:sp>
        <p:nvSpPr>
          <p:cNvPr id="17" name="Plassholder for tekst 4">
            <a:extLst>
              <a:ext uri="{FF2B5EF4-FFF2-40B4-BE49-F238E27FC236}">
                <a16:creationId xmlns:a16="http://schemas.microsoft.com/office/drawing/2014/main" id="{D5651846-A59A-42C7-AACB-68E8AD132A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3733" y="548218"/>
            <a:ext cx="5376333" cy="5281081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8" name="Plassholder for lysbildenummer 1">
            <a:extLst>
              <a:ext uri="{FF2B5EF4-FFF2-40B4-BE49-F238E27FC236}">
                <a16:creationId xmlns:a16="http://schemas.microsoft.com/office/drawing/2014/main" id="{40368013-0CE2-43A7-B723-1A47ABAF14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  <p:cxnSp>
        <p:nvCxnSpPr>
          <p:cNvPr id="16" name="Rett linje 15">
            <a:extLst>
              <a:ext uri="{FF2B5EF4-FFF2-40B4-BE49-F238E27FC236}">
                <a16:creationId xmlns:a16="http://schemas.microsoft.com/office/drawing/2014/main" id="{BC1BDFEA-F4A8-4E5D-98F4-A1CFD5EEE7A1}"/>
              </a:ext>
            </a:extLst>
          </p:cNvPr>
          <p:cNvCxnSpPr>
            <a:cxnSpLocks/>
          </p:cNvCxnSpPr>
          <p:nvPr userDrawn="1"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5765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 circle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5897F539-4998-4F3A-974F-8971EA9C9D05}"/>
              </a:ext>
            </a:extLst>
          </p:cNvPr>
          <p:cNvSpPr/>
          <p:nvPr/>
        </p:nvSpPr>
        <p:spPr>
          <a:xfrm>
            <a:off x="0" y="1115336"/>
            <a:ext cx="12200656" cy="5742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40" name="Friform 39">
            <a:extLst>
              <a:ext uri="{FF2B5EF4-FFF2-40B4-BE49-F238E27FC236}">
                <a16:creationId xmlns:a16="http://schemas.microsoft.com/office/drawing/2014/main" id="{90B0AA4D-713B-F647-880F-22FA178EC2E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286" y="1117200"/>
            <a:ext cx="7827381" cy="5740800"/>
          </a:xfrm>
          <a:custGeom>
            <a:avLst/>
            <a:gdLst>
              <a:gd name="connsiteX0" fmla="*/ 0 w 5870536"/>
              <a:gd name="connsiteY0" fmla="*/ 0 h 4305600"/>
              <a:gd name="connsiteX1" fmla="*/ 5870536 w 5870536"/>
              <a:gd name="connsiteY1" fmla="*/ 0 h 4305600"/>
              <a:gd name="connsiteX2" fmla="*/ 5870536 w 5870536"/>
              <a:gd name="connsiteY2" fmla="*/ 4305600 h 4305600"/>
              <a:gd name="connsiteX3" fmla="*/ 0 w 5870536"/>
              <a:gd name="connsiteY3" fmla="*/ 4305600 h 4305600"/>
              <a:gd name="connsiteX4" fmla="*/ 0 w 5870536"/>
              <a:gd name="connsiteY4" fmla="*/ 4299135 h 4305600"/>
              <a:gd name="connsiteX5" fmla="*/ 92081 w 5870536"/>
              <a:gd name="connsiteY5" fmla="*/ 4294486 h 4305600"/>
              <a:gd name="connsiteX6" fmla="*/ 2024769 w 5870536"/>
              <a:gd name="connsiteY6" fmla="*/ 2152800 h 4305600"/>
              <a:gd name="connsiteX7" fmla="*/ 92081 w 5870536"/>
              <a:gd name="connsiteY7" fmla="*/ 11115 h 4305600"/>
              <a:gd name="connsiteX8" fmla="*/ 0 w 5870536"/>
              <a:gd name="connsiteY8" fmla="*/ 6465 h 43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536" h="4305600">
                <a:moveTo>
                  <a:pt x="0" y="0"/>
                </a:moveTo>
                <a:lnTo>
                  <a:pt x="5870536" y="0"/>
                </a:lnTo>
                <a:lnTo>
                  <a:pt x="5870536" y="4305600"/>
                </a:lnTo>
                <a:lnTo>
                  <a:pt x="0" y="4305600"/>
                </a:lnTo>
                <a:lnTo>
                  <a:pt x="0" y="4299135"/>
                </a:lnTo>
                <a:lnTo>
                  <a:pt x="92081" y="4294486"/>
                </a:lnTo>
                <a:cubicBezTo>
                  <a:pt x="1177643" y="4184241"/>
                  <a:pt x="2024769" y="3267449"/>
                  <a:pt x="2024769" y="2152800"/>
                </a:cubicBezTo>
                <a:cubicBezTo>
                  <a:pt x="2024769" y="1038151"/>
                  <a:pt x="1177643" y="121360"/>
                  <a:pt x="92081" y="11115"/>
                </a:cubicBezTo>
                <a:lnTo>
                  <a:pt x="0" y="646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2160000" tIns="360000" rIns="720000" anchor="t" anchorCtr="1">
            <a:noAutofit/>
          </a:bodyPr>
          <a:lstStyle>
            <a:lvl1pPr marL="0" marR="0" indent="0" algn="r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 by drag &amp; </a:t>
            </a:r>
            <a:r>
              <a:rPr lang="nb-NO" err="1"/>
              <a:t>drop</a:t>
            </a:r>
            <a:r>
              <a:rPr lang="nb-NO"/>
              <a:t> or </a:t>
            </a:r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. </a:t>
            </a:r>
            <a:r>
              <a:rPr lang="nb-NO" noProof="1"/>
              <a:t>Use picture tools to adjust.</a:t>
            </a:r>
          </a:p>
        </p:txBody>
      </p:sp>
      <p:grpSp>
        <p:nvGrpSpPr>
          <p:cNvPr id="115" name="Gruppe 114">
            <a:extLst>
              <a:ext uri="{FF2B5EF4-FFF2-40B4-BE49-F238E27FC236}">
                <a16:creationId xmlns:a16="http://schemas.microsoft.com/office/drawing/2014/main" id="{41E97E57-5157-4765-A889-FD768F44AD8B}"/>
              </a:ext>
            </a:extLst>
          </p:cNvPr>
          <p:cNvGrpSpPr/>
          <p:nvPr/>
        </p:nvGrpSpPr>
        <p:grpSpPr>
          <a:xfrm>
            <a:off x="0" y="7063717"/>
            <a:ext cx="12192000" cy="240000"/>
            <a:chOff x="0" y="5297788"/>
            <a:chExt cx="9144000" cy="372979"/>
          </a:xfrm>
        </p:grpSpPr>
        <p:cxnSp>
          <p:nvCxnSpPr>
            <p:cNvPr id="116" name="Rett linje 115">
              <a:extLst>
                <a:ext uri="{FF2B5EF4-FFF2-40B4-BE49-F238E27FC236}">
                  <a16:creationId xmlns:a16="http://schemas.microsoft.com/office/drawing/2014/main" id="{CB4EC828-AA64-4B3B-BA7F-3939F0DDCC1D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FC708BC3-AF6A-4C2A-A040-E7D2584F5679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6116CDD8-8FA0-499C-8024-98736A2A45BE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F87D2C52-DF01-487F-94E1-3B4808498D4C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D23653C0-3C9E-4DC9-9B20-7CB67F5F9553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2BD9608F-579A-4E69-946E-738146576D95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Rett linje 121">
              <a:extLst>
                <a:ext uri="{FF2B5EF4-FFF2-40B4-BE49-F238E27FC236}">
                  <a16:creationId xmlns:a16="http://schemas.microsoft.com/office/drawing/2014/main" id="{7C61F4DE-2E50-462D-A392-B853CA21D799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Rett linje 122">
              <a:extLst>
                <a:ext uri="{FF2B5EF4-FFF2-40B4-BE49-F238E27FC236}">
                  <a16:creationId xmlns:a16="http://schemas.microsoft.com/office/drawing/2014/main" id="{C04DF60F-3682-4D29-A6CE-7D6AAA8FA5CC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Rett linje 123">
              <a:extLst>
                <a:ext uri="{FF2B5EF4-FFF2-40B4-BE49-F238E27FC236}">
                  <a16:creationId xmlns:a16="http://schemas.microsoft.com/office/drawing/2014/main" id="{E042CA0E-47DC-47FC-897F-70F70BFB366F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3863232C-D53F-48D6-A0E7-CC9B4C60E264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6275ADF1-B804-49A7-96BE-70D8AFECB88C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6A12681A-6F23-4F31-ACA4-1A2E0006D537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Rett linje 127">
              <a:extLst>
                <a:ext uri="{FF2B5EF4-FFF2-40B4-BE49-F238E27FC236}">
                  <a16:creationId xmlns:a16="http://schemas.microsoft.com/office/drawing/2014/main" id="{6CC3DE73-64F8-4D3E-B3A9-935C5F8AA878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FAC273D9-8153-4188-B7CA-F30670E78B13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916C3980-C8A1-45C7-AA35-A88DD771F2A1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E99AC163-1D5E-4BFA-BE31-B64B3B6121BF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E1A62F24-69EB-4117-B6FE-6407220526C9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uppe 132">
            <a:extLst>
              <a:ext uri="{FF2B5EF4-FFF2-40B4-BE49-F238E27FC236}">
                <a16:creationId xmlns:a16="http://schemas.microsoft.com/office/drawing/2014/main" id="{DD3A4283-61B4-4CE7-98B3-DD15277A1CA4}"/>
              </a:ext>
            </a:extLst>
          </p:cNvPr>
          <p:cNvGrpSpPr/>
          <p:nvPr/>
        </p:nvGrpSpPr>
        <p:grpSpPr>
          <a:xfrm>
            <a:off x="-452097" y="1"/>
            <a:ext cx="240000" cy="5661600"/>
            <a:chOff x="-583532" y="1"/>
            <a:chExt cx="372980" cy="4246200"/>
          </a:xfrm>
        </p:grpSpPr>
        <p:cxnSp>
          <p:nvCxnSpPr>
            <p:cNvPr id="166" name="Rett linje 165">
              <a:extLst>
                <a:ext uri="{FF2B5EF4-FFF2-40B4-BE49-F238E27FC236}">
                  <a16:creationId xmlns:a16="http://schemas.microsoft.com/office/drawing/2014/main" id="{AE79378C-6DE6-4A62-A57A-8ADA616F546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-186489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Rett linje 168">
              <a:extLst>
                <a:ext uri="{FF2B5EF4-FFF2-40B4-BE49-F238E27FC236}">
                  <a16:creationId xmlns:a16="http://schemas.microsoft.com/office/drawing/2014/main" id="{DA872C10-59C3-4434-A633-E66C99353B1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2239911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Rett linje 169">
              <a:extLst>
                <a:ext uri="{FF2B5EF4-FFF2-40B4-BE49-F238E27FC236}">
                  <a16:creationId xmlns:a16="http://schemas.microsoft.com/office/drawing/2014/main" id="{71B24215-F01A-485B-A939-3F00F3A22D3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11052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Rett linje 170">
              <a:extLst>
                <a:ext uri="{FF2B5EF4-FFF2-40B4-BE49-F238E27FC236}">
                  <a16:creationId xmlns:a16="http://schemas.microsoft.com/office/drawing/2014/main" id="{ADCFBA45-D34E-4289-B179-5626BD5E2E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35316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Rett linje 171">
              <a:extLst>
                <a:ext uri="{FF2B5EF4-FFF2-40B4-BE49-F238E27FC236}">
                  <a16:creationId xmlns:a16="http://schemas.microsoft.com/office/drawing/2014/main" id="{C8991031-407D-4BDF-A817-F5AE7F4EAEA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3" y="5166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Rett linje 172">
              <a:extLst>
                <a:ext uri="{FF2B5EF4-FFF2-40B4-BE49-F238E27FC236}">
                  <a16:creationId xmlns:a16="http://schemas.microsoft.com/office/drawing/2014/main" id="{7610412E-A155-4674-8251-7706FBEE8D0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17298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Rett linje 173">
              <a:extLst>
                <a:ext uri="{FF2B5EF4-FFF2-40B4-BE49-F238E27FC236}">
                  <a16:creationId xmlns:a16="http://schemas.microsoft.com/office/drawing/2014/main" id="{B43C8BAA-7CFD-4FF4-A348-82C4B4D4433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29430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Rett linje 174">
              <a:extLst>
                <a:ext uri="{FF2B5EF4-FFF2-40B4-BE49-F238E27FC236}">
                  <a16:creationId xmlns:a16="http://schemas.microsoft.com/office/drawing/2014/main" id="{2223CED3-2D78-4D56-9B33-66CAD9F8948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41562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D9CC3CC4-9519-4F39-AF45-4B0686864F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2177" y="1115336"/>
            <a:ext cx="5740800" cy="5742664"/>
          </a:xfrm>
          <a:prstGeom prst="ellipse">
            <a:avLst/>
          </a:prstGeom>
          <a:solidFill>
            <a:schemeClr val="accent2"/>
          </a:solidFill>
        </p:spPr>
        <p:txBody>
          <a:bodyPr lIns="180000" tIns="540000" rIns="180000" bIns="540000" anchor="t">
            <a:normAutofit/>
          </a:bodyPr>
          <a:lstStyle>
            <a:lvl1pPr algn="ctr">
              <a:lnSpc>
                <a:spcPct val="100000"/>
              </a:lnSpc>
              <a:defRPr sz="3333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 noProof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CCF5EDEC-7BE2-4E2E-A936-F04462A3D2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73240" y="5659087"/>
            <a:ext cx="3074504" cy="530927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subtitle</a:t>
            </a:r>
            <a:r>
              <a:rPr lang="nb-NO" noProof="0"/>
              <a:t>, date and presenter</a:t>
            </a:r>
          </a:p>
        </p:txBody>
      </p:sp>
      <p:pic>
        <p:nvPicPr>
          <p:cNvPr id="39" name="Picture 7">
            <a:extLst>
              <a:ext uri="{FF2B5EF4-FFF2-40B4-BE49-F238E27FC236}">
                <a16:creationId xmlns:a16="http://schemas.microsoft.com/office/drawing/2014/main" id="{0157A21E-843C-47D9-9FED-931B78DA68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28625"/>
            <a:ext cx="2194560" cy="31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91610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with Picture 3 circle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5897F539-4998-4F3A-974F-8971EA9C9D05}"/>
              </a:ext>
            </a:extLst>
          </p:cNvPr>
          <p:cNvSpPr/>
          <p:nvPr/>
        </p:nvSpPr>
        <p:spPr>
          <a:xfrm>
            <a:off x="1" y="1115336"/>
            <a:ext cx="12191999" cy="57426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grpSp>
        <p:nvGrpSpPr>
          <p:cNvPr id="115" name="Gruppe 114">
            <a:extLst>
              <a:ext uri="{FF2B5EF4-FFF2-40B4-BE49-F238E27FC236}">
                <a16:creationId xmlns:a16="http://schemas.microsoft.com/office/drawing/2014/main" id="{41E97E57-5157-4765-A889-FD768F44AD8B}"/>
              </a:ext>
            </a:extLst>
          </p:cNvPr>
          <p:cNvGrpSpPr/>
          <p:nvPr/>
        </p:nvGrpSpPr>
        <p:grpSpPr>
          <a:xfrm>
            <a:off x="0" y="7063717"/>
            <a:ext cx="12192000" cy="240000"/>
            <a:chOff x="0" y="5297788"/>
            <a:chExt cx="9144000" cy="372979"/>
          </a:xfrm>
        </p:grpSpPr>
        <p:cxnSp>
          <p:nvCxnSpPr>
            <p:cNvPr id="116" name="Rett linje 115">
              <a:extLst>
                <a:ext uri="{FF2B5EF4-FFF2-40B4-BE49-F238E27FC236}">
                  <a16:creationId xmlns:a16="http://schemas.microsoft.com/office/drawing/2014/main" id="{CB4EC828-AA64-4B3B-BA7F-3939F0DDCC1D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FC708BC3-AF6A-4C2A-A040-E7D2584F5679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6116CDD8-8FA0-499C-8024-98736A2A45BE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F87D2C52-DF01-487F-94E1-3B4808498D4C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D23653C0-3C9E-4DC9-9B20-7CB67F5F9553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2BD9608F-579A-4E69-946E-738146576D95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Rett linje 121">
              <a:extLst>
                <a:ext uri="{FF2B5EF4-FFF2-40B4-BE49-F238E27FC236}">
                  <a16:creationId xmlns:a16="http://schemas.microsoft.com/office/drawing/2014/main" id="{7C61F4DE-2E50-462D-A392-B853CA21D799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Rett linje 122">
              <a:extLst>
                <a:ext uri="{FF2B5EF4-FFF2-40B4-BE49-F238E27FC236}">
                  <a16:creationId xmlns:a16="http://schemas.microsoft.com/office/drawing/2014/main" id="{C04DF60F-3682-4D29-A6CE-7D6AAA8FA5CC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Rett linje 123">
              <a:extLst>
                <a:ext uri="{FF2B5EF4-FFF2-40B4-BE49-F238E27FC236}">
                  <a16:creationId xmlns:a16="http://schemas.microsoft.com/office/drawing/2014/main" id="{E042CA0E-47DC-47FC-897F-70F70BFB366F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3863232C-D53F-48D6-A0E7-CC9B4C60E264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6275ADF1-B804-49A7-96BE-70D8AFECB88C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6A12681A-6F23-4F31-ACA4-1A2E0006D537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Rett linje 127">
              <a:extLst>
                <a:ext uri="{FF2B5EF4-FFF2-40B4-BE49-F238E27FC236}">
                  <a16:creationId xmlns:a16="http://schemas.microsoft.com/office/drawing/2014/main" id="{6CC3DE73-64F8-4D3E-B3A9-935C5F8AA878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FAC273D9-8153-4188-B7CA-F30670E78B13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916C3980-C8A1-45C7-AA35-A88DD771F2A1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E99AC163-1D5E-4BFA-BE31-B64B3B6121BF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E1A62F24-69EB-4117-B6FE-6407220526C9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uppe 132">
            <a:extLst>
              <a:ext uri="{FF2B5EF4-FFF2-40B4-BE49-F238E27FC236}">
                <a16:creationId xmlns:a16="http://schemas.microsoft.com/office/drawing/2014/main" id="{DD3A4283-61B4-4CE7-98B3-DD15277A1CA4}"/>
              </a:ext>
            </a:extLst>
          </p:cNvPr>
          <p:cNvGrpSpPr/>
          <p:nvPr/>
        </p:nvGrpSpPr>
        <p:grpSpPr>
          <a:xfrm>
            <a:off x="-452097" y="1"/>
            <a:ext cx="240000" cy="5661600"/>
            <a:chOff x="-583532" y="1"/>
            <a:chExt cx="372980" cy="4246200"/>
          </a:xfrm>
        </p:grpSpPr>
        <p:cxnSp>
          <p:nvCxnSpPr>
            <p:cNvPr id="166" name="Rett linje 165">
              <a:extLst>
                <a:ext uri="{FF2B5EF4-FFF2-40B4-BE49-F238E27FC236}">
                  <a16:creationId xmlns:a16="http://schemas.microsoft.com/office/drawing/2014/main" id="{AE79378C-6DE6-4A62-A57A-8ADA616F546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-186489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Rett linje 168">
              <a:extLst>
                <a:ext uri="{FF2B5EF4-FFF2-40B4-BE49-F238E27FC236}">
                  <a16:creationId xmlns:a16="http://schemas.microsoft.com/office/drawing/2014/main" id="{DA872C10-59C3-4434-A633-E66C99353B1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2239911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Rett linje 169">
              <a:extLst>
                <a:ext uri="{FF2B5EF4-FFF2-40B4-BE49-F238E27FC236}">
                  <a16:creationId xmlns:a16="http://schemas.microsoft.com/office/drawing/2014/main" id="{71B24215-F01A-485B-A939-3F00F3A22D3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11052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Rett linje 170">
              <a:extLst>
                <a:ext uri="{FF2B5EF4-FFF2-40B4-BE49-F238E27FC236}">
                  <a16:creationId xmlns:a16="http://schemas.microsoft.com/office/drawing/2014/main" id="{ADCFBA45-D34E-4289-B179-5626BD5E2E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35316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Rett linje 171">
              <a:extLst>
                <a:ext uri="{FF2B5EF4-FFF2-40B4-BE49-F238E27FC236}">
                  <a16:creationId xmlns:a16="http://schemas.microsoft.com/office/drawing/2014/main" id="{C8991031-407D-4BDF-A817-F5AE7F4EAEA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3" y="5166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Rett linje 172">
              <a:extLst>
                <a:ext uri="{FF2B5EF4-FFF2-40B4-BE49-F238E27FC236}">
                  <a16:creationId xmlns:a16="http://schemas.microsoft.com/office/drawing/2014/main" id="{7610412E-A155-4674-8251-7706FBEE8D0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17298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Rett linje 173">
              <a:extLst>
                <a:ext uri="{FF2B5EF4-FFF2-40B4-BE49-F238E27FC236}">
                  <a16:creationId xmlns:a16="http://schemas.microsoft.com/office/drawing/2014/main" id="{B43C8BAA-7CFD-4FF4-A348-82C4B4D4433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29430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Rett linje 174">
              <a:extLst>
                <a:ext uri="{FF2B5EF4-FFF2-40B4-BE49-F238E27FC236}">
                  <a16:creationId xmlns:a16="http://schemas.microsoft.com/office/drawing/2014/main" id="{2223CED3-2D78-4D56-9B33-66CAD9F8948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41562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D9CC3CC4-9519-4F39-AF45-4B0686864F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2177" y="1117200"/>
            <a:ext cx="5741563" cy="5740800"/>
          </a:xfrm>
          <a:prstGeom prst="ellipse">
            <a:avLst/>
          </a:prstGeom>
          <a:solidFill>
            <a:schemeClr val="accent5"/>
          </a:solidFill>
        </p:spPr>
        <p:txBody>
          <a:bodyPr lIns="180000" tIns="540000" rIns="180000" bIns="540000" anchor="t">
            <a:normAutofit/>
          </a:bodyPr>
          <a:lstStyle>
            <a:lvl1pPr algn="ctr">
              <a:lnSpc>
                <a:spcPct val="100000"/>
              </a:lnSpc>
              <a:defRPr sz="3333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 noProof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CCF5EDEC-7BE2-4E2E-A936-F04462A3D2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73240" y="5659087"/>
            <a:ext cx="3074504" cy="530927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subtitle</a:t>
            </a:r>
            <a:r>
              <a:rPr lang="nb-NO" noProof="0"/>
              <a:t>, date and presenter</a:t>
            </a:r>
          </a:p>
        </p:txBody>
      </p:sp>
      <p:sp>
        <p:nvSpPr>
          <p:cNvPr id="39" name="Friform 38">
            <a:extLst>
              <a:ext uri="{FF2B5EF4-FFF2-40B4-BE49-F238E27FC236}">
                <a16:creationId xmlns:a16="http://schemas.microsoft.com/office/drawing/2014/main" id="{04DD660F-55F5-D349-B4A8-09F41F30CC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286" y="1117200"/>
            <a:ext cx="7827381" cy="5740800"/>
          </a:xfrm>
          <a:custGeom>
            <a:avLst/>
            <a:gdLst>
              <a:gd name="connsiteX0" fmla="*/ 0 w 5870536"/>
              <a:gd name="connsiteY0" fmla="*/ 0 h 4305600"/>
              <a:gd name="connsiteX1" fmla="*/ 5870536 w 5870536"/>
              <a:gd name="connsiteY1" fmla="*/ 0 h 4305600"/>
              <a:gd name="connsiteX2" fmla="*/ 5870536 w 5870536"/>
              <a:gd name="connsiteY2" fmla="*/ 4305600 h 4305600"/>
              <a:gd name="connsiteX3" fmla="*/ 0 w 5870536"/>
              <a:gd name="connsiteY3" fmla="*/ 4305600 h 4305600"/>
              <a:gd name="connsiteX4" fmla="*/ 0 w 5870536"/>
              <a:gd name="connsiteY4" fmla="*/ 4299135 h 4305600"/>
              <a:gd name="connsiteX5" fmla="*/ 92081 w 5870536"/>
              <a:gd name="connsiteY5" fmla="*/ 4294486 h 4305600"/>
              <a:gd name="connsiteX6" fmla="*/ 2024769 w 5870536"/>
              <a:gd name="connsiteY6" fmla="*/ 2152800 h 4305600"/>
              <a:gd name="connsiteX7" fmla="*/ 92081 w 5870536"/>
              <a:gd name="connsiteY7" fmla="*/ 11115 h 4305600"/>
              <a:gd name="connsiteX8" fmla="*/ 0 w 5870536"/>
              <a:gd name="connsiteY8" fmla="*/ 6465 h 430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536" h="4305600">
                <a:moveTo>
                  <a:pt x="0" y="0"/>
                </a:moveTo>
                <a:lnTo>
                  <a:pt x="5870536" y="0"/>
                </a:lnTo>
                <a:lnTo>
                  <a:pt x="5870536" y="4305600"/>
                </a:lnTo>
                <a:lnTo>
                  <a:pt x="0" y="4305600"/>
                </a:lnTo>
                <a:lnTo>
                  <a:pt x="0" y="4299135"/>
                </a:lnTo>
                <a:lnTo>
                  <a:pt x="92081" y="4294486"/>
                </a:lnTo>
                <a:cubicBezTo>
                  <a:pt x="1177643" y="4184241"/>
                  <a:pt x="2024769" y="3267449"/>
                  <a:pt x="2024769" y="2152800"/>
                </a:cubicBezTo>
                <a:cubicBezTo>
                  <a:pt x="2024769" y="1038151"/>
                  <a:pt x="1177643" y="121360"/>
                  <a:pt x="92081" y="11115"/>
                </a:cubicBezTo>
                <a:lnTo>
                  <a:pt x="0" y="6465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2160000" tIns="360000" rIns="720000" anchor="t" anchorCtr="1">
            <a:noAutofit/>
          </a:bodyPr>
          <a:lstStyle>
            <a:lvl1pPr marL="0" marR="0" indent="0" algn="r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 by drag &amp; </a:t>
            </a:r>
            <a:r>
              <a:rPr lang="nb-NO" err="1"/>
              <a:t>drop</a:t>
            </a:r>
            <a:r>
              <a:rPr lang="nb-NO"/>
              <a:t> or </a:t>
            </a:r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. </a:t>
            </a:r>
            <a:r>
              <a:rPr lang="nb-NO" noProof="1"/>
              <a:t>Use picture tools to adjust.</a:t>
            </a:r>
          </a:p>
        </p:txBody>
      </p:sp>
      <p:pic>
        <p:nvPicPr>
          <p:cNvPr id="41" name="Picture 7">
            <a:extLst>
              <a:ext uri="{FF2B5EF4-FFF2-40B4-BE49-F238E27FC236}">
                <a16:creationId xmlns:a16="http://schemas.microsoft.com/office/drawing/2014/main" id="{7134585D-7D89-499D-AE4A-08D66B6839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28625"/>
            <a:ext cx="2194560" cy="31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8291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 circle transpa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ssholder for bilde 68">
            <a:extLst>
              <a:ext uri="{FF2B5EF4-FFF2-40B4-BE49-F238E27FC236}">
                <a16:creationId xmlns:a16="http://schemas.microsoft.com/office/drawing/2014/main" id="{2D72BCA1-2054-40FB-9E68-F6EC5885D03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124277"/>
            <a:ext cx="12200667" cy="5733719"/>
          </a:xfrm>
          <a:prstGeom prst="rect">
            <a:avLst/>
          </a:prstGeom>
          <a:solidFill>
            <a:schemeClr val="accent1"/>
          </a:solidFill>
        </p:spPr>
        <p:txBody>
          <a:bodyPr wrap="square" lIns="5760000" tIns="360000" rIns="360000">
            <a:noAutofit/>
          </a:bodyPr>
          <a:lstStyle>
            <a:lvl1pPr marL="0" marR="0" indent="0" algn="just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 by drag &amp; </a:t>
            </a:r>
            <a:r>
              <a:rPr lang="nb-NO" err="1"/>
              <a:t>drop</a:t>
            </a:r>
            <a:r>
              <a:rPr lang="nb-NO"/>
              <a:t> or </a:t>
            </a:r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. </a:t>
            </a:r>
            <a:r>
              <a:rPr lang="nb-NO" noProof="1"/>
              <a:t>Use picture tools to adjust. </a:t>
            </a:r>
          </a:p>
          <a:p>
            <a:r>
              <a:rPr lang="nb-NO" noProof="1"/>
              <a:t> </a:t>
            </a:r>
          </a:p>
        </p:txBody>
      </p:sp>
      <p:grpSp>
        <p:nvGrpSpPr>
          <p:cNvPr id="110" name="Gruppe 109">
            <a:extLst>
              <a:ext uri="{FF2B5EF4-FFF2-40B4-BE49-F238E27FC236}">
                <a16:creationId xmlns:a16="http://schemas.microsoft.com/office/drawing/2014/main" id="{1B3532F1-75B2-4B89-8D54-B558D3A0381A}"/>
              </a:ext>
            </a:extLst>
          </p:cNvPr>
          <p:cNvGrpSpPr/>
          <p:nvPr/>
        </p:nvGrpSpPr>
        <p:grpSpPr>
          <a:xfrm>
            <a:off x="0" y="7063717"/>
            <a:ext cx="12192000" cy="240000"/>
            <a:chOff x="0" y="5297788"/>
            <a:chExt cx="9144000" cy="372979"/>
          </a:xfrm>
        </p:grpSpPr>
        <p:cxnSp>
          <p:nvCxnSpPr>
            <p:cNvPr id="111" name="Rett linje 110">
              <a:extLst>
                <a:ext uri="{FF2B5EF4-FFF2-40B4-BE49-F238E27FC236}">
                  <a16:creationId xmlns:a16="http://schemas.microsoft.com/office/drawing/2014/main" id="{527937BC-D6B0-49F0-86F5-A93DE3740C8B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Rett linje 111">
              <a:extLst>
                <a:ext uri="{FF2B5EF4-FFF2-40B4-BE49-F238E27FC236}">
                  <a16:creationId xmlns:a16="http://schemas.microsoft.com/office/drawing/2014/main" id="{91E1C51D-B6BE-4B47-B10A-B03BCDA0AABA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Rett linje 112">
              <a:extLst>
                <a:ext uri="{FF2B5EF4-FFF2-40B4-BE49-F238E27FC236}">
                  <a16:creationId xmlns:a16="http://schemas.microsoft.com/office/drawing/2014/main" id="{967F5C84-191E-457D-A864-B29EC08F0B6F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Rett linje 113">
              <a:extLst>
                <a:ext uri="{FF2B5EF4-FFF2-40B4-BE49-F238E27FC236}">
                  <a16:creationId xmlns:a16="http://schemas.microsoft.com/office/drawing/2014/main" id="{DE4F3DC6-A2E4-4567-8252-264776AF36CF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Rett linje 114">
              <a:extLst>
                <a:ext uri="{FF2B5EF4-FFF2-40B4-BE49-F238E27FC236}">
                  <a16:creationId xmlns:a16="http://schemas.microsoft.com/office/drawing/2014/main" id="{D621A3D7-7C09-4DE4-93E0-8866786801E2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Rett linje 115">
              <a:extLst>
                <a:ext uri="{FF2B5EF4-FFF2-40B4-BE49-F238E27FC236}">
                  <a16:creationId xmlns:a16="http://schemas.microsoft.com/office/drawing/2014/main" id="{A2D3573C-C4BE-4A7C-8A65-ECC0A791F821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52FB9399-120E-4F03-993D-B32CD505FC90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7E898101-6865-407F-AAA6-5CABDB47FDF2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ABB597C0-915A-4164-8A8F-11634CA3BDDD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8F63A98A-1D73-4A0C-BE12-77B597748CB4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9900E21B-838D-4A29-9FC9-6A9F8F0BF0E8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Rett linje 121">
              <a:extLst>
                <a:ext uri="{FF2B5EF4-FFF2-40B4-BE49-F238E27FC236}">
                  <a16:creationId xmlns:a16="http://schemas.microsoft.com/office/drawing/2014/main" id="{385C1CEC-E3FB-444C-B81F-AD20A2AC6ED8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Rett linje 122">
              <a:extLst>
                <a:ext uri="{FF2B5EF4-FFF2-40B4-BE49-F238E27FC236}">
                  <a16:creationId xmlns:a16="http://schemas.microsoft.com/office/drawing/2014/main" id="{83E866E0-84AB-43E4-B18A-E8C67B02D1D0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Rett linje 123">
              <a:extLst>
                <a:ext uri="{FF2B5EF4-FFF2-40B4-BE49-F238E27FC236}">
                  <a16:creationId xmlns:a16="http://schemas.microsoft.com/office/drawing/2014/main" id="{03345610-7724-433B-A6E6-E952730169C8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21E8E08D-4961-41A3-BA37-C4A85E58CB3B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42CEEA11-3C6F-419B-9A41-D98FC00664C8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3FCFEB0B-4112-4FFA-BF3C-F51CA53ED454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uppe 127">
            <a:extLst>
              <a:ext uri="{FF2B5EF4-FFF2-40B4-BE49-F238E27FC236}">
                <a16:creationId xmlns:a16="http://schemas.microsoft.com/office/drawing/2014/main" id="{3694025E-2D26-460A-8C04-2695F577ED1A}"/>
              </a:ext>
            </a:extLst>
          </p:cNvPr>
          <p:cNvGrpSpPr/>
          <p:nvPr/>
        </p:nvGrpSpPr>
        <p:grpSpPr>
          <a:xfrm>
            <a:off x="-452097" y="1"/>
            <a:ext cx="240000" cy="5661600"/>
            <a:chOff x="-583532" y="1"/>
            <a:chExt cx="372980" cy="4246200"/>
          </a:xfrm>
        </p:grpSpPr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09420FB4-778D-47AD-B4F6-F02261DAE97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-186489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0E64E137-181E-4F59-BFC0-26B0D4553D0D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97042" y="2239911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F2CCD71F-364D-4FCA-9957-C2AB2849C7FC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11052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81327B8B-BB12-4BD4-9C1F-887ED48A558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18552" y="35316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Rett linje 132">
              <a:extLst>
                <a:ext uri="{FF2B5EF4-FFF2-40B4-BE49-F238E27FC236}">
                  <a16:creationId xmlns:a16="http://schemas.microsoft.com/office/drawing/2014/main" id="{D80CC957-8B3D-4BDD-9CE5-BAB79B93112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3" y="5166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Rett linje 133">
              <a:extLst>
                <a:ext uri="{FF2B5EF4-FFF2-40B4-BE49-F238E27FC236}">
                  <a16:creationId xmlns:a16="http://schemas.microsoft.com/office/drawing/2014/main" id="{1AFE4748-6AE4-4A10-A07A-5D7E444BFA4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17298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Rett linje 134">
              <a:extLst>
                <a:ext uri="{FF2B5EF4-FFF2-40B4-BE49-F238E27FC236}">
                  <a16:creationId xmlns:a16="http://schemas.microsoft.com/office/drawing/2014/main" id="{5478521E-9441-4E47-9364-2EC7B381944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29430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Rett linje 135">
              <a:extLst>
                <a:ext uri="{FF2B5EF4-FFF2-40B4-BE49-F238E27FC236}">
                  <a16:creationId xmlns:a16="http://schemas.microsoft.com/office/drawing/2014/main" id="{2CDCF340-1AF5-4414-BFB0-1764E129FF3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300552" y="4156201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Title 1">
            <a:extLst>
              <a:ext uri="{FF2B5EF4-FFF2-40B4-BE49-F238E27FC236}">
                <a16:creationId xmlns:a16="http://schemas.microsoft.com/office/drawing/2014/main" id="{6A11A90F-BED1-423B-A488-9D1A82039A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2177" y="1117200"/>
            <a:ext cx="5741563" cy="5740800"/>
          </a:xfrm>
          <a:prstGeom prst="ellipse">
            <a:avLst/>
          </a:prstGeom>
          <a:solidFill>
            <a:schemeClr val="bg1">
              <a:alpha val="60000"/>
            </a:schemeClr>
          </a:solidFill>
        </p:spPr>
        <p:txBody>
          <a:bodyPr lIns="180000" tIns="540000" rIns="180000" bIns="540000" anchor="t">
            <a:normAutofit/>
          </a:bodyPr>
          <a:lstStyle>
            <a:lvl1pPr algn="ctr">
              <a:lnSpc>
                <a:spcPct val="100000"/>
              </a:lnSpc>
              <a:defRPr sz="3333">
                <a:solidFill>
                  <a:schemeClr val="tx2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 noProof="0"/>
          </a:p>
        </p:txBody>
      </p:sp>
      <p:sp>
        <p:nvSpPr>
          <p:cNvPr id="140" name="Plassholder for tekst 3">
            <a:extLst>
              <a:ext uri="{FF2B5EF4-FFF2-40B4-BE49-F238E27FC236}">
                <a16:creationId xmlns:a16="http://schemas.microsoft.com/office/drawing/2014/main" id="{0F64306D-751C-4500-887B-BA4C098C02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73240" y="5659087"/>
            <a:ext cx="3074504" cy="530927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subtitle</a:t>
            </a:r>
            <a:r>
              <a:rPr lang="nb-NO" noProof="0"/>
              <a:t>, date and presenter</a:t>
            </a:r>
          </a:p>
        </p:txBody>
      </p:sp>
      <p:pic>
        <p:nvPicPr>
          <p:cNvPr id="39" name="Picture 7">
            <a:extLst>
              <a:ext uri="{FF2B5EF4-FFF2-40B4-BE49-F238E27FC236}">
                <a16:creationId xmlns:a16="http://schemas.microsoft.com/office/drawing/2014/main" id="{D495E331-F42F-4B80-A97B-F35B5AC2FC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28625"/>
            <a:ext cx="2194560" cy="31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25041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- setu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>
            <a:extLst>
              <a:ext uri="{FF2B5EF4-FFF2-40B4-BE49-F238E27FC236}">
                <a16:creationId xmlns:a16="http://schemas.microsoft.com/office/drawing/2014/main" id="{0FDB234A-25BE-4ED9-8E5C-E01BC39A97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45" y="1124278"/>
            <a:ext cx="5337599" cy="5756885"/>
          </a:xfrm>
          <a:prstGeom prst="rect">
            <a:avLst/>
          </a:prstGeom>
          <a:solidFill>
            <a:schemeClr val="accent1"/>
          </a:solidFill>
        </p:spPr>
        <p:txBody>
          <a:bodyPr lIns="540000" tIns="720000" rIns="540000" anchor="t">
            <a:normAutofit/>
          </a:bodyPr>
          <a:lstStyle>
            <a:lvl1pPr algn="l">
              <a:lnSpc>
                <a:spcPct val="100000"/>
              </a:lnSpc>
              <a:defRPr sz="3333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endParaRPr lang="nb-NO" noProof="0"/>
          </a:p>
        </p:txBody>
      </p:sp>
      <p:sp>
        <p:nvSpPr>
          <p:cNvPr id="107" name="Plassholder for bilde 68">
            <a:extLst>
              <a:ext uri="{FF2B5EF4-FFF2-40B4-BE49-F238E27FC236}">
                <a16:creationId xmlns:a16="http://schemas.microsoft.com/office/drawing/2014/main" id="{5F9EABFC-F39B-42BE-AB00-4A42162796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42666" y="1124277"/>
            <a:ext cx="6858001" cy="5733719"/>
          </a:xfrm>
          <a:prstGeom prst="rect">
            <a:avLst/>
          </a:prstGeom>
          <a:solidFill>
            <a:schemeClr val="accent1"/>
          </a:solidFill>
        </p:spPr>
        <p:txBody>
          <a:bodyPr wrap="square" lIns="360000" tIns="360000" rIns="360000"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 sz="120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None/>
              <a:tabLst/>
              <a:defRPr/>
            </a:pP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 by drag &amp; </a:t>
            </a:r>
            <a:r>
              <a:rPr lang="nb-NO" err="1"/>
              <a:t>drop</a:t>
            </a:r>
            <a:r>
              <a:rPr lang="nb-NO"/>
              <a:t> or </a:t>
            </a:r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. </a:t>
            </a:r>
            <a:r>
              <a:rPr lang="nb-NO" noProof="1"/>
              <a:t>Use picture tools to adjust. </a:t>
            </a:r>
          </a:p>
          <a:p>
            <a:r>
              <a:rPr lang="nb-NO" noProof="1"/>
              <a:t> </a:t>
            </a:r>
          </a:p>
        </p:txBody>
      </p:sp>
      <p:sp>
        <p:nvSpPr>
          <p:cNvPr id="110" name="Subtitle 2">
            <a:extLst>
              <a:ext uri="{FF2B5EF4-FFF2-40B4-BE49-F238E27FC236}">
                <a16:creationId xmlns:a16="http://schemas.microsoft.com/office/drawing/2014/main" id="{E1B6D29B-6F5E-44C0-911C-6F4BB653BB9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" y="4453107"/>
            <a:ext cx="5336401" cy="2428055"/>
          </a:xfrm>
          <a:prstGeom prst="rect">
            <a:avLst/>
          </a:prstGeom>
        </p:spPr>
        <p:txBody>
          <a:bodyPr lIns="540000" tIns="0" rIns="540000" bIns="540000" anchor="b" anchorCtr="0">
            <a:normAutofit/>
          </a:bodyPr>
          <a:lstStyle>
            <a:lvl1pPr marL="0" indent="0" algn="l"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subtitle</a:t>
            </a:r>
            <a:r>
              <a:rPr lang="nb-NO" noProof="0"/>
              <a:t>, date and presenter</a:t>
            </a:r>
          </a:p>
        </p:txBody>
      </p:sp>
      <p:grpSp>
        <p:nvGrpSpPr>
          <p:cNvPr id="111" name="Gruppe 110">
            <a:extLst>
              <a:ext uri="{FF2B5EF4-FFF2-40B4-BE49-F238E27FC236}">
                <a16:creationId xmlns:a16="http://schemas.microsoft.com/office/drawing/2014/main" id="{65D51732-CDC3-4788-B527-FA9742D603EB}"/>
              </a:ext>
            </a:extLst>
          </p:cNvPr>
          <p:cNvGrpSpPr/>
          <p:nvPr/>
        </p:nvGrpSpPr>
        <p:grpSpPr>
          <a:xfrm>
            <a:off x="-1524003" y="0"/>
            <a:ext cx="497307" cy="1617600"/>
            <a:chOff x="-431132" y="152401"/>
            <a:chExt cx="372980" cy="1213200"/>
          </a:xfrm>
        </p:grpSpPr>
        <p:cxnSp>
          <p:nvCxnSpPr>
            <p:cNvPr id="112" name="Rett linje 111">
              <a:extLst>
                <a:ext uri="{FF2B5EF4-FFF2-40B4-BE49-F238E27FC236}">
                  <a16:creationId xmlns:a16="http://schemas.microsoft.com/office/drawing/2014/main" id="{A35DAAA4-97FE-4121-AEC7-1A262BE3877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44642" y="-34089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Rett linje 112">
              <a:extLst>
                <a:ext uri="{FF2B5EF4-FFF2-40B4-BE49-F238E27FC236}">
                  <a16:creationId xmlns:a16="http://schemas.microsoft.com/office/drawing/2014/main" id="{CCF048B8-0393-43A7-9D28-82086BCAE8F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166152" y="1257601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uppe 114">
            <a:extLst>
              <a:ext uri="{FF2B5EF4-FFF2-40B4-BE49-F238E27FC236}">
                <a16:creationId xmlns:a16="http://schemas.microsoft.com/office/drawing/2014/main" id="{41E97E57-5157-4765-A889-FD768F44AD8B}"/>
              </a:ext>
            </a:extLst>
          </p:cNvPr>
          <p:cNvGrpSpPr/>
          <p:nvPr/>
        </p:nvGrpSpPr>
        <p:grpSpPr>
          <a:xfrm>
            <a:off x="0" y="7063717"/>
            <a:ext cx="12192000" cy="240000"/>
            <a:chOff x="0" y="5297788"/>
            <a:chExt cx="9144000" cy="372979"/>
          </a:xfrm>
        </p:grpSpPr>
        <p:cxnSp>
          <p:nvCxnSpPr>
            <p:cNvPr id="116" name="Rett linje 115">
              <a:extLst>
                <a:ext uri="{FF2B5EF4-FFF2-40B4-BE49-F238E27FC236}">
                  <a16:creationId xmlns:a16="http://schemas.microsoft.com/office/drawing/2014/main" id="{CB4EC828-AA64-4B3B-BA7F-3939F0DDCC1D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FC708BC3-AF6A-4C2A-A040-E7D2584F5679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6116CDD8-8FA0-499C-8024-98736A2A45BE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F87D2C52-DF01-487F-94E1-3B4808498D4C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D23653C0-3C9E-4DC9-9B20-7CB67F5F9553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2BD9608F-579A-4E69-946E-738146576D95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Rett linje 121">
              <a:extLst>
                <a:ext uri="{FF2B5EF4-FFF2-40B4-BE49-F238E27FC236}">
                  <a16:creationId xmlns:a16="http://schemas.microsoft.com/office/drawing/2014/main" id="{7C61F4DE-2E50-462D-A392-B853CA21D799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Rett linje 122">
              <a:extLst>
                <a:ext uri="{FF2B5EF4-FFF2-40B4-BE49-F238E27FC236}">
                  <a16:creationId xmlns:a16="http://schemas.microsoft.com/office/drawing/2014/main" id="{C04DF60F-3682-4D29-A6CE-7D6AAA8FA5CC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Rett linje 123">
              <a:extLst>
                <a:ext uri="{FF2B5EF4-FFF2-40B4-BE49-F238E27FC236}">
                  <a16:creationId xmlns:a16="http://schemas.microsoft.com/office/drawing/2014/main" id="{E042CA0E-47DC-47FC-897F-70F70BFB366F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3863232C-D53F-48D6-A0E7-CC9B4C60E264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6275ADF1-B804-49A7-96BE-70D8AFECB88C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6A12681A-6F23-4F31-ACA4-1A2E0006D537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Rett linje 127">
              <a:extLst>
                <a:ext uri="{FF2B5EF4-FFF2-40B4-BE49-F238E27FC236}">
                  <a16:creationId xmlns:a16="http://schemas.microsoft.com/office/drawing/2014/main" id="{6CC3DE73-64F8-4D3E-B3A9-935C5F8AA878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FAC273D9-8153-4188-B7CA-F30670E78B13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916C3980-C8A1-45C7-AA35-A88DD771F2A1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E99AC163-1D5E-4BFA-BE31-B64B3B6121BF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E1A62F24-69EB-4117-B6FE-6407220526C9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7">
            <a:extLst>
              <a:ext uri="{FF2B5EF4-FFF2-40B4-BE49-F238E27FC236}">
                <a16:creationId xmlns:a16="http://schemas.microsoft.com/office/drawing/2014/main" id="{2720D104-076B-4179-BA3D-5C2CC88821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28625"/>
            <a:ext cx="2194560" cy="31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01366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slide - setup 1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ssholder for bilde 37">
            <a:extLst>
              <a:ext uri="{FF2B5EF4-FFF2-40B4-BE49-F238E27FC236}">
                <a16:creationId xmlns:a16="http://schemas.microsoft.com/office/drawing/2014/main" id="{F730DD19-D147-8749-9D91-DD7544913B0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868" y="309034"/>
            <a:ext cx="11616265" cy="2927351"/>
          </a:xfrm>
          <a:prstGeom prst="rect">
            <a:avLst/>
          </a:prstGeom>
          <a:solidFill>
            <a:schemeClr val="accent1"/>
          </a:solidFill>
        </p:spPr>
        <p:txBody>
          <a:bodyPr wrap="square" lIns="1800000" tIns="1080000" rIns="1800000" bIns="360000" anchor="ctr" anchorCtr="0">
            <a:noAutofit/>
          </a:bodyPr>
          <a:lstStyle>
            <a:lvl1pPr marL="0" indent="0" algn="ctr">
              <a:buNone/>
              <a:defRPr sz="1200" baseline="0">
                <a:solidFill>
                  <a:schemeClr val="tx1"/>
                </a:solidFill>
              </a:defRPr>
            </a:lvl1pPr>
          </a:lstStyle>
          <a:p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 </a:t>
            </a:r>
            <a:r>
              <a:rPr lang="en-US" sz="1200">
                <a:effectLst/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drag &amp; drop or insert picture </a:t>
            </a:r>
            <a:endParaRPr lang="nb-NO" noProof="1"/>
          </a:p>
        </p:txBody>
      </p:sp>
      <p:sp>
        <p:nvSpPr>
          <p:cNvPr id="12" name="Plassholder for tekst 2">
            <a:extLst>
              <a:ext uri="{FF2B5EF4-FFF2-40B4-BE49-F238E27FC236}">
                <a16:creationId xmlns:a16="http://schemas.microsoft.com/office/drawing/2014/main" id="{94559044-034B-48A0-940E-492DC3DB6505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5360806" y="2528054"/>
            <a:ext cx="1482964" cy="1482964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3" name="Plassholder for tekst 2">
            <a:extLst>
              <a:ext uri="{FF2B5EF4-FFF2-40B4-BE49-F238E27FC236}">
                <a16:creationId xmlns:a16="http://schemas.microsoft.com/office/drawing/2014/main" id="{C710D693-00AD-4A48-AC9C-A2CF013D61EC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628462" y="2515354"/>
            <a:ext cx="1482964" cy="1482964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5" name="Plassholder for tekst 2">
            <a:extLst>
              <a:ext uri="{FF2B5EF4-FFF2-40B4-BE49-F238E27FC236}">
                <a16:creationId xmlns:a16="http://schemas.microsoft.com/office/drawing/2014/main" id="{BC59C7B9-8BC7-46C7-8E41-F2EEB96BED55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9189995" y="2515354"/>
            <a:ext cx="1482964" cy="1482964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480000"/>
            <a:ext cx="10858163" cy="808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endParaRPr lang="en-US"/>
          </a:p>
        </p:txBody>
      </p:sp>
      <p:sp>
        <p:nvSpPr>
          <p:cNvPr id="6" name="Plassholder for tekst 5">
            <a:extLst>
              <a:ext uri="{FF2B5EF4-FFF2-40B4-BE49-F238E27FC236}">
                <a16:creationId xmlns:a16="http://schemas.microsoft.com/office/drawing/2014/main" id="{71A44963-E7DC-42AE-B07F-24E15E6631C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1054" y="4267201"/>
            <a:ext cx="3177117" cy="129328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text</a:t>
            </a:r>
            <a:endParaRPr lang="nb-NO"/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6AB49929-9299-194A-9BE2-7462CE651148}"/>
              </a:ext>
            </a:extLst>
          </p:cNvPr>
          <p:cNvSpPr txBox="1"/>
          <p:nvPr/>
        </p:nvSpPr>
        <p:spPr>
          <a:xfrm>
            <a:off x="0" y="-383629"/>
            <a:ext cx="25590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Agendaslide – setup 1 beige</a:t>
            </a:r>
            <a:endParaRPr lang="nb-NO" sz="1067" b="1" noProof="1">
              <a:solidFill>
                <a:schemeClr val="tx1"/>
              </a:solidFill>
            </a:endParaRPr>
          </a:p>
        </p:txBody>
      </p:sp>
      <p:sp>
        <p:nvSpPr>
          <p:cNvPr id="18" name="Plassholder for tekst 38">
            <a:extLst>
              <a:ext uri="{FF2B5EF4-FFF2-40B4-BE49-F238E27FC236}">
                <a16:creationId xmlns:a16="http://schemas.microsoft.com/office/drawing/2014/main" id="{BE7EBC6D-0869-4A2B-A2B3-92895F79D3F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7915" y="4267201"/>
            <a:ext cx="3176171" cy="1292467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9" name="Plassholder for tekst 38">
            <a:extLst>
              <a:ext uri="{FF2B5EF4-FFF2-40B4-BE49-F238E27FC236}">
                <a16:creationId xmlns:a16="http://schemas.microsoft.com/office/drawing/2014/main" id="{0BDDDD5F-B39B-44CB-8590-41061AF520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3829" y="4267201"/>
            <a:ext cx="3176171" cy="1292467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</p:spTree>
    <p:extLst>
      <p:ext uri="{BB962C8B-B14F-4D97-AF65-F5344CB8AC3E}">
        <p14:creationId xmlns:p14="http://schemas.microsoft.com/office/powerpoint/2010/main" val="39828809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slide – setup 2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ssholder for bilde 37">
            <a:extLst>
              <a:ext uri="{FF2B5EF4-FFF2-40B4-BE49-F238E27FC236}">
                <a16:creationId xmlns:a16="http://schemas.microsoft.com/office/drawing/2014/main" id="{C398AC14-078A-4F1F-8471-5B63939A5C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868" y="309034"/>
            <a:ext cx="11616265" cy="2927351"/>
          </a:xfrm>
          <a:prstGeom prst="rect">
            <a:avLst/>
          </a:prstGeom>
          <a:solidFill>
            <a:schemeClr val="accent3"/>
          </a:solidFill>
        </p:spPr>
        <p:txBody>
          <a:bodyPr wrap="square" lIns="1800000" tIns="1080000" rIns="1800000" bIns="360000" anchor="ctr" anchorCtr="0">
            <a:noAutofit/>
          </a:bodyPr>
          <a:lstStyle>
            <a:lvl1pPr marL="0" indent="0" algn="ctr">
              <a:buNone/>
              <a:defRPr sz="1200" baseline="0">
                <a:solidFill>
                  <a:schemeClr val="tx1"/>
                </a:solidFill>
              </a:defRPr>
            </a:lvl1pPr>
          </a:lstStyle>
          <a:p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picture</a:t>
            </a:r>
            <a:r>
              <a:rPr lang="nb-NO"/>
              <a:t> </a:t>
            </a:r>
            <a:r>
              <a:rPr lang="en-US" sz="1200">
                <a:effectLst/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drag &amp; drop or insert picture </a:t>
            </a:r>
            <a:endParaRPr lang="nb-NO" noProof="1"/>
          </a:p>
        </p:txBody>
      </p:sp>
      <p:sp>
        <p:nvSpPr>
          <p:cNvPr id="16" name="Plassholder for tekst 2">
            <a:extLst>
              <a:ext uri="{FF2B5EF4-FFF2-40B4-BE49-F238E27FC236}">
                <a16:creationId xmlns:a16="http://schemas.microsoft.com/office/drawing/2014/main" id="{B021767D-2FFD-4771-AC77-5B9886090C38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5360806" y="2528054"/>
            <a:ext cx="1482964" cy="1482964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7" name="Plassholder for tekst 2">
            <a:extLst>
              <a:ext uri="{FF2B5EF4-FFF2-40B4-BE49-F238E27FC236}">
                <a16:creationId xmlns:a16="http://schemas.microsoft.com/office/drawing/2014/main" id="{B12F62A4-A6D9-4E91-99FB-18D5B7F1F75F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628462" y="2515354"/>
            <a:ext cx="1482964" cy="1482964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8" name="Plassholder for tekst 2">
            <a:extLst>
              <a:ext uri="{FF2B5EF4-FFF2-40B4-BE49-F238E27FC236}">
                <a16:creationId xmlns:a16="http://schemas.microsoft.com/office/drawing/2014/main" id="{21718737-1C90-4D2B-81D7-D6EAC5CB0182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9189995" y="2515354"/>
            <a:ext cx="1482964" cy="1482964"/>
          </a:xfrm>
          <a:prstGeom prst="ellipse">
            <a:avLst/>
          </a:prstGeom>
          <a:solidFill>
            <a:schemeClr val="accent4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39" name="Plassholder for tekst 38">
            <a:extLst>
              <a:ext uri="{FF2B5EF4-FFF2-40B4-BE49-F238E27FC236}">
                <a16:creationId xmlns:a16="http://schemas.microsoft.com/office/drawing/2014/main" id="{D22A9800-9791-6B4F-88E0-3B2645E92D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2000" y="4267201"/>
            <a:ext cx="3176171" cy="1292467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480000"/>
            <a:ext cx="11099800" cy="808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endParaRPr lang="en-US"/>
          </a:p>
        </p:txBody>
      </p:sp>
      <p:sp>
        <p:nvSpPr>
          <p:cNvPr id="43" name="Plassholder for tekst 38">
            <a:extLst>
              <a:ext uri="{FF2B5EF4-FFF2-40B4-BE49-F238E27FC236}">
                <a16:creationId xmlns:a16="http://schemas.microsoft.com/office/drawing/2014/main" id="{43E7E89C-6DBB-E84A-B21F-3A50B04E8E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7915" y="4267201"/>
            <a:ext cx="3176171" cy="1292467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45" name="Plassholder for tekst 38">
            <a:extLst>
              <a:ext uri="{FF2B5EF4-FFF2-40B4-BE49-F238E27FC236}">
                <a16:creationId xmlns:a16="http://schemas.microsoft.com/office/drawing/2014/main" id="{80BBA60E-4A74-334A-AE74-3581A72383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53829" y="4267201"/>
            <a:ext cx="3176171" cy="1292467"/>
          </a:xfrm>
          <a:solidFill>
            <a:schemeClr val="bg1"/>
          </a:solidFill>
        </p:spPr>
        <p:txBody>
          <a:bodyPr lIns="0" rIns="0" anchor="t" anchorCtr="0">
            <a:no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6AB49929-9299-194A-9BE2-7462CE651148}"/>
              </a:ext>
            </a:extLst>
          </p:cNvPr>
          <p:cNvSpPr txBox="1"/>
          <p:nvPr/>
        </p:nvSpPr>
        <p:spPr>
          <a:xfrm>
            <a:off x="0" y="-383629"/>
            <a:ext cx="25590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Agendaslide – setup 1 green</a:t>
            </a:r>
            <a:endParaRPr lang="nb-NO" sz="1067" b="1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6858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slide – setup 3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ssholder for tekst 38">
            <a:extLst>
              <a:ext uri="{FF2B5EF4-FFF2-40B4-BE49-F238E27FC236}">
                <a16:creationId xmlns:a16="http://schemas.microsoft.com/office/drawing/2014/main" id="{43E7E89C-6DBB-E84A-B21F-3A50B04E8E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3939" y="1999948"/>
            <a:ext cx="4128000" cy="1238400"/>
          </a:xfrm>
          <a:solidFill>
            <a:schemeClr val="accent1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45" name="Plassholder for tekst 38">
            <a:extLst>
              <a:ext uri="{FF2B5EF4-FFF2-40B4-BE49-F238E27FC236}">
                <a16:creationId xmlns:a16="http://schemas.microsoft.com/office/drawing/2014/main" id="{80BBA60E-4A74-334A-AE74-3581A72383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43001" y="3701748"/>
            <a:ext cx="4128000" cy="1238400"/>
          </a:xfrm>
          <a:solidFill>
            <a:schemeClr val="accent1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47" name="Plassholder for tekst 38">
            <a:extLst>
              <a:ext uri="{FF2B5EF4-FFF2-40B4-BE49-F238E27FC236}">
                <a16:creationId xmlns:a16="http://schemas.microsoft.com/office/drawing/2014/main" id="{AF413D6D-AF1C-C54E-9BB4-53E024C796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63939" y="3701748"/>
            <a:ext cx="4128000" cy="1238400"/>
          </a:xfrm>
          <a:solidFill>
            <a:schemeClr val="accent1"/>
          </a:solidFill>
        </p:spPr>
        <p:txBody>
          <a:bodyPr lIns="720000" rIns="360000" anchor="ctr"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7" name="Plassholder for tekst 2">
            <a:extLst>
              <a:ext uri="{FF2B5EF4-FFF2-40B4-BE49-F238E27FC236}">
                <a16:creationId xmlns:a16="http://schemas.microsoft.com/office/drawing/2014/main" id="{29449F7D-8B18-4021-949D-82256DF018AD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6088515" y="1999948"/>
            <a:ext cx="1238400" cy="12384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8" name="Plassholder for tekst 2">
            <a:extLst>
              <a:ext uri="{FF2B5EF4-FFF2-40B4-BE49-F238E27FC236}">
                <a16:creationId xmlns:a16="http://schemas.microsoft.com/office/drawing/2014/main" id="{AE867430-55E1-42F5-BA77-8049FA7359BD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788300" y="3701748"/>
            <a:ext cx="1238400" cy="12384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9" name="Plassholder for tekst 2">
            <a:extLst>
              <a:ext uri="{FF2B5EF4-FFF2-40B4-BE49-F238E27FC236}">
                <a16:creationId xmlns:a16="http://schemas.microsoft.com/office/drawing/2014/main" id="{4FBE0EED-85D7-4062-BCC6-02E88492136C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6101215" y="3701748"/>
            <a:ext cx="1238400" cy="12384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39" name="Plassholder for tekst 38">
            <a:extLst>
              <a:ext uri="{FF2B5EF4-FFF2-40B4-BE49-F238E27FC236}">
                <a16:creationId xmlns:a16="http://schemas.microsoft.com/office/drawing/2014/main" id="{D22A9800-9791-6B4F-88E0-3B2645E92D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43001" y="1999948"/>
            <a:ext cx="4128000" cy="1238400"/>
          </a:xfrm>
          <a:solidFill>
            <a:schemeClr val="accent1"/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4" name="Plassholder for tekst 2">
            <a:extLst>
              <a:ext uri="{FF2B5EF4-FFF2-40B4-BE49-F238E27FC236}">
                <a16:creationId xmlns:a16="http://schemas.microsoft.com/office/drawing/2014/main" id="{673884C8-07EC-449C-BD35-0D20232E69E3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775600" y="1999948"/>
            <a:ext cx="1238400" cy="1238400"/>
          </a:xfrm>
          <a:prstGeom prst="ellipse">
            <a:avLst/>
          </a:prstGeom>
          <a:solidFill>
            <a:schemeClr val="accent2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1999" y="480000"/>
            <a:ext cx="11112500" cy="808800"/>
          </a:xfr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endParaRPr lang="en-US"/>
          </a:p>
        </p:txBody>
      </p:sp>
      <p:sp>
        <p:nvSpPr>
          <p:cNvPr id="50" name="TextBox 7">
            <a:extLst>
              <a:ext uri="{FF2B5EF4-FFF2-40B4-BE49-F238E27FC236}">
                <a16:creationId xmlns:a16="http://schemas.microsoft.com/office/drawing/2014/main" id="{62D837F8-1F4F-6E4E-90FD-997685D05A81}"/>
              </a:ext>
            </a:extLst>
          </p:cNvPr>
          <p:cNvSpPr txBox="1"/>
          <p:nvPr/>
        </p:nvSpPr>
        <p:spPr>
          <a:xfrm>
            <a:off x="0" y="-383629"/>
            <a:ext cx="24828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Agendaslide – setup 3 beige</a:t>
            </a:r>
            <a:endParaRPr lang="nb-NO" sz="1067" b="1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70693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slide – setup 4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ssholder for tekst 38">
            <a:extLst>
              <a:ext uri="{FF2B5EF4-FFF2-40B4-BE49-F238E27FC236}">
                <a16:creationId xmlns:a16="http://schemas.microsoft.com/office/drawing/2014/main" id="{43E7E89C-6DBB-E84A-B21F-3A50B04E8E3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3939" y="1999948"/>
            <a:ext cx="4128000" cy="1238400"/>
          </a:xfrm>
          <a:solidFill>
            <a:srgbClr val="C6E7C1">
              <a:alpha val="60000"/>
            </a:srgbClr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45" name="Plassholder for tekst 38">
            <a:extLst>
              <a:ext uri="{FF2B5EF4-FFF2-40B4-BE49-F238E27FC236}">
                <a16:creationId xmlns:a16="http://schemas.microsoft.com/office/drawing/2014/main" id="{80BBA60E-4A74-334A-AE74-3581A72383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43001" y="3701748"/>
            <a:ext cx="4128000" cy="1238400"/>
          </a:xfrm>
          <a:solidFill>
            <a:srgbClr val="C6E7C1">
              <a:alpha val="60000"/>
            </a:srgbClr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47" name="Plassholder for tekst 38">
            <a:extLst>
              <a:ext uri="{FF2B5EF4-FFF2-40B4-BE49-F238E27FC236}">
                <a16:creationId xmlns:a16="http://schemas.microsoft.com/office/drawing/2014/main" id="{AF413D6D-AF1C-C54E-9BB4-53E024C796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63939" y="3701748"/>
            <a:ext cx="4128000" cy="1238400"/>
          </a:xfrm>
          <a:solidFill>
            <a:srgbClr val="C6E7C1">
              <a:alpha val="60000"/>
            </a:srgbClr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7" name="Plassholder for tekst 2">
            <a:extLst>
              <a:ext uri="{FF2B5EF4-FFF2-40B4-BE49-F238E27FC236}">
                <a16:creationId xmlns:a16="http://schemas.microsoft.com/office/drawing/2014/main" id="{29449F7D-8B18-4021-949D-82256DF018AD}"/>
              </a:ext>
            </a:extLst>
          </p:cNvPr>
          <p:cNvSpPr>
            <a:spLocks noGrp="1" noChangeAspect="1"/>
          </p:cNvSpPr>
          <p:nvPr>
            <p:ph type="body" sz="quarter" idx="23" hasCustomPrompt="1"/>
          </p:nvPr>
        </p:nvSpPr>
        <p:spPr>
          <a:xfrm>
            <a:off x="6094053" y="1999948"/>
            <a:ext cx="1238400" cy="1238400"/>
          </a:xfrm>
          <a:prstGeom prst="ellipse">
            <a:avLst/>
          </a:prstGeom>
          <a:solidFill>
            <a:srgbClr val="C6E7C1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8" name="Plassholder for tekst 2">
            <a:extLst>
              <a:ext uri="{FF2B5EF4-FFF2-40B4-BE49-F238E27FC236}">
                <a16:creationId xmlns:a16="http://schemas.microsoft.com/office/drawing/2014/main" id="{AE867430-55E1-42F5-BA77-8049FA7359BD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793839" y="3701748"/>
            <a:ext cx="1238400" cy="1238400"/>
          </a:xfrm>
          <a:prstGeom prst="ellipse">
            <a:avLst/>
          </a:prstGeom>
          <a:solidFill>
            <a:srgbClr val="C6E7C1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19" name="Plassholder for tekst 2">
            <a:extLst>
              <a:ext uri="{FF2B5EF4-FFF2-40B4-BE49-F238E27FC236}">
                <a16:creationId xmlns:a16="http://schemas.microsoft.com/office/drawing/2014/main" id="{4FBE0EED-85D7-4062-BCC6-02E88492136C}"/>
              </a:ext>
            </a:extLst>
          </p:cNvPr>
          <p:cNvSpPr>
            <a:spLocks noGrp="1" noChangeAspect="1"/>
          </p:cNvSpPr>
          <p:nvPr>
            <p:ph type="body" sz="quarter" idx="25" hasCustomPrompt="1"/>
          </p:nvPr>
        </p:nvSpPr>
        <p:spPr>
          <a:xfrm>
            <a:off x="6106753" y="3701748"/>
            <a:ext cx="1238400" cy="1238400"/>
          </a:xfrm>
          <a:prstGeom prst="ellipse">
            <a:avLst/>
          </a:prstGeom>
          <a:solidFill>
            <a:srgbClr val="C6E7C1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39" name="Plassholder for tekst 38">
            <a:extLst>
              <a:ext uri="{FF2B5EF4-FFF2-40B4-BE49-F238E27FC236}">
                <a16:creationId xmlns:a16="http://schemas.microsoft.com/office/drawing/2014/main" id="{D22A9800-9791-6B4F-88E0-3B2645E92D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43001" y="1999948"/>
            <a:ext cx="4128000" cy="1238400"/>
          </a:xfrm>
          <a:solidFill>
            <a:srgbClr val="C6E7C1">
              <a:alpha val="60000"/>
            </a:srgbClr>
          </a:solidFill>
        </p:spPr>
        <p:txBody>
          <a:bodyPr lIns="720000" rIns="360000" anchor="ctr">
            <a:no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Add</a:t>
            </a:r>
            <a:r>
              <a:rPr lang="sv-SE"/>
              <a:t> text</a:t>
            </a:r>
          </a:p>
        </p:txBody>
      </p:sp>
      <p:sp>
        <p:nvSpPr>
          <p:cNvPr id="14" name="Plassholder for tekst 2">
            <a:extLst>
              <a:ext uri="{FF2B5EF4-FFF2-40B4-BE49-F238E27FC236}">
                <a16:creationId xmlns:a16="http://schemas.microsoft.com/office/drawing/2014/main" id="{673884C8-07EC-449C-BD35-0D20232E69E3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781139" y="1999948"/>
            <a:ext cx="1238400" cy="1238400"/>
          </a:xfrm>
          <a:prstGeom prst="ellipse">
            <a:avLst/>
          </a:prstGeom>
          <a:solidFill>
            <a:srgbClr val="C6E7C1"/>
          </a:solidFill>
        </p:spPr>
        <p:txBody>
          <a:bodyPr anchor="ctr" anchorCtr="0">
            <a:normAutofit/>
          </a:bodyPr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 sz="3733"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/>
              <a:t>#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1999" y="480000"/>
            <a:ext cx="11112500" cy="808800"/>
          </a:xfr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endParaRPr lang="en-US"/>
          </a:p>
        </p:txBody>
      </p:sp>
      <p:sp>
        <p:nvSpPr>
          <p:cNvPr id="50" name="TextBox 7">
            <a:extLst>
              <a:ext uri="{FF2B5EF4-FFF2-40B4-BE49-F238E27FC236}">
                <a16:creationId xmlns:a16="http://schemas.microsoft.com/office/drawing/2014/main" id="{62D837F8-1F4F-6E4E-90FD-997685D05A81}"/>
              </a:ext>
            </a:extLst>
          </p:cNvPr>
          <p:cNvSpPr txBox="1"/>
          <p:nvPr/>
        </p:nvSpPr>
        <p:spPr>
          <a:xfrm>
            <a:off x="-1" y="-383629"/>
            <a:ext cx="3725335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Agendaslide – setup 4 green</a:t>
            </a:r>
            <a:endParaRPr lang="nb-NO" sz="1067" b="1" noProof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69205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slide - setup 5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95481CE-1CC2-41E7-813C-320202B87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agenda </a:t>
            </a:r>
            <a:r>
              <a:rPr lang="nb-NO" noProof="0" err="1"/>
              <a:t>title</a:t>
            </a:r>
            <a:endParaRPr lang="nb-NO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DDB8CF1-8C48-4FB0-A7BA-48E7CA8E56C9}"/>
              </a:ext>
            </a:extLst>
          </p:cNvPr>
          <p:cNvSpPr txBox="1"/>
          <p:nvPr/>
        </p:nvSpPr>
        <p:spPr>
          <a:xfrm>
            <a:off x="0" y="-383629"/>
            <a:ext cx="248285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>
                <a:solidFill>
                  <a:schemeClr val="tx1"/>
                </a:solidFill>
              </a:rPr>
              <a:t>Agenda – text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E90C39F-69DB-4675-9202-04968B5509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62000" y="1617602"/>
            <a:ext cx="11099800" cy="4306949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>
            <a:lvl1pPr marL="457189" indent="-457189">
              <a:buClr>
                <a:srgbClr val="C00000"/>
              </a:buClr>
              <a:buFont typeface="+mj-lt"/>
              <a:buAutoNum type="arabicPeriod"/>
              <a:defRPr sz="2400"/>
            </a:lvl1pPr>
            <a:lvl2pPr marL="496788" indent="-304792">
              <a:buClr>
                <a:schemeClr val="tx1"/>
              </a:buClr>
              <a:buFont typeface="Arial" panose="020B0604020202020204" pitchFamily="34" charset="0"/>
              <a:buChar char="•"/>
              <a:defRPr sz="2133"/>
            </a:lvl2pPr>
            <a:lvl3pPr marL="675166" indent="-304792">
              <a:buClr>
                <a:schemeClr val="tx1"/>
              </a:buClr>
              <a:buFont typeface="Arial" panose="020B0604020202020204" pitchFamily="34" charset="0"/>
              <a:buChar char="•"/>
              <a:defRPr sz="2133"/>
            </a:lvl3pPr>
            <a:lvl4pPr marL="857228" indent="-304792">
              <a:buClr>
                <a:schemeClr val="tx1"/>
              </a:buClr>
              <a:buFont typeface="Arial" panose="020B0604020202020204" pitchFamily="34" charset="0"/>
              <a:buChar char="•"/>
              <a:defRPr sz="1867"/>
            </a:lvl4pPr>
            <a:lvl5pPr marL="1024441" indent="-304792">
              <a:buClr>
                <a:schemeClr val="tx1"/>
              </a:buClr>
              <a:buFont typeface="Arial" panose="020B0604020202020204" pitchFamily="34" charset="0"/>
              <a:buChar char="•"/>
              <a:defRPr sz="1867"/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715479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480000"/>
            <a:ext cx="10820400" cy="8088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62000" y="1617602"/>
            <a:ext cx="10820400" cy="43069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aseline="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2328733" y="1"/>
            <a:ext cx="1862600" cy="3048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Innholdsfeltet kan brukes til tekst eller andre</a:t>
            </a:r>
            <a:r>
              <a:rPr lang="nb-NO" sz="1067" baseline="0" noProof="1"/>
              <a:t> elementer.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Vær</a:t>
            </a:r>
            <a:r>
              <a:rPr lang="nb-NO" sz="1067" baseline="0" noProof="1"/>
              <a:t> oppmerksom på at det finnes egne layoutmaler for heldekkende, utfallende bilder.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 noProof="1"/>
              <a:t>NB!</a:t>
            </a:r>
            <a:r>
              <a:rPr lang="nb-NO" sz="1067" b="1" baseline="0" noProof="1"/>
              <a:t> </a:t>
            </a:r>
            <a:r>
              <a:rPr lang="nb-NO" sz="1067" noProof="1"/>
              <a:t>Slå</a:t>
            </a:r>
            <a:r>
              <a:rPr lang="nb-NO" sz="1067" baseline="0" noProof="1"/>
              <a:t> gjerne av bullets dersom det ikke er hensiktsmessig med bullets foran hver tekstlinje.</a:t>
            </a: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EDD9A8B8-9E9C-9B4A-8337-0CBFBFC32B95}"/>
              </a:ext>
            </a:extLst>
          </p:cNvPr>
          <p:cNvSpPr txBox="1"/>
          <p:nvPr/>
        </p:nvSpPr>
        <p:spPr>
          <a:xfrm>
            <a:off x="0" y="-383629"/>
            <a:ext cx="342971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Title and content – text only</a:t>
            </a:r>
          </a:p>
        </p:txBody>
      </p:sp>
    </p:spTree>
    <p:extLst>
      <p:ext uri="{BB962C8B-B14F-4D97-AF65-F5344CB8AC3E}">
        <p14:creationId xmlns:p14="http://schemas.microsoft.com/office/powerpoint/2010/main" val="3095910451"/>
      </p:ext>
    </p:extLst>
  </p:cSld>
  <p:clrMapOvr>
    <a:masterClrMapping/>
  </p:clrMapOvr>
  <p:hf sldNum="0"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am pre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480000"/>
            <a:ext cx="10820400" cy="8088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2328733" y="1"/>
            <a:ext cx="1862600" cy="3048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Innholdsfeltet kan brukes til tekst eller andre</a:t>
            </a:r>
            <a:r>
              <a:rPr lang="nb-NO" sz="1067" baseline="0" noProof="1"/>
              <a:t> elementer.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Vær</a:t>
            </a:r>
            <a:r>
              <a:rPr lang="nb-NO" sz="1067" baseline="0" noProof="1"/>
              <a:t> oppmerksom på at det finnes egne layoutmaler for heldekkende, utfallende bilder.</a:t>
            </a: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 noProof="1"/>
              <a:t>NB!</a:t>
            </a:r>
            <a:r>
              <a:rPr lang="nb-NO" sz="1067" b="1" baseline="0" noProof="1"/>
              <a:t> </a:t>
            </a:r>
            <a:r>
              <a:rPr lang="nb-NO" sz="1067" noProof="1"/>
              <a:t>Slå</a:t>
            </a:r>
            <a:r>
              <a:rPr lang="nb-NO" sz="1067" baseline="0" noProof="1"/>
              <a:t> gjerne av bullets dersom det ikke er hensiktsmessig med bullets foran hver tekstlinje.</a:t>
            </a: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EDD9A8B8-9E9C-9B4A-8337-0CBFBFC32B95}"/>
              </a:ext>
            </a:extLst>
          </p:cNvPr>
          <p:cNvSpPr txBox="1"/>
          <p:nvPr/>
        </p:nvSpPr>
        <p:spPr>
          <a:xfrm>
            <a:off x="0" y="-383629"/>
            <a:ext cx="342971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Title and team presentation</a:t>
            </a:r>
          </a:p>
        </p:txBody>
      </p:sp>
      <p:sp>
        <p:nvSpPr>
          <p:cNvPr id="47" name="Plassholder for bilde 14">
            <a:extLst>
              <a:ext uri="{FF2B5EF4-FFF2-40B4-BE49-F238E27FC236}">
                <a16:creationId xmlns:a16="http://schemas.microsoft.com/office/drawing/2014/main" id="{12AB5CF8-7129-478C-885D-AE4D02F6E3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001" y="1679392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algn="ctr">
              <a:defRPr sz="1333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48" name="Plassholder for bilde 16">
            <a:extLst>
              <a:ext uri="{FF2B5EF4-FFF2-40B4-BE49-F238E27FC236}">
                <a16:creationId xmlns:a16="http://schemas.microsoft.com/office/drawing/2014/main" id="{330099D6-2560-428C-9912-D91D84708B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17301" y="1679392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algn="ctr">
              <a:defRPr sz="1333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49" name="Plassholder for bilde 18">
            <a:extLst>
              <a:ext uri="{FF2B5EF4-FFF2-40B4-BE49-F238E27FC236}">
                <a16:creationId xmlns:a16="http://schemas.microsoft.com/office/drawing/2014/main" id="{B1DC65BC-775F-4981-B78A-EBA2671DD9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72601" y="1679392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algn="ctr">
              <a:defRPr sz="1333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50" name="Plassholder for tekst 3">
            <a:extLst>
              <a:ext uri="{FF2B5EF4-FFF2-40B4-BE49-F238E27FC236}">
                <a16:creationId xmlns:a16="http://schemas.microsoft.com/office/drawing/2014/main" id="{9EFAE50D-B78C-440B-829D-ADD0300614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48687" y="1617133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51" name="Plassholder for tekst 5">
            <a:extLst>
              <a:ext uri="{FF2B5EF4-FFF2-40B4-BE49-F238E27FC236}">
                <a16:creationId xmlns:a16="http://schemas.microsoft.com/office/drawing/2014/main" id="{B12F6E99-96F6-4F12-995E-C27E168973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49500" y="2211803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52" name="Plassholder for tekst 3">
            <a:extLst>
              <a:ext uri="{FF2B5EF4-FFF2-40B4-BE49-F238E27FC236}">
                <a16:creationId xmlns:a16="http://schemas.microsoft.com/office/drawing/2014/main" id="{9292159D-A239-427B-9C9D-3DA70F8998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5006" y="1617133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53" name="Plassholder for tekst 5">
            <a:extLst>
              <a:ext uri="{FF2B5EF4-FFF2-40B4-BE49-F238E27FC236}">
                <a16:creationId xmlns:a16="http://schemas.microsoft.com/office/drawing/2014/main" id="{070CF4F3-3986-49FB-98F1-457933BBCE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5819" y="2211803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54" name="Plassholder for tekst 3">
            <a:extLst>
              <a:ext uri="{FF2B5EF4-FFF2-40B4-BE49-F238E27FC236}">
                <a16:creationId xmlns:a16="http://schemas.microsoft.com/office/drawing/2014/main" id="{9A939696-8DE8-4A64-8BE1-29257614CC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01003" y="1617133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55" name="Plassholder for tekst 5">
            <a:extLst>
              <a:ext uri="{FF2B5EF4-FFF2-40B4-BE49-F238E27FC236}">
                <a16:creationId xmlns:a16="http://schemas.microsoft.com/office/drawing/2014/main" id="{EA7C6B97-E847-4CC9-8D9A-B7F90BE570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501816" y="2211803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56" name="Plassholder for bilde 14">
            <a:extLst>
              <a:ext uri="{FF2B5EF4-FFF2-40B4-BE49-F238E27FC236}">
                <a16:creationId xmlns:a16="http://schemas.microsoft.com/office/drawing/2014/main" id="{89E24870-5F9F-4684-860E-648C088D536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61680" y="3754901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algn="ctr">
              <a:defRPr sz="1333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57" name="Plassholder for bilde 16">
            <a:extLst>
              <a:ext uri="{FF2B5EF4-FFF2-40B4-BE49-F238E27FC236}">
                <a16:creationId xmlns:a16="http://schemas.microsoft.com/office/drawing/2014/main" id="{7EA246E5-5B1D-48D5-BED7-4D5BA8C70E8F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316980" y="3754901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algn="ctr">
              <a:defRPr sz="1333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58" name="Plassholder for bilde 18">
            <a:extLst>
              <a:ext uri="{FF2B5EF4-FFF2-40B4-BE49-F238E27FC236}">
                <a16:creationId xmlns:a16="http://schemas.microsoft.com/office/drawing/2014/main" id="{7F0D1F2D-5251-4151-947B-EE0C97101EE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872280" y="3754901"/>
            <a:ext cx="1417905" cy="1416552"/>
          </a:xfrm>
          <a:custGeom>
            <a:avLst/>
            <a:gdLst>
              <a:gd name="connsiteX0" fmla="*/ 674696 w 1375442"/>
              <a:gd name="connsiteY0" fmla="*/ 0 h 1374129"/>
              <a:gd name="connsiteX1" fmla="*/ 700746 w 1375442"/>
              <a:gd name="connsiteY1" fmla="*/ 0 h 1374129"/>
              <a:gd name="connsiteX2" fmla="*/ 826321 w 1375442"/>
              <a:gd name="connsiteY2" fmla="*/ 12659 h 1374129"/>
              <a:gd name="connsiteX3" fmla="*/ 1375442 w 1375442"/>
              <a:gd name="connsiteY3" fmla="*/ 686408 h 1374129"/>
              <a:gd name="connsiteX4" fmla="*/ 687721 w 1375442"/>
              <a:gd name="connsiteY4" fmla="*/ 1374129 h 1374129"/>
              <a:gd name="connsiteX5" fmla="*/ 0 w 1375442"/>
              <a:gd name="connsiteY5" fmla="*/ 686408 h 1374129"/>
              <a:gd name="connsiteX6" fmla="*/ 549121 w 1375442"/>
              <a:gd name="connsiteY6" fmla="*/ 12659 h 1374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5442" h="1374129">
                <a:moveTo>
                  <a:pt x="674696" y="0"/>
                </a:moveTo>
                <a:lnTo>
                  <a:pt x="700746" y="0"/>
                </a:lnTo>
                <a:lnTo>
                  <a:pt x="826321" y="12659"/>
                </a:lnTo>
                <a:cubicBezTo>
                  <a:pt x="1139704" y="76787"/>
                  <a:pt x="1375442" y="354067"/>
                  <a:pt x="1375442" y="686408"/>
                </a:cubicBezTo>
                <a:cubicBezTo>
                  <a:pt x="1375442" y="1066226"/>
                  <a:pt x="1067539" y="1374129"/>
                  <a:pt x="687721" y="1374129"/>
                </a:cubicBezTo>
                <a:cubicBezTo>
                  <a:pt x="307903" y="1374129"/>
                  <a:pt x="0" y="1066226"/>
                  <a:pt x="0" y="686408"/>
                </a:cubicBezTo>
                <a:cubicBezTo>
                  <a:pt x="0" y="354067"/>
                  <a:pt x="235738" y="76787"/>
                  <a:pt x="549121" y="12659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wrap="square" anchor="ctr" anchorCtr="0">
            <a:noAutofit/>
          </a:bodyPr>
          <a:lstStyle>
            <a:lvl1pPr algn="ctr">
              <a:defRPr sz="1333"/>
            </a:lvl1pPr>
          </a:lstStyle>
          <a:p>
            <a:r>
              <a:rPr lang="nb-NO"/>
              <a:t>Klikk på ikonet for å legge til et bilde</a:t>
            </a:r>
          </a:p>
        </p:txBody>
      </p:sp>
      <p:sp>
        <p:nvSpPr>
          <p:cNvPr id="59" name="Plassholder for tekst 3">
            <a:extLst>
              <a:ext uri="{FF2B5EF4-FFF2-40B4-BE49-F238E27FC236}">
                <a16:creationId xmlns:a16="http://schemas.microsoft.com/office/drawing/2014/main" id="{8E57CF47-BD3D-427A-9D30-ADAC119151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348366" y="3692642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60" name="Plassholder for tekst 5">
            <a:extLst>
              <a:ext uri="{FF2B5EF4-FFF2-40B4-BE49-F238E27FC236}">
                <a16:creationId xmlns:a16="http://schemas.microsoft.com/office/drawing/2014/main" id="{D4D5925C-D0AF-4F60-AC6A-7C6322551E1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349179" y="4287312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61" name="Plassholder for tekst 3">
            <a:extLst>
              <a:ext uri="{FF2B5EF4-FFF2-40B4-BE49-F238E27FC236}">
                <a16:creationId xmlns:a16="http://schemas.microsoft.com/office/drawing/2014/main" id="{8024A119-F365-4FFE-9B32-A6CDC29C3C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924685" y="3692642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62" name="Plassholder for tekst 5">
            <a:extLst>
              <a:ext uri="{FF2B5EF4-FFF2-40B4-BE49-F238E27FC236}">
                <a16:creationId xmlns:a16="http://schemas.microsoft.com/office/drawing/2014/main" id="{5400F042-8A97-457D-B494-10D6D55F60F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925497" y="4287312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  <p:sp>
        <p:nvSpPr>
          <p:cNvPr id="63" name="Plassholder for tekst 3">
            <a:extLst>
              <a:ext uri="{FF2B5EF4-FFF2-40B4-BE49-F238E27FC236}">
                <a16:creationId xmlns:a16="http://schemas.microsoft.com/office/drawing/2014/main" id="{4C2D684F-AA58-4266-BE8F-9D039F826C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0682" y="3692642"/>
            <a:ext cx="1778492" cy="481971"/>
          </a:xfrm>
        </p:spPr>
        <p:txBody>
          <a:bodyPr anchor="b">
            <a:noAutofit/>
          </a:bodyPr>
          <a:lstStyle>
            <a:lvl1pPr marL="0" indent="0">
              <a:buNone/>
              <a:defRPr sz="1333" b="1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name</a:t>
            </a:r>
            <a:r>
              <a:rPr lang="nb-NO"/>
              <a:t> </a:t>
            </a:r>
          </a:p>
        </p:txBody>
      </p:sp>
      <p:sp>
        <p:nvSpPr>
          <p:cNvPr id="64" name="Plassholder for tekst 5">
            <a:extLst>
              <a:ext uri="{FF2B5EF4-FFF2-40B4-BE49-F238E27FC236}">
                <a16:creationId xmlns:a16="http://schemas.microsoft.com/office/drawing/2014/main" id="{EA439540-9F4A-4C90-A0E3-A24A710D32B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01495" y="4287312"/>
            <a:ext cx="1778000" cy="1015147"/>
          </a:xfrm>
        </p:spPr>
        <p:txBody>
          <a:bodyPr>
            <a:noAutofit/>
          </a:bodyPr>
          <a:lstStyle>
            <a:lvl1pPr marL="0" indent="0">
              <a:buNone/>
              <a:defRPr sz="1333"/>
            </a:lvl1pPr>
            <a:lvl2pPr marL="191995" indent="0">
              <a:buNone/>
              <a:defRPr sz="1333"/>
            </a:lvl2pPr>
            <a:lvl3pPr marL="370373" indent="0">
              <a:buNone/>
              <a:defRPr sz="1333"/>
            </a:lvl3pPr>
            <a:lvl4pPr marL="552436" indent="0">
              <a:buNone/>
              <a:defRPr sz="1333"/>
            </a:lvl4pPr>
            <a:lvl5pPr marL="719649" indent="0">
              <a:buNone/>
              <a:defRPr sz="1333"/>
            </a:lvl5pPr>
          </a:lstStyle>
          <a:p>
            <a:pPr lvl="0"/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title</a:t>
            </a:r>
            <a:r>
              <a:rPr lang="nb-NO"/>
              <a:t> and </a:t>
            </a:r>
            <a:r>
              <a:rPr lang="nb-NO" err="1"/>
              <a:t>information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43589741"/>
      </p:ext>
    </p:extLst>
  </p:cSld>
  <p:clrMapOvr>
    <a:masterClrMapping/>
  </p:clrMapOvr>
  <p:hf sldNum="0" hdr="0" ftr="0" dt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quar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1" y="480000"/>
            <a:ext cx="4611188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62001" y="1617135"/>
            <a:ext cx="4611188" cy="43074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DCB47A4-2EBA-204A-8E47-730228792A8E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Text square picture right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1F1B407C-A22F-064F-9840-7CEDE8ED1185}"/>
              </a:ext>
            </a:extLst>
          </p:cNvPr>
          <p:cNvSpPr txBox="1"/>
          <p:nvPr/>
        </p:nvSpPr>
        <p:spPr>
          <a:xfrm>
            <a:off x="12328733" y="0"/>
            <a:ext cx="1862600" cy="2227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D</a:t>
            </a:r>
            <a:r>
              <a:rPr lang="nb-NO" sz="1067" baseline="0" noProof="1"/>
              <a:t>et finnes egne layoutmaler for heldekkende, utfallende bilder.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/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="0" noProof="0">
              <a:latin typeface="+mn-lt"/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 noProof="1"/>
              <a:t>NB!</a:t>
            </a:r>
            <a:r>
              <a:rPr lang="nb-NO" sz="1067" b="1" baseline="0" noProof="1"/>
              <a:t> </a:t>
            </a:r>
            <a:r>
              <a:rPr lang="nb-NO" sz="1067" noProof="1"/>
              <a:t>Slå</a:t>
            </a:r>
            <a:r>
              <a:rPr lang="nb-NO" sz="1067" baseline="0" noProof="1"/>
              <a:t> gjerne av bullets dersom det ikke er hensiktsmessig med bullets foran hver tekstlinje.</a:t>
            </a: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</p:txBody>
      </p:sp>
      <p:sp>
        <p:nvSpPr>
          <p:cNvPr id="8" name="Plassholder for bilde 8">
            <a:extLst>
              <a:ext uri="{FF2B5EF4-FFF2-40B4-BE49-F238E27FC236}">
                <a16:creationId xmlns:a16="http://schemas.microsoft.com/office/drawing/2014/main" id="{25D89038-64A5-4F59-8C56-140EE654911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309033"/>
            <a:ext cx="5815583" cy="5615519"/>
          </a:xfrm>
          <a:prstGeom prst="rect">
            <a:avLst/>
          </a:prstGeom>
        </p:spPr>
        <p:txBody>
          <a:bodyPr lIns="180000" tIns="180000" rIns="180000" bIns="180000">
            <a:normAutofit/>
          </a:bodyPr>
          <a:lstStyle>
            <a:lvl1pPr marL="0" indent="0" algn="l">
              <a:buFont typeface="+mj-lt"/>
              <a:buNone/>
              <a:defRPr sz="1333" baseline="0"/>
            </a:lvl1pPr>
          </a:lstStyle>
          <a:p>
            <a:r>
              <a:rPr lang="nb-NO" err="1"/>
              <a:t>Insert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298152"/>
      </p:ext>
    </p:extLst>
  </p:cSld>
  <p:clrMapOvr>
    <a:masterClrMapping/>
  </p:clrMapOvr>
  <p:hf sldNum="0"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rounded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bilde 8">
            <a:extLst>
              <a:ext uri="{FF2B5EF4-FFF2-40B4-BE49-F238E27FC236}">
                <a16:creationId xmlns:a16="http://schemas.microsoft.com/office/drawing/2014/main" id="{9D41DC85-436E-4991-BBBA-28B8A8BAAF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61648" y="-28486"/>
            <a:ext cx="6030353" cy="6225964"/>
          </a:xfrm>
          <a:custGeom>
            <a:avLst/>
            <a:gdLst>
              <a:gd name="connsiteX0" fmla="*/ 2497138 w 5344567"/>
              <a:gd name="connsiteY0" fmla="*/ 0 h 4993958"/>
              <a:gd name="connsiteX1" fmla="*/ 2499792 w 5344567"/>
              <a:gd name="connsiteY1" fmla="*/ 0 h 4993958"/>
              <a:gd name="connsiteX2" fmla="*/ 5344567 w 5344567"/>
              <a:gd name="connsiteY2" fmla="*/ 0 h 4993958"/>
              <a:gd name="connsiteX3" fmla="*/ 5344567 w 5344567"/>
              <a:gd name="connsiteY3" fmla="*/ 4993958 h 4993958"/>
              <a:gd name="connsiteX4" fmla="*/ 2490823 w 5344567"/>
              <a:gd name="connsiteY4" fmla="*/ 4993958 h 4993958"/>
              <a:gd name="connsiteX5" fmla="*/ 2241864 w 5344567"/>
              <a:gd name="connsiteY5" fmla="*/ 4981382 h 4993958"/>
              <a:gd name="connsiteX6" fmla="*/ 0 w 5344567"/>
              <a:gd name="connsiteY6" fmla="*/ 2497138 h 4993958"/>
              <a:gd name="connsiteX7" fmla="*/ 2497138 w 5344567"/>
              <a:gd name="connsiteY7" fmla="*/ 0 h 4993958"/>
              <a:gd name="connsiteX0" fmla="*/ 2497138 w 5344567"/>
              <a:gd name="connsiteY0" fmla="*/ 0 h 4993958"/>
              <a:gd name="connsiteX1" fmla="*/ 2499792 w 5344567"/>
              <a:gd name="connsiteY1" fmla="*/ 0 h 4993958"/>
              <a:gd name="connsiteX2" fmla="*/ 4825407 w 5344567"/>
              <a:gd name="connsiteY2" fmla="*/ 0 h 4993958"/>
              <a:gd name="connsiteX3" fmla="*/ 5344567 w 5344567"/>
              <a:gd name="connsiteY3" fmla="*/ 4993958 h 4993958"/>
              <a:gd name="connsiteX4" fmla="*/ 2490823 w 5344567"/>
              <a:gd name="connsiteY4" fmla="*/ 4993958 h 4993958"/>
              <a:gd name="connsiteX5" fmla="*/ 2241864 w 5344567"/>
              <a:gd name="connsiteY5" fmla="*/ 4981382 h 4993958"/>
              <a:gd name="connsiteX6" fmla="*/ 0 w 5344567"/>
              <a:gd name="connsiteY6" fmla="*/ 2497138 h 4993958"/>
              <a:gd name="connsiteX7" fmla="*/ 2497138 w 5344567"/>
              <a:gd name="connsiteY7" fmla="*/ 0 h 4993958"/>
              <a:gd name="connsiteX0" fmla="*/ 2497138 w 4844997"/>
              <a:gd name="connsiteY0" fmla="*/ 0 h 4993958"/>
              <a:gd name="connsiteX1" fmla="*/ 2499792 w 4844997"/>
              <a:gd name="connsiteY1" fmla="*/ 0 h 4993958"/>
              <a:gd name="connsiteX2" fmla="*/ 4825407 w 4844997"/>
              <a:gd name="connsiteY2" fmla="*/ 0 h 4993958"/>
              <a:gd name="connsiteX3" fmla="*/ 4844997 w 4844997"/>
              <a:gd name="connsiteY3" fmla="*/ 4993958 h 4993958"/>
              <a:gd name="connsiteX4" fmla="*/ 2490823 w 4844997"/>
              <a:gd name="connsiteY4" fmla="*/ 4993958 h 4993958"/>
              <a:gd name="connsiteX5" fmla="*/ 2241864 w 4844997"/>
              <a:gd name="connsiteY5" fmla="*/ 4981382 h 4993958"/>
              <a:gd name="connsiteX6" fmla="*/ 0 w 4844997"/>
              <a:gd name="connsiteY6" fmla="*/ 2497138 h 4993958"/>
              <a:gd name="connsiteX7" fmla="*/ 2497138 w 4844997"/>
              <a:gd name="connsiteY7" fmla="*/ 0 h 4993958"/>
              <a:gd name="connsiteX0" fmla="*/ 2497138 w 4844997"/>
              <a:gd name="connsiteY0" fmla="*/ 0 h 4993958"/>
              <a:gd name="connsiteX1" fmla="*/ 2499792 w 4844997"/>
              <a:gd name="connsiteY1" fmla="*/ 0 h 4993958"/>
              <a:gd name="connsiteX2" fmla="*/ 4844454 w 4844997"/>
              <a:gd name="connsiteY2" fmla="*/ 2721 h 4993958"/>
              <a:gd name="connsiteX3" fmla="*/ 4844997 w 4844997"/>
              <a:gd name="connsiteY3" fmla="*/ 4993958 h 4993958"/>
              <a:gd name="connsiteX4" fmla="*/ 2490823 w 4844997"/>
              <a:gd name="connsiteY4" fmla="*/ 4993958 h 4993958"/>
              <a:gd name="connsiteX5" fmla="*/ 2241864 w 4844997"/>
              <a:gd name="connsiteY5" fmla="*/ 4981382 h 4993958"/>
              <a:gd name="connsiteX6" fmla="*/ 0 w 4844997"/>
              <a:gd name="connsiteY6" fmla="*/ 2497138 h 4993958"/>
              <a:gd name="connsiteX7" fmla="*/ 2497138 w 4844997"/>
              <a:gd name="connsiteY7" fmla="*/ 0 h 4993958"/>
              <a:gd name="connsiteX0" fmla="*/ 2497138 w 4844997"/>
              <a:gd name="connsiteY0" fmla="*/ 10884 h 5004842"/>
              <a:gd name="connsiteX1" fmla="*/ 2499792 w 4844997"/>
              <a:gd name="connsiteY1" fmla="*/ 10884 h 5004842"/>
              <a:gd name="connsiteX2" fmla="*/ 4844454 w 4844997"/>
              <a:gd name="connsiteY2" fmla="*/ 0 h 5004842"/>
              <a:gd name="connsiteX3" fmla="*/ 4844997 w 4844997"/>
              <a:gd name="connsiteY3" fmla="*/ 5004842 h 5004842"/>
              <a:gd name="connsiteX4" fmla="*/ 2490823 w 4844997"/>
              <a:gd name="connsiteY4" fmla="*/ 5004842 h 5004842"/>
              <a:gd name="connsiteX5" fmla="*/ 2241864 w 4844997"/>
              <a:gd name="connsiteY5" fmla="*/ 4992266 h 5004842"/>
              <a:gd name="connsiteX6" fmla="*/ 0 w 4844997"/>
              <a:gd name="connsiteY6" fmla="*/ 2508022 h 5004842"/>
              <a:gd name="connsiteX7" fmla="*/ 2497138 w 4844997"/>
              <a:gd name="connsiteY7" fmla="*/ 10884 h 500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44997" h="5004842">
                <a:moveTo>
                  <a:pt x="2497138" y="10884"/>
                </a:moveTo>
                <a:lnTo>
                  <a:pt x="2499792" y="10884"/>
                </a:lnTo>
                <a:lnTo>
                  <a:pt x="4844454" y="0"/>
                </a:lnTo>
                <a:lnTo>
                  <a:pt x="4844997" y="5004842"/>
                </a:lnTo>
                <a:lnTo>
                  <a:pt x="2490823" y="5004842"/>
                </a:lnTo>
                <a:lnTo>
                  <a:pt x="2241864" y="4992266"/>
                </a:lnTo>
                <a:cubicBezTo>
                  <a:pt x="982857" y="4864359"/>
                  <a:pt x="0" y="3800709"/>
                  <a:pt x="0" y="2508022"/>
                </a:cubicBezTo>
                <a:cubicBezTo>
                  <a:pt x="0" y="1129157"/>
                  <a:pt x="1118272" y="10884"/>
                  <a:pt x="2497138" y="10884"/>
                </a:cubicBezTo>
                <a:close/>
              </a:path>
            </a:pathLst>
          </a:custGeom>
        </p:spPr>
        <p:txBody>
          <a:bodyPr wrap="square" anchor="ctr" anchorCtr="1">
            <a:noAutofit/>
          </a:bodyPr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Tx/>
              <a:buNone/>
              <a:tabLst/>
              <a:defRPr sz="3733"/>
            </a:lvl1pPr>
          </a:lstStyle>
          <a:p>
            <a:pPr marL="167996" marR="0" lvl="0" indent="-167996" algn="l" defTabSz="609585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tx2"/>
              </a:buClr>
              <a:buSzTx/>
              <a:buFont typeface="Arial"/>
              <a:buChar char="•"/>
              <a:tabLst/>
              <a:defRPr/>
            </a:pPr>
            <a:r>
              <a:rPr lang="nb-NO" sz="2133" err="1">
                <a:effectLst/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</a:t>
            </a:r>
            <a:r>
              <a:rPr lang="nb-NO" sz="2133">
                <a:effectLst/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image to </a:t>
            </a:r>
            <a:r>
              <a:rPr lang="nb-NO" sz="2133" err="1">
                <a:effectLst/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shape</a:t>
            </a:r>
            <a:endParaRPr lang="sv-SE" sz="2133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nb-NO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1" y="480000"/>
            <a:ext cx="4611188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62001" y="1617602"/>
            <a:ext cx="4611188" cy="43069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DCB47A4-2EBA-204A-8E47-730228792A8E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Text rounded picture right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1F1B407C-A22F-064F-9840-7CEDE8ED1185}"/>
              </a:ext>
            </a:extLst>
          </p:cNvPr>
          <p:cNvSpPr txBox="1"/>
          <p:nvPr/>
        </p:nvSpPr>
        <p:spPr>
          <a:xfrm>
            <a:off x="12328733" y="0"/>
            <a:ext cx="1862600" cy="2227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D</a:t>
            </a:r>
            <a:r>
              <a:rPr lang="nb-NO" sz="1067" baseline="0" noProof="1"/>
              <a:t>et finnes egne layoutmaler for heldekkende, utfallende bilder.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/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="0" noProof="0">
              <a:latin typeface="+mn-lt"/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 noProof="1"/>
              <a:t>NB!</a:t>
            </a:r>
            <a:r>
              <a:rPr lang="nb-NO" sz="1067" b="1" baseline="0" noProof="1"/>
              <a:t> </a:t>
            </a:r>
            <a:r>
              <a:rPr lang="nb-NO" sz="1067" noProof="1"/>
              <a:t>Slå</a:t>
            </a:r>
            <a:r>
              <a:rPr lang="nb-NO" sz="1067" baseline="0" noProof="1"/>
              <a:t> gjerne av bullets dersom det ikke er hensiktsmessig med bullets foran hver tekstlinje.</a:t>
            </a: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</p:txBody>
      </p:sp>
    </p:spTree>
    <p:extLst>
      <p:ext uri="{BB962C8B-B14F-4D97-AF65-F5344CB8AC3E}">
        <p14:creationId xmlns:p14="http://schemas.microsoft.com/office/powerpoint/2010/main" val="1413250251"/>
      </p:ext>
    </p:extLst>
  </p:cSld>
  <p:clrMapOvr>
    <a:masterClrMapping/>
  </p:clrMapOvr>
  <p:hf sldNum="0"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quare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49741" y="480000"/>
            <a:ext cx="4611188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749741" y="1617603"/>
            <a:ext cx="4611188" cy="43069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D7A2C48-98C0-5D48-B6E5-10835E2B512C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Text square picture left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35361E2F-0E6E-8145-AC11-6727A1D1E1A7}"/>
              </a:ext>
            </a:extLst>
          </p:cNvPr>
          <p:cNvSpPr txBox="1"/>
          <p:nvPr/>
        </p:nvSpPr>
        <p:spPr>
          <a:xfrm>
            <a:off x="12328733" y="0"/>
            <a:ext cx="1862600" cy="2391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D</a:t>
            </a:r>
            <a:r>
              <a:rPr lang="nb-NO" sz="1067" baseline="0" noProof="1"/>
              <a:t>et finnes egne layoutmaler for heldekkende, utfallende bilder.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/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="0" noProof="0">
              <a:latin typeface="+mn-lt"/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 noProof="1"/>
              <a:t>NB!</a:t>
            </a:r>
            <a:r>
              <a:rPr lang="nb-NO" sz="1067" b="1" baseline="0" noProof="1"/>
              <a:t> </a:t>
            </a:r>
            <a:r>
              <a:rPr lang="nb-NO" sz="1067" noProof="1"/>
              <a:t>Slå</a:t>
            </a:r>
            <a:r>
              <a:rPr lang="nb-NO" sz="1067" baseline="0" noProof="1"/>
              <a:t> gjerne av bullets dersom det ikke er hensiktsmessig med bullets foran hver tekstlinje.</a:t>
            </a: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</p:txBody>
      </p:sp>
      <p:sp>
        <p:nvSpPr>
          <p:cNvPr id="7" name="Plassholder for bilde 8">
            <a:extLst>
              <a:ext uri="{FF2B5EF4-FFF2-40B4-BE49-F238E27FC236}">
                <a16:creationId xmlns:a16="http://schemas.microsoft.com/office/drawing/2014/main" id="{3D3E8FDB-984F-48EF-A568-E7578ACE84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867" y="309033"/>
            <a:ext cx="5808133" cy="5611753"/>
          </a:xfrm>
          <a:prstGeom prst="rect">
            <a:avLst/>
          </a:prstGeom>
        </p:spPr>
        <p:txBody>
          <a:bodyPr lIns="180000" tIns="180000" rIns="180000" bIns="180000">
            <a:normAutofit/>
          </a:bodyPr>
          <a:lstStyle>
            <a:lvl1pPr marL="0" indent="0" algn="l">
              <a:buFont typeface="+mj-lt"/>
              <a:buNone/>
              <a:defRPr sz="1333" baseline="0"/>
            </a:lvl1pPr>
          </a:lstStyle>
          <a:p>
            <a:r>
              <a:rPr lang="nb-NO" err="1"/>
              <a:t>Insert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44519060"/>
      </p:ext>
    </p:extLst>
  </p:cSld>
  <p:clrMapOvr>
    <a:masterClrMapping/>
  </p:clrMapOvr>
  <p:hf sldNum="0" hdr="0" ftr="0" dt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rounded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48801" y="480000"/>
            <a:ext cx="4611188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748801" y="1611625"/>
            <a:ext cx="4611188" cy="4594816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D7A2C48-98C0-5D48-B6E5-10835E2B512C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Text rounded picture left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35361E2F-0E6E-8145-AC11-6727A1D1E1A7}"/>
              </a:ext>
            </a:extLst>
          </p:cNvPr>
          <p:cNvSpPr txBox="1"/>
          <p:nvPr/>
        </p:nvSpPr>
        <p:spPr>
          <a:xfrm>
            <a:off x="12328733" y="0"/>
            <a:ext cx="1862600" cy="2391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D</a:t>
            </a:r>
            <a:r>
              <a:rPr lang="nb-NO" sz="1067" baseline="0" noProof="1"/>
              <a:t>et finnes egne layoutmaler for heldekkende, utfallende bilder.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/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="0" noProof="0">
              <a:latin typeface="+mn-lt"/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 noProof="1"/>
              <a:t>NB!</a:t>
            </a:r>
            <a:r>
              <a:rPr lang="nb-NO" sz="1067" b="1" baseline="0" noProof="1"/>
              <a:t> </a:t>
            </a:r>
            <a:r>
              <a:rPr lang="nb-NO" sz="1067" noProof="1"/>
              <a:t>Slå</a:t>
            </a:r>
            <a:r>
              <a:rPr lang="nb-NO" sz="1067" baseline="0" noProof="1"/>
              <a:t> gjerne av bullets dersom det ikke er hensiktsmessig med bullets foran hver tekstlinje.</a:t>
            </a: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</p:txBody>
      </p:sp>
      <p:sp>
        <p:nvSpPr>
          <p:cNvPr id="19" name="Plassholder for bilde 28">
            <a:extLst>
              <a:ext uri="{FF2B5EF4-FFF2-40B4-BE49-F238E27FC236}">
                <a16:creationId xmlns:a16="http://schemas.microsoft.com/office/drawing/2014/main" id="{CA8717B0-1C15-423C-9FCB-D8FCB168992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090" y="-16658"/>
            <a:ext cx="6142260" cy="6215759"/>
          </a:xfrm>
          <a:custGeom>
            <a:avLst/>
            <a:gdLst>
              <a:gd name="connsiteX0" fmla="*/ 0 w 6394450"/>
              <a:gd name="connsiteY0" fmla="*/ 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0" fmla="*/ 492259 w 6394450"/>
              <a:gd name="connsiteY0" fmla="*/ 1172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7" fmla="*/ 492259 w 6394450"/>
              <a:gd name="connsiteY7" fmla="*/ 11720 h 5975350"/>
              <a:gd name="connsiteX0" fmla="*/ 0 w 5902191"/>
              <a:gd name="connsiteY0" fmla="*/ 11720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0 w 5902191"/>
              <a:gd name="connsiteY7" fmla="*/ 11720 h 5975350"/>
              <a:gd name="connsiteX0" fmla="*/ 3052 w 5902191"/>
              <a:gd name="connsiteY0" fmla="*/ 5617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3052 w 5902191"/>
              <a:gd name="connsiteY7" fmla="*/ 5617 h 5975350"/>
              <a:gd name="connsiteX0" fmla="*/ 6104 w 5905243"/>
              <a:gd name="connsiteY0" fmla="*/ 5617 h 5981945"/>
              <a:gd name="connsiteX1" fmla="*/ 2914393 w 5905243"/>
              <a:gd name="connsiteY1" fmla="*/ 0 h 5981945"/>
              <a:gd name="connsiteX2" fmla="*/ 2917568 w 5905243"/>
              <a:gd name="connsiteY2" fmla="*/ 0 h 5981945"/>
              <a:gd name="connsiteX3" fmla="*/ 5905243 w 5905243"/>
              <a:gd name="connsiteY3" fmla="*/ 2987675 h 5981945"/>
              <a:gd name="connsiteX4" fmla="*/ 2917568 w 5905243"/>
              <a:gd name="connsiteY4" fmla="*/ 5975350 h 5981945"/>
              <a:gd name="connsiteX5" fmla="*/ 2914393 w 5905243"/>
              <a:gd name="connsiteY5" fmla="*/ 5975350 h 5981945"/>
              <a:gd name="connsiteX6" fmla="*/ 0 w 5905243"/>
              <a:gd name="connsiteY6" fmla="*/ 5981945 h 5981945"/>
              <a:gd name="connsiteX7" fmla="*/ 6104 w 5905243"/>
              <a:gd name="connsiteY7" fmla="*/ 5617 h 5981945"/>
              <a:gd name="connsiteX0" fmla="*/ 6104 w 5905243"/>
              <a:gd name="connsiteY0" fmla="*/ 0 h 5982433"/>
              <a:gd name="connsiteX1" fmla="*/ 2914393 w 5905243"/>
              <a:gd name="connsiteY1" fmla="*/ 488 h 5982433"/>
              <a:gd name="connsiteX2" fmla="*/ 2917568 w 5905243"/>
              <a:gd name="connsiteY2" fmla="*/ 488 h 5982433"/>
              <a:gd name="connsiteX3" fmla="*/ 5905243 w 5905243"/>
              <a:gd name="connsiteY3" fmla="*/ 2988163 h 5982433"/>
              <a:gd name="connsiteX4" fmla="*/ 2917568 w 5905243"/>
              <a:gd name="connsiteY4" fmla="*/ 5975838 h 5982433"/>
              <a:gd name="connsiteX5" fmla="*/ 2914393 w 5905243"/>
              <a:gd name="connsiteY5" fmla="*/ 5975838 h 5982433"/>
              <a:gd name="connsiteX6" fmla="*/ 0 w 5905243"/>
              <a:gd name="connsiteY6" fmla="*/ 5982433 h 5982433"/>
              <a:gd name="connsiteX7" fmla="*/ 6104 w 5905243"/>
              <a:gd name="connsiteY7" fmla="*/ 0 h 5982433"/>
              <a:gd name="connsiteX0" fmla="*/ 12209 w 5911348"/>
              <a:gd name="connsiteY0" fmla="*/ 0 h 5975838"/>
              <a:gd name="connsiteX1" fmla="*/ 2920498 w 5911348"/>
              <a:gd name="connsiteY1" fmla="*/ 488 h 5975838"/>
              <a:gd name="connsiteX2" fmla="*/ 2923673 w 5911348"/>
              <a:gd name="connsiteY2" fmla="*/ 488 h 5975838"/>
              <a:gd name="connsiteX3" fmla="*/ 5911348 w 5911348"/>
              <a:gd name="connsiteY3" fmla="*/ 2988163 h 5975838"/>
              <a:gd name="connsiteX4" fmla="*/ 2923673 w 5911348"/>
              <a:gd name="connsiteY4" fmla="*/ 5975838 h 5975838"/>
              <a:gd name="connsiteX5" fmla="*/ 2920498 w 5911348"/>
              <a:gd name="connsiteY5" fmla="*/ 5975838 h 5975838"/>
              <a:gd name="connsiteX6" fmla="*/ 0 w 5911348"/>
              <a:gd name="connsiteY6" fmla="*/ 5970236 h 5975838"/>
              <a:gd name="connsiteX7" fmla="*/ 12209 w 5911348"/>
              <a:gd name="connsiteY7" fmla="*/ 0 h 5975838"/>
              <a:gd name="connsiteX0" fmla="*/ 203 w 5912703"/>
              <a:gd name="connsiteY0" fmla="*/ 0 h 5975838"/>
              <a:gd name="connsiteX1" fmla="*/ 2921853 w 5912703"/>
              <a:gd name="connsiteY1" fmla="*/ 488 h 5975838"/>
              <a:gd name="connsiteX2" fmla="*/ 2925028 w 5912703"/>
              <a:gd name="connsiteY2" fmla="*/ 488 h 5975838"/>
              <a:gd name="connsiteX3" fmla="*/ 5912703 w 5912703"/>
              <a:gd name="connsiteY3" fmla="*/ 2988163 h 5975838"/>
              <a:gd name="connsiteX4" fmla="*/ 2925028 w 5912703"/>
              <a:gd name="connsiteY4" fmla="*/ 5975838 h 5975838"/>
              <a:gd name="connsiteX5" fmla="*/ 2921853 w 5912703"/>
              <a:gd name="connsiteY5" fmla="*/ 5975838 h 5975838"/>
              <a:gd name="connsiteX6" fmla="*/ 1355 w 5912703"/>
              <a:gd name="connsiteY6" fmla="*/ 5970236 h 5975838"/>
              <a:gd name="connsiteX7" fmla="*/ 203 w 5912703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7156"/>
              <a:gd name="connsiteX1" fmla="*/ 2932746 w 5923596"/>
              <a:gd name="connsiteY1" fmla="*/ 488 h 5977156"/>
              <a:gd name="connsiteX2" fmla="*/ 2935921 w 5923596"/>
              <a:gd name="connsiteY2" fmla="*/ 488 h 5977156"/>
              <a:gd name="connsiteX3" fmla="*/ 5923596 w 5923596"/>
              <a:gd name="connsiteY3" fmla="*/ 2988163 h 5977156"/>
              <a:gd name="connsiteX4" fmla="*/ 2935921 w 5923596"/>
              <a:gd name="connsiteY4" fmla="*/ 5975838 h 5977156"/>
              <a:gd name="connsiteX5" fmla="*/ 2932746 w 5923596"/>
              <a:gd name="connsiteY5" fmla="*/ 5975838 h 5977156"/>
              <a:gd name="connsiteX6" fmla="*/ 0 w 5923596"/>
              <a:gd name="connsiteY6" fmla="*/ 5977156 h 5977156"/>
              <a:gd name="connsiteX7" fmla="*/ 11096 w 5923596"/>
              <a:gd name="connsiteY7" fmla="*/ 0 h 5977156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3596" h="5975838">
                <a:moveTo>
                  <a:pt x="11096" y="0"/>
                </a:moveTo>
                <a:lnTo>
                  <a:pt x="2932746" y="488"/>
                </a:lnTo>
                <a:lnTo>
                  <a:pt x="2935921" y="488"/>
                </a:lnTo>
                <a:cubicBezTo>
                  <a:pt x="4585651" y="488"/>
                  <a:pt x="5923596" y="1338433"/>
                  <a:pt x="5923596" y="2988163"/>
                </a:cubicBezTo>
                <a:cubicBezTo>
                  <a:pt x="5923596" y="4637893"/>
                  <a:pt x="4585651" y="5975838"/>
                  <a:pt x="2935921" y="5975838"/>
                </a:cubicBezTo>
                <a:lnTo>
                  <a:pt x="2932746" y="5975838"/>
                </a:lnTo>
                <a:lnTo>
                  <a:pt x="0" y="5970644"/>
                </a:lnTo>
                <a:cubicBezTo>
                  <a:pt x="1017" y="3984640"/>
                  <a:pt x="10079" y="1986004"/>
                  <a:pt x="11096" y="0"/>
                </a:cubicBezTo>
                <a:close/>
              </a:path>
            </a:pathLst>
          </a:custGeom>
        </p:spPr>
        <p:txBody>
          <a:bodyPr wrap="square" anchor="ctr" anchorCtr="1">
            <a:noAutofit/>
          </a:bodyPr>
          <a:lstStyle>
            <a:lvl1pPr>
              <a:defRPr/>
            </a:lvl1pPr>
          </a:lstStyle>
          <a:p>
            <a:r>
              <a:rPr lang="nb-NO" err="1"/>
              <a:t>Add</a:t>
            </a:r>
            <a:r>
              <a:rPr lang="nb-NO"/>
              <a:t> image to </a:t>
            </a:r>
            <a:r>
              <a:rPr lang="nb-NO" err="1"/>
              <a:t>shape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7506979"/>
      </p:ext>
    </p:extLst>
  </p:cSld>
  <p:clrMapOvr>
    <a:masterClrMapping/>
  </p:clrMapOvr>
  <p:hf sldNum="0" hdr="0" ft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480000"/>
            <a:ext cx="10820400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62000" y="1617133"/>
            <a:ext cx="5217160" cy="4307417"/>
          </a:xfrm>
          <a:prstGeom prst="rect">
            <a:avLst/>
          </a:prstGeom>
          <a:solidFill>
            <a:schemeClr val="bg1"/>
          </a:solidFill>
        </p:spPr>
        <p:txBody>
          <a:bodyPr lIns="144000" tIns="144000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12843" y="1617133"/>
            <a:ext cx="5369557" cy="4307417"/>
          </a:xfrm>
          <a:prstGeom prst="rect">
            <a:avLst/>
          </a:prstGeom>
          <a:solidFill>
            <a:schemeClr val="bg1"/>
          </a:solidFill>
        </p:spPr>
        <p:txBody>
          <a:bodyPr lIns="144000" tIns="144000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133">
                <a:solidFill>
                  <a:schemeClr val="tx1"/>
                </a:solidFill>
              </a:defRPr>
            </a:lvl2pPr>
            <a:lvl3pPr>
              <a:defRPr sz="2133">
                <a:solidFill>
                  <a:schemeClr val="tx1"/>
                </a:solidFill>
              </a:defRPr>
            </a:lvl3pPr>
            <a:lvl4pPr>
              <a:defRPr sz="1867">
                <a:solidFill>
                  <a:schemeClr val="tx1"/>
                </a:solidFill>
              </a:defRPr>
            </a:lvl4pPr>
            <a:lvl5pPr>
              <a:defRPr sz="1867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2368568" y="-76676"/>
            <a:ext cx="1749776" cy="288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Innholdsfeltene kan brukes til tekst,</a:t>
            </a:r>
            <a:r>
              <a:rPr lang="nb-NO" sz="1067" baseline="0" noProof="1"/>
              <a:t> </a:t>
            </a:r>
            <a:r>
              <a:rPr lang="nb-NO" sz="1067" noProof="1"/>
              <a:t>bilder, grafer eller andre</a:t>
            </a:r>
            <a:r>
              <a:rPr lang="nb-NO" sz="1067" baseline="0" noProof="1"/>
              <a:t> elementer.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aseline="0" noProof="1"/>
              <a:t>Ønskes annet innhold enn tekst, v</a:t>
            </a:r>
            <a:r>
              <a:rPr lang="nb-NO" sz="1067" noProof="1"/>
              <a:t>elges</a:t>
            </a:r>
            <a:r>
              <a:rPr lang="nb-NO" sz="1067" baseline="0" noProof="1"/>
              <a:t> dette</a:t>
            </a:r>
            <a:r>
              <a:rPr lang="nb-NO" sz="1067" noProof="1"/>
              <a:t> ved hjelp av ikonene midt i boksen.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/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="0" noProof="0">
              <a:latin typeface="+mn-lt"/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 noProof="1"/>
              <a:t>NB!</a:t>
            </a:r>
            <a:r>
              <a:rPr lang="nb-NO" sz="1067" b="1" baseline="0" noProof="1"/>
              <a:t> </a:t>
            </a:r>
            <a:r>
              <a:rPr lang="nb-NO" sz="1067" noProof="1"/>
              <a:t>Slå</a:t>
            </a:r>
            <a:r>
              <a:rPr lang="nb-NO" sz="1067" baseline="0" noProof="1"/>
              <a:t> gjerne av bullets dersom det ikke er hensiktsmessig med bullets foran hver tekstlinje.</a:t>
            </a:r>
            <a:endParaRPr lang="nb-NO" sz="1067" noProof="1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CED17FE2-94B5-CF4C-BCE6-A71DC5E15387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Two Columns</a:t>
            </a:r>
          </a:p>
        </p:txBody>
      </p:sp>
    </p:spTree>
    <p:extLst>
      <p:ext uri="{BB962C8B-B14F-4D97-AF65-F5344CB8AC3E}">
        <p14:creationId xmlns:p14="http://schemas.microsoft.com/office/powerpoint/2010/main" val="2846036365"/>
      </p:ext>
    </p:extLst>
  </p:cSld>
  <p:clrMapOvr>
    <a:masterClrMapping/>
  </p:clrMapOvr>
  <p:hf sldNum="0" hdr="0" ftr="0" dt="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s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480000"/>
            <a:ext cx="10820400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57173" y="-94569"/>
            <a:ext cx="1874423" cy="1898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Innholdsfeltene kan brukes til tekst,</a:t>
            </a:r>
            <a:r>
              <a:rPr lang="nb-NO" sz="1067" baseline="0" noProof="1"/>
              <a:t> </a:t>
            </a:r>
            <a:r>
              <a:rPr lang="nb-NO" sz="1067" noProof="1"/>
              <a:t>bilder, grafer eller andre</a:t>
            </a:r>
            <a:r>
              <a:rPr lang="nb-NO" sz="1067" baseline="0" noProof="1"/>
              <a:t> elementer.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 noProof="1"/>
              <a:t>NB!</a:t>
            </a:r>
            <a:r>
              <a:rPr lang="nb-NO" sz="1067" b="1" baseline="0" noProof="1"/>
              <a:t> </a:t>
            </a:r>
            <a:r>
              <a:rPr lang="nb-NO" sz="1067" noProof="1"/>
              <a:t>Slå</a:t>
            </a:r>
            <a:r>
              <a:rPr lang="nb-NO" sz="1067" baseline="0" noProof="1"/>
              <a:t> gjerne av bullets dersom det ikke er hensiktsmessig med bullets foran hver tekstlinje.</a:t>
            </a: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CA8F7157-E8B4-474C-8D57-99BB9FD43947}"/>
              </a:ext>
            </a:extLst>
          </p:cNvPr>
          <p:cNvSpPr txBox="1"/>
          <p:nvPr/>
        </p:nvSpPr>
        <p:spPr>
          <a:xfrm>
            <a:off x="0" y="-381828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Two-columns comparison</a:t>
            </a:r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72A1B737-3F65-D345-BE96-164FDAC030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07667" y="1617134"/>
            <a:ext cx="5342467" cy="430741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2000"/>
            </a:lvl1pPr>
            <a:lvl2pPr marL="6351" indent="0">
              <a:buNone/>
              <a:tabLst/>
              <a:defRPr sz="2000" b="1"/>
            </a:lvl2pPr>
            <a:lvl3pPr marL="296326" indent="-289977">
              <a:tabLst/>
              <a:defRPr sz="2000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3" name="Plassholder for tekst 7">
            <a:extLst>
              <a:ext uri="{FF2B5EF4-FFF2-40B4-BE49-F238E27FC236}">
                <a16:creationId xmlns:a16="http://schemas.microsoft.com/office/drawing/2014/main" id="{60EBD655-1984-954F-986F-72C85D8297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1617134"/>
            <a:ext cx="5342467" cy="430741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2000"/>
            </a:lvl1pPr>
            <a:lvl2pPr marL="6351" indent="0">
              <a:buNone/>
              <a:tabLst/>
              <a:defRPr sz="2000" b="1"/>
            </a:lvl2pPr>
            <a:lvl3pPr marL="296326" indent="-289977">
              <a:tabLst/>
              <a:defRPr sz="2000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3975017691"/>
      </p:ext>
    </p:extLst>
  </p:cSld>
  <p:clrMapOvr>
    <a:masterClrMapping/>
  </p:clrMapOvr>
  <p:hf sldNum="0" hdr="0" ftr="0" dt="0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762000" y="480000"/>
            <a:ext cx="10820400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nb-NO"/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6C1E7DB7-7266-3C41-97CE-B836463FDC42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Three columns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D4B91405-0F87-484B-AD2B-AB5ED13C1561}"/>
              </a:ext>
            </a:extLst>
          </p:cNvPr>
          <p:cNvSpPr txBox="1"/>
          <p:nvPr/>
        </p:nvSpPr>
        <p:spPr>
          <a:xfrm>
            <a:off x="12368568" y="-76676"/>
            <a:ext cx="1749776" cy="2883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Innholdsfeltene kan brukes til tekst,</a:t>
            </a:r>
            <a:r>
              <a:rPr lang="nb-NO" sz="1067" baseline="0" noProof="1"/>
              <a:t> </a:t>
            </a:r>
            <a:r>
              <a:rPr lang="nb-NO" sz="1067" noProof="1"/>
              <a:t>bilder, grafer eller andre</a:t>
            </a:r>
            <a:r>
              <a:rPr lang="nb-NO" sz="1067" baseline="0" noProof="1"/>
              <a:t> elementer.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aseline="0" noProof="1"/>
              <a:t>Ønskes annet innhold enn tekst, v</a:t>
            </a:r>
            <a:r>
              <a:rPr lang="nb-NO" sz="1067" noProof="1"/>
              <a:t>elges</a:t>
            </a:r>
            <a:r>
              <a:rPr lang="nb-NO" sz="1067" baseline="0" noProof="1"/>
              <a:t> dette</a:t>
            </a:r>
            <a:r>
              <a:rPr lang="nb-NO" sz="1067" noProof="1"/>
              <a:t> ved hjelp av ikonene midt i boksen.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/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="0" noProof="0">
              <a:latin typeface="+mn-lt"/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 noProof="1"/>
              <a:t>NB!</a:t>
            </a:r>
            <a:r>
              <a:rPr lang="nb-NO" sz="1067" b="1" baseline="0" noProof="1"/>
              <a:t> </a:t>
            </a:r>
            <a:r>
              <a:rPr lang="nb-NO" sz="1067" noProof="1"/>
              <a:t>Slå</a:t>
            </a:r>
            <a:r>
              <a:rPr lang="nb-NO" sz="1067" baseline="0" noProof="1"/>
              <a:t> gjerne av bullets dersom det ikke er hensiktsmessig med bullets foran hver tekstlinje.</a:t>
            </a:r>
            <a:endParaRPr lang="nb-NO" sz="1067" noProof="1"/>
          </a:p>
        </p:txBody>
      </p:sp>
      <p:sp>
        <p:nvSpPr>
          <p:cNvPr id="8" name="Plassholder for tekst 7">
            <a:extLst>
              <a:ext uri="{FF2B5EF4-FFF2-40B4-BE49-F238E27FC236}">
                <a16:creationId xmlns:a16="http://schemas.microsoft.com/office/drawing/2014/main" id="{67F07CC3-2627-0044-A0E1-8402BC248D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2000" y="1617134"/>
            <a:ext cx="3379200" cy="430741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2000"/>
            </a:lvl1pPr>
            <a:lvl2pPr marL="6351" indent="0">
              <a:buNone/>
              <a:tabLst/>
              <a:defRPr sz="2000" b="1"/>
            </a:lvl2pPr>
            <a:lvl3pPr marL="296326" indent="-289977">
              <a:tabLst/>
              <a:defRPr sz="2000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9" name="Plassholder for tekst 7">
            <a:extLst>
              <a:ext uri="{FF2B5EF4-FFF2-40B4-BE49-F238E27FC236}">
                <a16:creationId xmlns:a16="http://schemas.microsoft.com/office/drawing/2014/main" id="{4698C122-EB45-0B49-A1AB-9A7B7396A7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03200" y="1617134"/>
            <a:ext cx="3379200" cy="430741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2000"/>
            </a:lvl1pPr>
            <a:lvl2pPr marL="6351" indent="0">
              <a:buNone/>
              <a:tabLst/>
              <a:defRPr sz="2000" b="1"/>
            </a:lvl2pPr>
            <a:lvl3pPr marL="296326" indent="-289977">
              <a:tabLst/>
              <a:defRPr sz="2000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0" name="Plassholder for tekst 7">
            <a:extLst>
              <a:ext uri="{FF2B5EF4-FFF2-40B4-BE49-F238E27FC236}">
                <a16:creationId xmlns:a16="http://schemas.microsoft.com/office/drawing/2014/main" id="{5114DE2F-C86A-724D-994C-8CBB18C7FE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2600" y="1617134"/>
            <a:ext cx="3379200" cy="430741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2000"/>
            </a:lvl1pPr>
            <a:lvl2pPr marL="6351" indent="0">
              <a:buNone/>
              <a:tabLst/>
              <a:defRPr sz="2000" b="1"/>
            </a:lvl2pPr>
            <a:lvl3pPr marL="296326" indent="-289977">
              <a:tabLst/>
              <a:defRPr sz="2000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871767363"/>
      </p:ext>
    </p:extLst>
  </p:cSld>
  <p:clrMapOvr>
    <a:masterClrMapping/>
  </p:clrMapOvr>
  <p:hf sldNum="0" hdr="0" ftr="0" dt="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ssholder for tekst 7">
            <a:extLst>
              <a:ext uri="{FF2B5EF4-FFF2-40B4-BE49-F238E27FC236}">
                <a16:creationId xmlns:a16="http://schemas.microsoft.com/office/drawing/2014/main" id="{3D668621-7CFC-1B46-9E33-33B4E7B100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1617134"/>
            <a:ext cx="2554112" cy="430741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1867"/>
            </a:lvl1pPr>
            <a:lvl2pPr marL="6351" indent="0">
              <a:buNone/>
              <a:tabLst/>
              <a:defRPr sz="1867" b="1"/>
            </a:lvl2pPr>
            <a:lvl3pPr marL="296326" indent="-289977">
              <a:tabLst/>
              <a:defRPr sz="1867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28733" y="1"/>
            <a:ext cx="1862600" cy="3048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Innholdsfeltet kan brukes til tekst eller andre</a:t>
            </a:r>
            <a:r>
              <a:rPr lang="nb-NO" sz="1067" baseline="0" noProof="1"/>
              <a:t> elementer.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Vær</a:t>
            </a:r>
            <a:r>
              <a:rPr lang="nb-NO" sz="1067" baseline="0" noProof="1"/>
              <a:t> oppmerksom på at det finnes egne layoutmaler for heldekkende, utfallende bilder.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/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="0" noProof="0">
              <a:latin typeface="+mn-lt"/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 noProof="1"/>
              <a:t>NB!</a:t>
            </a:r>
            <a:r>
              <a:rPr lang="nb-NO" sz="1067" b="1" baseline="0" noProof="1"/>
              <a:t> </a:t>
            </a:r>
            <a:r>
              <a:rPr lang="nb-NO" sz="1067" noProof="1"/>
              <a:t>Slå</a:t>
            </a:r>
            <a:r>
              <a:rPr lang="nb-NO" sz="1067" baseline="0" noProof="1"/>
              <a:t> gjerne av bullets dersom det ikke er hensiktsmessig med bullets foran hver tekstlinje.</a:t>
            </a: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EDD9A8B8-9E9C-9B4A-8337-0CBFBFC32B95}"/>
              </a:ext>
            </a:extLst>
          </p:cNvPr>
          <p:cNvSpPr txBox="1"/>
          <p:nvPr/>
        </p:nvSpPr>
        <p:spPr>
          <a:xfrm>
            <a:off x="0" y="-383629"/>
            <a:ext cx="3429712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Four columns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480000"/>
            <a:ext cx="10820400" cy="8088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15" name="Plassholder for tekst 7">
            <a:extLst>
              <a:ext uri="{FF2B5EF4-FFF2-40B4-BE49-F238E27FC236}">
                <a16:creationId xmlns:a16="http://schemas.microsoft.com/office/drawing/2014/main" id="{28EFC9B6-8754-3B41-AE8D-394265664B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17429" y="1617134"/>
            <a:ext cx="2554112" cy="430741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1867"/>
            </a:lvl1pPr>
            <a:lvl2pPr marL="6351" indent="0">
              <a:buNone/>
              <a:tabLst/>
              <a:defRPr sz="1867" b="1"/>
            </a:lvl2pPr>
            <a:lvl3pPr marL="296326" indent="-289977">
              <a:tabLst/>
              <a:defRPr sz="1867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6" name="Plassholder for tekst 7">
            <a:extLst>
              <a:ext uri="{FF2B5EF4-FFF2-40B4-BE49-F238E27FC236}">
                <a16:creationId xmlns:a16="http://schemas.microsoft.com/office/drawing/2014/main" id="{2CB5ECE3-8CE2-4A4C-8253-6D22CBD4563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72859" y="1617134"/>
            <a:ext cx="2554112" cy="430741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1867"/>
            </a:lvl1pPr>
            <a:lvl2pPr marL="6351" indent="0">
              <a:buNone/>
              <a:tabLst/>
              <a:defRPr sz="1867" b="1"/>
            </a:lvl2pPr>
            <a:lvl3pPr marL="296326" indent="-289977">
              <a:tabLst/>
              <a:defRPr sz="1867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17" name="Plassholder for tekst 7">
            <a:extLst>
              <a:ext uri="{FF2B5EF4-FFF2-40B4-BE49-F238E27FC236}">
                <a16:creationId xmlns:a16="http://schemas.microsoft.com/office/drawing/2014/main" id="{BDC72A49-C928-E04C-AA6D-065E646DDFA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28288" y="1617134"/>
            <a:ext cx="2554112" cy="4307417"/>
          </a:xfrm>
          <a:solidFill>
            <a:schemeClr val="accent1"/>
          </a:solidFill>
        </p:spPr>
        <p:txBody>
          <a:bodyPr lIns="180000" tIns="180000" rIns="180000" bIns="180000"/>
          <a:lstStyle>
            <a:lvl1pPr marL="6351" indent="-6351">
              <a:buNone/>
              <a:tabLst/>
              <a:defRPr sz="1867"/>
            </a:lvl1pPr>
            <a:lvl2pPr marL="6351" indent="0">
              <a:buNone/>
              <a:tabLst/>
              <a:defRPr sz="1867" b="1"/>
            </a:lvl2pPr>
            <a:lvl3pPr marL="296326" indent="-289977">
              <a:tabLst/>
              <a:defRPr sz="1867"/>
            </a:lvl3pPr>
            <a:lvl4pPr marL="535504" indent="-239178">
              <a:tabLst/>
              <a:defRPr/>
            </a:lvl4pPr>
            <a:lvl5pPr marL="774681" indent="-182029">
              <a:tabLst/>
              <a:defRPr/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</p:spTree>
    <p:extLst>
      <p:ext uri="{BB962C8B-B14F-4D97-AF65-F5344CB8AC3E}">
        <p14:creationId xmlns:p14="http://schemas.microsoft.com/office/powerpoint/2010/main" val="2230243779"/>
      </p:ext>
    </p:extLst>
  </p:cSld>
  <p:clrMapOvr>
    <a:masterClrMapping/>
  </p:clrMapOvr>
  <p:hf sldNum="0" hdr="0" ftr="0" dt="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and pictur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>
            <a:extLst>
              <a:ext uri="{FF2B5EF4-FFF2-40B4-BE49-F238E27FC236}">
                <a16:creationId xmlns:a16="http://schemas.microsoft.com/office/drawing/2014/main" id="{C2FE6D7B-BD37-42F6-AC2D-2476B179B91C}"/>
              </a:ext>
            </a:extLst>
          </p:cNvPr>
          <p:cNvSpPr/>
          <p:nvPr/>
        </p:nvSpPr>
        <p:spPr>
          <a:xfrm>
            <a:off x="-8091" y="-8964"/>
            <a:ext cx="12192000" cy="6212416"/>
          </a:xfrm>
          <a:prstGeom prst="rect">
            <a:avLst/>
          </a:prstGeom>
          <a:solidFill>
            <a:srgbClr val="E8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37" name="TextBox 170">
            <a:extLst>
              <a:ext uri="{FF2B5EF4-FFF2-40B4-BE49-F238E27FC236}">
                <a16:creationId xmlns:a16="http://schemas.microsoft.com/office/drawing/2014/main" id="{B7B3FBCD-0FC4-4C44-9AEF-A8EBACAD8023}"/>
              </a:ext>
            </a:extLst>
          </p:cNvPr>
          <p:cNvSpPr txBox="1"/>
          <p:nvPr/>
        </p:nvSpPr>
        <p:spPr>
          <a:xfrm>
            <a:off x="12252960" y="55840"/>
            <a:ext cx="1595120" cy="321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 noProof="1"/>
              <a:t>Bilde</a:t>
            </a:r>
            <a:r>
              <a:rPr lang="nb-NO" sz="1067" noProof="1"/>
              <a:t> plasseres i boksen til venstre, sitat til høyre.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For plassering og bildestørrelse bruk ‘beskjær’ under fanen ‘bileformat’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="0" noProof="0">
              <a:latin typeface="+mn-lt"/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0" noProof="0">
                <a:latin typeface="+mn-lt"/>
              </a:rPr>
              <a:t>Velg ønsket farge på </a:t>
            </a:r>
            <a:r>
              <a:rPr lang="nb-NO" sz="1067" b="1" noProof="0">
                <a:latin typeface="+mn-lt"/>
              </a:rPr>
              <a:t>tekstboks</a:t>
            </a:r>
            <a:r>
              <a:rPr lang="nb-NO" sz="1067" b="0" noProof="0">
                <a:latin typeface="+mn-lt"/>
              </a:rPr>
              <a:t> og tekst. 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="0" noProof="0">
              <a:latin typeface="+mn-lt"/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0" noProof="0">
                <a:latin typeface="+mn-lt"/>
              </a:rPr>
              <a:t>Vær oppmerksom på lovlige farge- kombinasjoner.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="0" noProof="0">
              <a:latin typeface="+mn-lt"/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0" noProof="0">
                <a:latin typeface="+mn-lt"/>
              </a:rPr>
              <a:t>Pass på at tekstboksen ligger bak bildet.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A71209F6-E47F-3046-BE0F-1D488045D6DB}"/>
              </a:ext>
            </a:extLst>
          </p:cNvPr>
          <p:cNvSpPr txBox="1"/>
          <p:nvPr/>
        </p:nvSpPr>
        <p:spPr>
          <a:xfrm>
            <a:off x="0" y="-381828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Quote and picture green</a:t>
            </a:r>
          </a:p>
        </p:txBody>
      </p:sp>
      <p:sp>
        <p:nvSpPr>
          <p:cNvPr id="10" name="Plassholder for tekst 4">
            <a:extLst>
              <a:ext uri="{FF2B5EF4-FFF2-40B4-BE49-F238E27FC236}">
                <a16:creationId xmlns:a16="http://schemas.microsoft.com/office/drawing/2014/main" id="{21A6F0F6-8E22-4AD7-9A79-2867004F5B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0200" y="1284427"/>
            <a:ext cx="4573944" cy="3263188"/>
          </a:xfrm>
        </p:spPr>
        <p:txBody>
          <a:bodyPr tIns="180000" anchor="t" anchorCtr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733">
                <a:solidFill>
                  <a:schemeClr val="tx1"/>
                </a:solidFill>
              </a:defRPr>
            </a:lvl1pPr>
            <a:lvl2pPr marL="8466" indent="0">
              <a:buNone/>
              <a:tabLst/>
              <a:defRPr b="1">
                <a:solidFill>
                  <a:schemeClr val="tx2"/>
                </a:solidFill>
              </a:defRPr>
            </a:lvl2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quote</a:t>
            </a:r>
            <a:endParaRPr lang="sv-SE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2E6BDF90-8A9E-B940-93A1-B935261D17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1281" y="4920223"/>
            <a:ext cx="4573944" cy="799172"/>
          </a:xfrm>
        </p:spPr>
        <p:txBody>
          <a:bodyPr tIns="18000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  <a:lvl2pPr marL="8466" indent="0">
              <a:buNone/>
              <a:tabLst/>
              <a:defRPr b="1">
                <a:solidFill>
                  <a:schemeClr val="tx2"/>
                </a:solidFill>
              </a:defRPr>
            </a:lvl2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name</a:t>
            </a:r>
            <a:r>
              <a:rPr lang="sv-SE"/>
              <a:t> and </a:t>
            </a:r>
            <a:r>
              <a:rPr lang="sv-SE" err="1"/>
              <a:t>title</a:t>
            </a:r>
            <a:endParaRPr lang="sv-SE"/>
          </a:p>
        </p:txBody>
      </p:sp>
      <p:sp>
        <p:nvSpPr>
          <p:cNvPr id="16" name="Plassholder for bilde 28">
            <a:extLst>
              <a:ext uri="{FF2B5EF4-FFF2-40B4-BE49-F238E27FC236}">
                <a16:creationId xmlns:a16="http://schemas.microsoft.com/office/drawing/2014/main" id="{0003430E-8D4D-44BB-BE0E-8436F53C8523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8090" y="-8964"/>
            <a:ext cx="6130545" cy="6212416"/>
          </a:xfrm>
          <a:custGeom>
            <a:avLst/>
            <a:gdLst>
              <a:gd name="connsiteX0" fmla="*/ 0 w 6394450"/>
              <a:gd name="connsiteY0" fmla="*/ 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0" fmla="*/ 492259 w 6394450"/>
              <a:gd name="connsiteY0" fmla="*/ 1172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7" fmla="*/ 492259 w 6394450"/>
              <a:gd name="connsiteY7" fmla="*/ 11720 h 5975350"/>
              <a:gd name="connsiteX0" fmla="*/ 0 w 5902191"/>
              <a:gd name="connsiteY0" fmla="*/ 11720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0 w 5902191"/>
              <a:gd name="connsiteY7" fmla="*/ 11720 h 5975350"/>
              <a:gd name="connsiteX0" fmla="*/ 3052 w 5902191"/>
              <a:gd name="connsiteY0" fmla="*/ 5617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3052 w 5902191"/>
              <a:gd name="connsiteY7" fmla="*/ 5617 h 5975350"/>
              <a:gd name="connsiteX0" fmla="*/ 6104 w 5905243"/>
              <a:gd name="connsiteY0" fmla="*/ 5617 h 5981945"/>
              <a:gd name="connsiteX1" fmla="*/ 2914393 w 5905243"/>
              <a:gd name="connsiteY1" fmla="*/ 0 h 5981945"/>
              <a:gd name="connsiteX2" fmla="*/ 2917568 w 5905243"/>
              <a:gd name="connsiteY2" fmla="*/ 0 h 5981945"/>
              <a:gd name="connsiteX3" fmla="*/ 5905243 w 5905243"/>
              <a:gd name="connsiteY3" fmla="*/ 2987675 h 5981945"/>
              <a:gd name="connsiteX4" fmla="*/ 2917568 w 5905243"/>
              <a:gd name="connsiteY4" fmla="*/ 5975350 h 5981945"/>
              <a:gd name="connsiteX5" fmla="*/ 2914393 w 5905243"/>
              <a:gd name="connsiteY5" fmla="*/ 5975350 h 5981945"/>
              <a:gd name="connsiteX6" fmla="*/ 0 w 5905243"/>
              <a:gd name="connsiteY6" fmla="*/ 5981945 h 5981945"/>
              <a:gd name="connsiteX7" fmla="*/ 6104 w 5905243"/>
              <a:gd name="connsiteY7" fmla="*/ 5617 h 5981945"/>
              <a:gd name="connsiteX0" fmla="*/ 6104 w 5905243"/>
              <a:gd name="connsiteY0" fmla="*/ 0 h 5982433"/>
              <a:gd name="connsiteX1" fmla="*/ 2914393 w 5905243"/>
              <a:gd name="connsiteY1" fmla="*/ 488 h 5982433"/>
              <a:gd name="connsiteX2" fmla="*/ 2917568 w 5905243"/>
              <a:gd name="connsiteY2" fmla="*/ 488 h 5982433"/>
              <a:gd name="connsiteX3" fmla="*/ 5905243 w 5905243"/>
              <a:gd name="connsiteY3" fmla="*/ 2988163 h 5982433"/>
              <a:gd name="connsiteX4" fmla="*/ 2917568 w 5905243"/>
              <a:gd name="connsiteY4" fmla="*/ 5975838 h 5982433"/>
              <a:gd name="connsiteX5" fmla="*/ 2914393 w 5905243"/>
              <a:gd name="connsiteY5" fmla="*/ 5975838 h 5982433"/>
              <a:gd name="connsiteX6" fmla="*/ 0 w 5905243"/>
              <a:gd name="connsiteY6" fmla="*/ 5982433 h 5982433"/>
              <a:gd name="connsiteX7" fmla="*/ 6104 w 5905243"/>
              <a:gd name="connsiteY7" fmla="*/ 0 h 5982433"/>
              <a:gd name="connsiteX0" fmla="*/ 12209 w 5911348"/>
              <a:gd name="connsiteY0" fmla="*/ 0 h 5975838"/>
              <a:gd name="connsiteX1" fmla="*/ 2920498 w 5911348"/>
              <a:gd name="connsiteY1" fmla="*/ 488 h 5975838"/>
              <a:gd name="connsiteX2" fmla="*/ 2923673 w 5911348"/>
              <a:gd name="connsiteY2" fmla="*/ 488 h 5975838"/>
              <a:gd name="connsiteX3" fmla="*/ 5911348 w 5911348"/>
              <a:gd name="connsiteY3" fmla="*/ 2988163 h 5975838"/>
              <a:gd name="connsiteX4" fmla="*/ 2923673 w 5911348"/>
              <a:gd name="connsiteY4" fmla="*/ 5975838 h 5975838"/>
              <a:gd name="connsiteX5" fmla="*/ 2920498 w 5911348"/>
              <a:gd name="connsiteY5" fmla="*/ 5975838 h 5975838"/>
              <a:gd name="connsiteX6" fmla="*/ 0 w 5911348"/>
              <a:gd name="connsiteY6" fmla="*/ 5970236 h 5975838"/>
              <a:gd name="connsiteX7" fmla="*/ 12209 w 5911348"/>
              <a:gd name="connsiteY7" fmla="*/ 0 h 5975838"/>
              <a:gd name="connsiteX0" fmla="*/ 203 w 5912703"/>
              <a:gd name="connsiteY0" fmla="*/ 0 h 5975838"/>
              <a:gd name="connsiteX1" fmla="*/ 2921853 w 5912703"/>
              <a:gd name="connsiteY1" fmla="*/ 488 h 5975838"/>
              <a:gd name="connsiteX2" fmla="*/ 2925028 w 5912703"/>
              <a:gd name="connsiteY2" fmla="*/ 488 h 5975838"/>
              <a:gd name="connsiteX3" fmla="*/ 5912703 w 5912703"/>
              <a:gd name="connsiteY3" fmla="*/ 2988163 h 5975838"/>
              <a:gd name="connsiteX4" fmla="*/ 2925028 w 5912703"/>
              <a:gd name="connsiteY4" fmla="*/ 5975838 h 5975838"/>
              <a:gd name="connsiteX5" fmla="*/ 2921853 w 5912703"/>
              <a:gd name="connsiteY5" fmla="*/ 5975838 h 5975838"/>
              <a:gd name="connsiteX6" fmla="*/ 1355 w 5912703"/>
              <a:gd name="connsiteY6" fmla="*/ 5970236 h 5975838"/>
              <a:gd name="connsiteX7" fmla="*/ 203 w 5912703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7156"/>
              <a:gd name="connsiteX1" fmla="*/ 2932746 w 5923596"/>
              <a:gd name="connsiteY1" fmla="*/ 488 h 5977156"/>
              <a:gd name="connsiteX2" fmla="*/ 2935921 w 5923596"/>
              <a:gd name="connsiteY2" fmla="*/ 488 h 5977156"/>
              <a:gd name="connsiteX3" fmla="*/ 5923596 w 5923596"/>
              <a:gd name="connsiteY3" fmla="*/ 2988163 h 5977156"/>
              <a:gd name="connsiteX4" fmla="*/ 2935921 w 5923596"/>
              <a:gd name="connsiteY4" fmla="*/ 5975838 h 5977156"/>
              <a:gd name="connsiteX5" fmla="*/ 2932746 w 5923596"/>
              <a:gd name="connsiteY5" fmla="*/ 5975838 h 5977156"/>
              <a:gd name="connsiteX6" fmla="*/ 0 w 5923596"/>
              <a:gd name="connsiteY6" fmla="*/ 5977156 h 5977156"/>
              <a:gd name="connsiteX7" fmla="*/ 11096 w 5923596"/>
              <a:gd name="connsiteY7" fmla="*/ 0 h 5977156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3596" h="5975838">
                <a:moveTo>
                  <a:pt x="11096" y="0"/>
                </a:moveTo>
                <a:lnTo>
                  <a:pt x="2932746" y="488"/>
                </a:lnTo>
                <a:lnTo>
                  <a:pt x="2935921" y="488"/>
                </a:lnTo>
                <a:cubicBezTo>
                  <a:pt x="4585651" y="488"/>
                  <a:pt x="5923596" y="1338433"/>
                  <a:pt x="5923596" y="2988163"/>
                </a:cubicBezTo>
                <a:cubicBezTo>
                  <a:pt x="5923596" y="4637893"/>
                  <a:pt x="4585651" y="5975838"/>
                  <a:pt x="2935921" y="5975838"/>
                </a:cubicBezTo>
                <a:lnTo>
                  <a:pt x="2932746" y="5975838"/>
                </a:lnTo>
                <a:lnTo>
                  <a:pt x="0" y="5970644"/>
                </a:lnTo>
                <a:cubicBezTo>
                  <a:pt x="1017" y="3984640"/>
                  <a:pt x="10079" y="1986004"/>
                  <a:pt x="11096" y="0"/>
                </a:cubicBezTo>
                <a:close/>
              </a:path>
            </a:pathLst>
          </a:custGeom>
        </p:spPr>
        <p:txBody>
          <a:bodyPr wrap="square" anchor="ctr" anchorCtr="1">
            <a:noAutofit/>
          </a:bodyPr>
          <a:lstStyle>
            <a:lvl1pPr>
              <a:defRPr/>
            </a:lvl1pPr>
          </a:lstStyle>
          <a:p>
            <a:r>
              <a:rPr lang="nb-NO" err="1"/>
              <a:t>Add</a:t>
            </a:r>
            <a:r>
              <a:rPr lang="nb-NO"/>
              <a:t> image to </a:t>
            </a:r>
            <a:r>
              <a:rPr lang="nb-NO" err="1"/>
              <a:t>shape</a:t>
            </a:r>
            <a:endParaRPr lang="nb-NO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1F55EB93-A5DC-440E-A47D-9DF0BC1215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0800000">
            <a:off x="6680201" y="821037"/>
            <a:ext cx="668889" cy="46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41677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and picture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ktangel 11">
            <a:extLst>
              <a:ext uri="{FF2B5EF4-FFF2-40B4-BE49-F238E27FC236}">
                <a16:creationId xmlns:a16="http://schemas.microsoft.com/office/drawing/2014/main" id="{A9C0C1D0-481B-4F32-AFB2-D7876FDD8901}"/>
              </a:ext>
            </a:extLst>
          </p:cNvPr>
          <p:cNvSpPr/>
          <p:nvPr/>
        </p:nvSpPr>
        <p:spPr>
          <a:xfrm>
            <a:off x="0" y="-11953"/>
            <a:ext cx="12192000" cy="6212417"/>
          </a:xfrm>
          <a:prstGeom prst="rect">
            <a:avLst/>
          </a:prstGeom>
          <a:solidFill>
            <a:srgbClr val="FD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14" name="Plassholder for bilde 28">
            <a:extLst>
              <a:ext uri="{FF2B5EF4-FFF2-40B4-BE49-F238E27FC236}">
                <a16:creationId xmlns:a16="http://schemas.microsoft.com/office/drawing/2014/main" id="{7743C455-2D00-4FD0-B541-6C868C36D13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090" y="-11952"/>
            <a:ext cx="6130545" cy="6212416"/>
          </a:xfrm>
          <a:custGeom>
            <a:avLst/>
            <a:gdLst>
              <a:gd name="connsiteX0" fmla="*/ 0 w 6394450"/>
              <a:gd name="connsiteY0" fmla="*/ 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0" fmla="*/ 492259 w 6394450"/>
              <a:gd name="connsiteY0" fmla="*/ 11720 h 5975350"/>
              <a:gd name="connsiteX1" fmla="*/ 3403600 w 6394450"/>
              <a:gd name="connsiteY1" fmla="*/ 0 h 5975350"/>
              <a:gd name="connsiteX2" fmla="*/ 3406775 w 6394450"/>
              <a:gd name="connsiteY2" fmla="*/ 0 h 5975350"/>
              <a:gd name="connsiteX3" fmla="*/ 6394450 w 6394450"/>
              <a:gd name="connsiteY3" fmla="*/ 2987675 h 5975350"/>
              <a:gd name="connsiteX4" fmla="*/ 3406775 w 6394450"/>
              <a:gd name="connsiteY4" fmla="*/ 5975350 h 5975350"/>
              <a:gd name="connsiteX5" fmla="*/ 3403600 w 6394450"/>
              <a:gd name="connsiteY5" fmla="*/ 5975350 h 5975350"/>
              <a:gd name="connsiteX6" fmla="*/ 0 w 6394450"/>
              <a:gd name="connsiteY6" fmla="*/ 5975350 h 5975350"/>
              <a:gd name="connsiteX7" fmla="*/ 492259 w 6394450"/>
              <a:gd name="connsiteY7" fmla="*/ 11720 h 5975350"/>
              <a:gd name="connsiteX0" fmla="*/ 0 w 5902191"/>
              <a:gd name="connsiteY0" fmla="*/ 11720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0 w 5902191"/>
              <a:gd name="connsiteY7" fmla="*/ 11720 h 5975350"/>
              <a:gd name="connsiteX0" fmla="*/ 3052 w 5902191"/>
              <a:gd name="connsiteY0" fmla="*/ 5617 h 5975350"/>
              <a:gd name="connsiteX1" fmla="*/ 2911341 w 5902191"/>
              <a:gd name="connsiteY1" fmla="*/ 0 h 5975350"/>
              <a:gd name="connsiteX2" fmla="*/ 2914516 w 5902191"/>
              <a:gd name="connsiteY2" fmla="*/ 0 h 5975350"/>
              <a:gd name="connsiteX3" fmla="*/ 5902191 w 5902191"/>
              <a:gd name="connsiteY3" fmla="*/ 2987675 h 5975350"/>
              <a:gd name="connsiteX4" fmla="*/ 2914516 w 5902191"/>
              <a:gd name="connsiteY4" fmla="*/ 5975350 h 5975350"/>
              <a:gd name="connsiteX5" fmla="*/ 2911341 w 5902191"/>
              <a:gd name="connsiteY5" fmla="*/ 5975350 h 5975350"/>
              <a:gd name="connsiteX6" fmla="*/ 0 w 5902191"/>
              <a:gd name="connsiteY6" fmla="*/ 5963630 h 5975350"/>
              <a:gd name="connsiteX7" fmla="*/ 3052 w 5902191"/>
              <a:gd name="connsiteY7" fmla="*/ 5617 h 5975350"/>
              <a:gd name="connsiteX0" fmla="*/ 6104 w 5905243"/>
              <a:gd name="connsiteY0" fmla="*/ 5617 h 5981945"/>
              <a:gd name="connsiteX1" fmla="*/ 2914393 w 5905243"/>
              <a:gd name="connsiteY1" fmla="*/ 0 h 5981945"/>
              <a:gd name="connsiteX2" fmla="*/ 2917568 w 5905243"/>
              <a:gd name="connsiteY2" fmla="*/ 0 h 5981945"/>
              <a:gd name="connsiteX3" fmla="*/ 5905243 w 5905243"/>
              <a:gd name="connsiteY3" fmla="*/ 2987675 h 5981945"/>
              <a:gd name="connsiteX4" fmla="*/ 2917568 w 5905243"/>
              <a:gd name="connsiteY4" fmla="*/ 5975350 h 5981945"/>
              <a:gd name="connsiteX5" fmla="*/ 2914393 w 5905243"/>
              <a:gd name="connsiteY5" fmla="*/ 5975350 h 5981945"/>
              <a:gd name="connsiteX6" fmla="*/ 0 w 5905243"/>
              <a:gd name="connsiteY6" fmla="*/ 5981945 h 5981945"/>
              <a:gd name="connsiteX7" fmla="*/ 6104 w 5905243"/>
              <a:gd name="connsiteY7" fmla="*/ 5617 h 5981945"/>
              <a:gd name="connsiteX0" fmla="*/ 6104 w 5905243"/>
              <a:gd name="connsiteY0" fmla="*/ 0 h 5982433"/>
              <a:gd name="connsiteX1" fmla="*/ 2914393 w 5905243"/>
              <a:gd name="connsiteY1" fmla="*/ 488 h 5982433"/>
              <a:gd name="connsiteX2" fmla="*/ 2917568 w 5905243"/>
              <a:gd name="connsiteY2" fmla="*/ 488 h 5982433"/>
              <a:gd name="connsiteX3" fmla="*/ 5905243 w 5905243"/>
              <a:gd name="connsiteY3" fmla="*/ 2988163 h 5982433"/>
              <a:gd name="connsiteX4" fmla="*/ 2917568 w 5905243"/>
              <a:gd name="connsiteY4" fmla="*/ 5975838 h 5982433"/>
              <a:gd name="connsiteX5" fmla="*/ 2914393 w 5905243"/>
              <a:gd name="connsiteY5" fmla="*/ 5975838 h 5982433"/>
              <a:gd name="connsiteX6" fmla="*/ 0 w 5905243"/>
              <a:gd name="connsiteY6" fmla="*/ 5982433 h 5982433"/>
              <a:gd name="connsiteX7" fmla="*/ 6104 w 5905243"/>
              <a:gd name="connsiteY7" fmla="*/ 0 h 5982433"/>
              <a:gd name="connsiteX0" fmla="*/ 12209 w 5911348"/>
              <a:gd name="connsiteY0" fmla="*/ 0 h 5975838"/>
              <a:gd name="connsiteX1" fmla="*/ 2920498 w 5911348"/>
              <a:gd name="connsiteY1" fmla="*/ 488 h 5975838"/>
              <a:gd name="connsiteX2" fmla="*/ 2923673 w 5911348"/>
              <a:gd name="connsiteY2" fmla="*/ 488 h 5975838"/>
              <a:gd name="connsiteX3" fmla="*/ 5911348 w 5911348"/>
              <a:gd name="connsiteY3" fmla="*/ 2988163 h 5975838"/>
              <a:gd name="connsiteX4" fmla="*/ 2923673 w 5911348"/>
              <a:gd name="connsiteY4" fmla="*/ 5975838 h 5975838"/>
              <a:gd name="connsiteX5" fmla="*/ 2920498 w 5911348"/>
              <a:gd name="connsiteY5" fmla="*/ 5975838 h 5975838"/>
              <a:gd name="connsiteX6" fmla="*/ 0 w 5911348"/>
              <a:gd name="connsiteY6" fmla="*/ 5970236 h 5975838"/>
              <a:gd name="connsiteX7" fmla="*/ 12209 w 5911348"/>
              <a:gd name="connsiteY7" fmla="*/ 0 h 5975838"/>
              <a:gd name="connsiteX0" fmla="*/ 203 w 5912703"/>
              <a:gd name="connsiteY0" fmla="*/ 0 h 5975838"/>
              <a:gd name="connsiteX1" fmla="*/ 2921853 w 5912703"/>
              <a:gd name="connsiteY1" fmla="*/ 488 h 5975838"/>
              <a:gd name="connsiteX2" fmla="*/ 2925028 w 5912703"/>
              <a:gd name="connsiteY2" fmla="*/ 488 h 5975838"/>
              <a:gd name="connsiteX3" fmla="*/ 5912703 w 5912703"/>
              <a:gd name="connsiteY3" fmla="*/ 2988163 h 5975838"/>
              <a:gd name="connsiteX4" fmla="*/ 2925028 w 5912703"/>
              <a:gd name="connsiteY4" fmla="*/ 5975838 h 5975838"/>
              <a:gd name="connsiteX5" fmla="*/ 2921853 w 5912703"/>
              <a:gd name="connsiteY5" fmla="*/ 5975838 h 5975838"/>
              <a:gd name="connsiteX6" fmla="*/ 1355 w 5912703"/>
              <a:gd name="connsiteY6" fmla="*/ 5970236 h 5975838"/>
              <a:gd name="connsiteX7" fmla="*/ 203 w 5912703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64132 h 5975838"/>
              <a:gd name="connsiteX7" fmla="*/ 11096 w 5923596"/>
              <a:gd name="connsiteY7" fmla="*/ 0 h 5975838"/>
              <a:gd name="connsiteX0" fmla="*/ 11096 w 5923596"/>
              <a:gd name="connsiteY0" fmla="*/ 0 h 5977156"/>
              <a:gd name="connsiteX1" fmla="*/ 2932746 w 5923596"/>
              <a:gd name="connsiteY1" fmla="*/ 488 h 5977156"/>
              <a:gd name="connsiteX2" fmla="*/ 2935921 w 5923596"/>
              <a:gd name="connsiteY2" fmla="*/ 488 h 5977156"/>
              <a:gd name="connsiteX3" fmla="*/ 5923596 w 5923596"/>
              <a:gd name="connsiteY3" fmla="*/ 2988163 h 5977156"/>
              <a:gd name="connsiteX4" fmla="*/ 2935921 w 5923596"/>
              <a:gd name="connsiteY4" fmla="*/ 5975838 h 5977156"/>
              <a:gd name="connsiteX5" fmla="*/ 2932746 w 5923596"/>
              <a:gd name="connsiteY5" fmla="*/ 5975838 h 5977156"/>
              <a:gd name="connsiteX6" fmla="*/ 0 w 5923596"/>
              <a:gd name="connsiteY6" fmla="*/ 5977156 h 5977156"/>
              <a:gd name="connsiteX7" fmla="*/ 11096 w 5923596"/>
              <a:gd name="connsiteY7" fmla="*/ 0 h 5977156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  <a:gd name="connsiteX0" fmla="*/ 11096 w 5923596"/>
              <a:gd name="connsiteY0" fmla="*/ 0 h 5975838"/>
              <a:gd name="connsiteX1" fmla="*/ 2932746 w 5923596"/>
              <a:gd name="connsiteY1" fmla="*/ 488 h 5975838"/>
              <a:gd name="connsiteX2" fmla="*/ 2935921 w 5923596"/>
              <a:gd name="connsiteY2" fmla="*/ 488 h 5975838"/>
              <a:gd name="connsiteX3" fmla="*/ 5923596 w 5923596"/>
              <a:gd name="connsiteY3" fmla="*/ 2988163 h 5975838"/>
              <a:gd name="connsiteX4" fmla="*/ 2935921 w 5923596"/>
              <a:gd name="connsiteY4" fmla="*/ 5975838 h 5975838"/>
              <a:gd name="connsiteX5" fmla="*/ 2932746 w 5923596"/>
              <a:gd name="connsiteY5" fmla="*/ 5975838 h 5975838"/>
              <a:gd name="connsiteX6" fmla="*/ 0 w 5923596"/>
              <a:gd name="connsiteY6" fmla="*/ 5970644 h 5975838"/>
              <a:gd name="connsiteX7" fmla="*/ 11096 w 5923596"/>
              <a:gd name="connsiteY7" fmla="*/ 0 h 5975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3596" h="5975838">
                <a:moveTo>
                  <a:pt x="11096" y="0"/>
                </a:moveTo>
                <a:lnTo>
                  <a:pt x="2932746" y="488"/>
                </a:lnTo>
                <a:lnTo>
                  <a:pt x="2935921" y="488"/>
                </a:lnTo>
                <a:cubicBezTo>
                  <a:pt x="4585651" y="488"/>
                  <a:pt x="5923596" y="1338433"/>
                  <a:pt x="5923596" y="2988163"/>
                </a:cubicBezTo>
                <a:cubicBezTo>
                  <a:pt x="5923596" y="4637893"/>
                  <a:pt x="4585651" y="5975838"/>
                  <a:pt x="2935921" y="5975838"/>
                </a:cubicBezTo>
                <a:lnTo>
                  <a:pt x="2932746" y="5975838"/>
                </a:lnTo>
                <a:lnTo>
                  <a:pt x="0" y="5970644"/>
                </a:lnTo>
                <a:cubicBezTo>
                  <a:pt x="1017" y="3984640"/>
                  <a:pt x="10079" y="1986004"/>
                  <a:pt x="11096" y="0"/>
                </a:cubicBezTo>
                <a:close/>
              </a:path>
            </a:pathLst>
          </a:custGeom>
        </p:spPr>
        <p:txBody>
          <a:bodyPr wrap="square" anchor="ctr" anchorCtr="1">
            <a:noAutofit/>
          </a:bodyPr>
          <a:lstStyle>
            <a:lvl1pPr>
              <a:defRPr/>
            </a:lvl1pPr>
          </a:lstStyle>
          <a:p>
            <a:r>
              <a:rPr lang="nb-NO" err="1"/>
              <a:t>Add</a:t>
            </a:r>
            <a:r>
              <a:rPr lang="nb-NO"/>
              <a:t> image to </a:t>
            </a:r>
            <a:r>
              <a:rPr lang="nb-NO" err="1"/>
              <a:t>shape</a:t>
            </a:r>
            <a:endParaRPr lang="nb-NO"/>
          </a:p>
        </p:txBody>
      </p:sp>
      <p:sp>
        <p:nvSpPr>
          <p:cNvPr id="37" name="TextBox 170">
            <a:extLst>
              <a:ext uri="{FF2B5EF4-FFF2-40B4-BE49-F238E27FC236}">
                <a16:creationId xmlns:a16="http://schemas.microsoft.com/office/drawing/2014/main" id="{B7B3FBCD-0FC4-4C44-9AEF-A8EBACAD8023}"/>
              </a:ext>
            </a:extLst>
          </p:cNvPr>
          <p:cNvSpPr txBox="1"/>
          <p:nvPr/>
        </p:nvSpPr>
        <p:spPr>
          <a:xfrm>
            <a:off x="12252960" y="55840"/>
            <a:ext cx="1595120" cy="321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 noProof="1"/>
              <a:t>Bilde</a:t>
            </a:r>
            <a:r>
              <a:rPr lang="nb-NO" sz="1067" noProof="1"/>
              <a:t> plasseres i boksen til venstre, sitat til høyre.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For plassering og bildestørrelse bruk ‘beskjær’ under fanen ‘bileformat’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="0" noProof="0">
              <a:latin typeface="+mn-lt"/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0" noProof="0">
                <a:latin typeface="+mn-lt"/>
              </a:rPr>
              <a:t>Velg ønsket farge på </a:t>
            </a:r>
            <a:r>
              <a:rPr lang="nb-NO" sz="1067" b="1" noProof="0">
                <a:latin typeface="+mn-lt"/>
              </a:rPr>
              <a:t>tekstboks</a:t>
            </a:r>
            <a:r>
              <a:rPr lang="nb-NO" sz="1067" b="0" noProof="0">
                <a:latin typeface="+mn-lt"/>
              </a:rPr>
              <a:t> og tekst. 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="0" noProof="0">
              <a:latin typeface="+mn-lt"/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0" noProof="0">
                <a:latin typeface="+mn-lt"/>
              </a:rPr>
              <a:t>Vær oppmerksom på lovlige farge- kombinasjoner.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="0" noProof="0">
              <a:latin typeface="+mn-lt"/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0" noProof="0">
                <a:latin typeface="+mn-lt"/>
              </a:rPr>
              <a:t>Pass på at tekstboksen ligger bak bildet.</a:t>
            </a: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A71209F6-E47F-3046-BE0F-1D488045D6DB}"/>
              </a:ext>
            </a:extLst>
          </p:cNvPr>
          <p:cNvSpPr txBox="1"/>
          <p:nvPr/>
        </p:nvSpPr>
        <p:spPr>
          <a:xfrm>
            <a:off x="0" y="-381828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Quote and picture beige</a:t>
            </a:r>
          </a:p>
        </p:txBody>
      </p:sp>
      <p:sp>
        <p:nvSpPr>
          <p:cNvPr id="10" name="Plassholder for tekst 4">
            <a:extLst>
              <a:ext uri="{FF2B5EF4-FFF2-40B4-BE49-F238E27FC236}">
                <a16:creationId xmlns:a16="http://schemas.microsoft.com/office/drawing/2014/main" id="{21A6F0F6-8E22-4AD7-9A79-2867004F5B8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80200" y="1284427"/>
            <a:ext cx="4573944" cy="3263188"/>
          </a:xfrm>
        </p:spPr>
        <p:txBody>
          <a:bodyPr tIns="180000" anchor="t" anchorCtr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733">
                <a:solidFill>
                  <a:schemeClr val="tx1"/>
                </a:solidFill>
              </a:defRPr>
            </a:lvl1pPr>
            <a:lvl2pPr marL="8466" indent="0">
              <a:buNone/>
              <a:tabLst/>
              <a:defRPr b="1">
                <a:solidFill>
                  <a:schemeClr val="tx2"/>
                </a:solidFill>
              </a:defRPr>
            </a:lvl2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quote</a:t>
            </a:r>
            <a:endParaRPr lang="sv-SE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2E6BDF90-8A9E-B940-93A1-B935261D17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1281" y="4929187"/>
            <a:ext cx="4573944" cy="799172"/>
          </a:xfrm>
        </p:spPr>
        <p:txBody>
          <a:bodyPr tIns="18000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  <a:lvl2pPr marL="8466" indent="0">
              <a:buNone/>
              <a:tabLst/>
              <a:defRPr b="1">
                <a:solidFill>
                  <a:schemeClr val="tx2"/>
                </a:solidFill>
              </a:defRPr>
            </a:lvl2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</a:t>
            </a:r>
            <a:r>
              <a:rPr lang="sv-SE" err="1"/>
              <a:t>name</a:t>
            </a:r>
            <a:r>
              <a:rPr lang="sv-SE"/>
              <a:t> and </a:t>
            </a:r>
            <a:r>
              <a:rPr lang="sv-SE" err="1"/>
              <a:t>title</a:t>
            </a:r>
            <a:endParaRPr lang="sv-SE"/>
          </a:p>
        </p:txBody>
      </p:sp>
      <p:pic>
        <p:nvPicPr>
          <p:cNvPr id="11" name="Grafikk 10">
            <a:extLst>
              <a:ext uri="{FF2B5EF4-FFF2-40B4-BE49-F238E27FC236}">
                <a16:creationId xmlns:a16="http://schemas.microsoft.com/office/drawing/2014/main" id="{00F34B74-6779-439B-8FCD-D8669485F9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680201" y="821038"/>
            <a:ext cx="668889" cy="46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96606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480000"/>
            <a:ext cx="10820400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02751" y="-79966"/>
            <a:ext cx="1863028" cy="1406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Tittel blank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Brukes til </a:t>
            </a:r>
            <a:r>
              <a:rPr lang="nb-NO" sz="1067" baseline="0" noProof="1"/>
              <a:t> grafikk/bilder mm.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aseline="0" noProof="1"/>
              <a:t>Vær oppmerksom </a:t>
            </a:r>
            <a:br>
              <a:rPr lang="nb-NO" sz="1067" baseline="0" noProof="1"/>
            </a:br>
            <a:r>
              <a:rPr lang="nb-NO" sz="1067" baseline="0" noProof="1"/>
              <a:t>på lovlige farge-kombinasjoner som vises i palletten over.</a:t>
            </a:r>
            <a:endParaRPr lang="nb-NO" sz="1067" noProof="1"/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6BF41D07-A0CC-4F4D-96F9-EE7B586E6FBC}"/>
              </a:ext>
            </a:extLst>
          </p:cNvPr>
          <p:cNvSpPr txBox="1"/>
          <p:nvPr/>
        </p:nvSpPr>
        <p:spPr>
          <a:xfrm>
            <a:off x="0" y="-381827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Title blank</a:t>
            </a:r>
          </a:p>
        </p:txBody>
      </p:sp>
    </p:spTree>
    <p:extLst>
      <p:ext uri="{BB962C8B-B14F-4D97-AF65-F5344CB8AC3E}">
        <p14:creationId xmlns:p14="http://schemas.microsoft.com/office/powerpoint/2010/main" val="2384580614"/>
      </p:ext>
    </p:extLst>
  </p:cSld>
  <p:clrMapOvr>
    <a:masterClrMapping/>
  </p:clrMapOvr>
  <p:hf sldNum="0" hdr="0" ft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87868" y="1356462"/>
            <a:ext cx="11616267" cy="4568089"/>
          </a:xfrm>
          <a:prstGeom prst="rect">
            <a:avLst/>
          </a:prstGeom>
        </p:spPr>
        <p:txBody>
          <a:bodyPr lIns="2520000" tIns="720000" rIns="2520000" bIns="720000">
            <a:normAutofit/>
          </a:bodyPr>
          <a:lstStyle>
            <a:lvl1pPr marL="0" indent="0" algn="ctr">
              <a:buNone/>
              <a:defRPr sz="1333">
                <a:solidFill>
                  <a:schemeClr val="tx2"/>
                </a:solidFill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sz="1333">
                <a:effectLst/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picture by drag &amp; drop or insert picture. Use picture tools to adjust. </a:t>
            </a:r>
            <a:endParaRPr lang="sv-SE" sz="1333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99764" y="5079026"/>
            <a:ext cx="7416800" cy="652463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067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caption</a:t>
            </a:r>
            <a:r>
              <a:rPr lang="nb-NO"/>
              <a:t>/</a:t>
            </a:r>
            <a:r>
              <a:rPr lang="nb-NO" err="1"/>
              <a:t>reference</a:t>
            </a:r>
            <a:endParaRPr lang="nb-NO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480000"/>
            <a:ext cx="10820400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nb-NO"/>
          </a:p>
        </p:txBody>
      </p:sp>
      <p:sp>
        <p:nvSpPr>
          <p:cNvPr id="10" name="TextBox 9"/>
          <p:cNvSpPr txBox="1"/>
          <p:nvPr/>
        </p:nvSpPr>
        <p:spPr>
          <a:xfrm>
            <a:off x="12425542" y="-94569"/>
            <a:ext cx="1366844" cy="584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Tittel og heldekkende bilde.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6C135EF7-BEFE-F641-B9CE-854C4939675C}"/>
              </a:ext>
            </a:extLst>
          </p:cNvPr>
          <p:cNvSpPr txBox="1"/>
          <p:nvPr/>
        </p:nvSpPr>
        <p:spPr>
          <a:xfrm>
            <a:off x="0" y="-381827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Title and picture</a:t>
            </a:r>
          </a:p>
        </p:txBody>
      </p:sp>
    </p:spTree>
    <p:extLst>
      <p:ext uri="{BB962C8B-B14F-4D97-AF65-F5344CB8AC3E}">
        <p14:creationId xmlns:p14="http://schemas.microsoft.com/office/powerpoint/2010/main" val="3373544547"/>
      </p:ext>
    </p:extLst>
  </p:cSld>
  <p:clrMapOvr>
    <a:masterClrMapping/>
  </p:clrMapOvr>
  <p:hf sldNum="0" hdr="0" ft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87866" y="309033"/>
            <a:ext cx="11616268" cy="5615519"/>
          </a:xfrm>
          <a:prstGeom prst="rect">
            <a:avLst/>
          </a:prstGeom>
        </p:spPr>
        <p:txBody>
          <a:bodyPr lIns="2520000" tIns="1080000" rIns="2520000">
            <a:normAutofit/>
          </a:bodyPr>
          <a:lstStyle>
            <a:lvl1pPr marL="0" indent="0" algn="ctr">
              <a:buNone/>
              <a:defRPr sz="1333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sz="1333">
                <a:effectLst/>
                <a:latin typeface="Verdan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picture by drag &amp; drop or insert picture. Use picture tools to adjust. </a:t>
            </a:r>
            <a:endParaRPr lang="sv-SE" sz="1333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86A55290-BA34-574B-88BB-9F743262227F}"/>
              </a:ext>
            </a:extLst>
          </p:cNvPr>
          <p:cNvSpPr txBox="1"/>
          <p:nvPr/>
        </p:nvSpPr>
        <p:spPr>
          <a:xfrm>
            <a:off x="0" y="-381827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Picture only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5C3BFC8-465D-4C8C-A929-246EE56040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9764" y="5079026"/>
            <a:ext cx="7416800" cy="652463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067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nb-NO" err="1"/>
              <a:t>Insert</a:t>
            </a:r>
            <a:r>
              <a:rPr lang="nb-NO"/>
              <a:t> </a:t>
            </a:r>
            <a:r>
              <a:rPr lang="nb-NO" err="1"/>
              <a:t>caption</a:t>
            </a:r>
            <a:r>
              <a:rPr lang="nb-NO"/>
              <a:t>/</a:t>
            </a:r>
            <a:r>
              <a:rPr lang="nb-NO" err="1"/>
              <a:t>reference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7169743"/>
      </p:ext>
    </p:extLst>
  </p:cSld>
  <p:clrMapOvr>
    <a:masterClrMapping/>
  </p:clrMapOvr>
  <p:hf sldNum="0" hdr="0" ftr="0" dt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BC38899F-3D8D-4985-B48B-19DAEB65F106}"/>
              </a:ext>
            </a:extLst>
          </p:cNvPr>
          <p:cNvSpPr/>
          <p:nvPr/>
        </p:nvSpPr>
        <p:spPr>
          <a:xfrm>
            <a:off x="0" y="-14113"/>
            <a:ext cx="12192000" cy="621241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945735"/>
            <a:ext cx="9144000" cy="457706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l">
              <a:lnSpc>
                <a:spcPct val="120000"/>
              </a:lnSpc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 noProof="0"/>
          </a:p>
        </p:txBody>
      </p:sp>
      <p:sp>
        <p:nvSpPr>
          <p:cNvPr id="17" name="TextBox 16"/>
          <p:cNvSpPr txBox="1"/>
          <p:nvPr/>
        </p:nvSpPr>
        <p:spPr>
          <a:xfrm>
            <a:off x="12414147" y="-94569"/>
            <a:ext cx="1430040" cy="2227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Kan brukes som kapittelslide, eller når det er behov for kun én stor tekst.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="0" noProof="0">
              <a:latin typeface="+mn-lt"/>
            </a:endParaRPr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0" noProof="0">
                <a:latin typeface="+mn-lt"/>
              </a:rPr>
              <a:t>Velg ønsket farge og grad av gjennomsiktighet i panelet på høyre side.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CEDD10C5-14CC-734B-ACA7-7066DDE299D8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Large text beige</a:t>
            </a:r>
          </a:p>
        </p:txBody>
      </p:sp>
    </p:spTree>
    <p:extLst>
      <p:ext uri="{BB962C8B-B14F-4D97-AF65-F5344CB8AC3E}">
        <p14:creationId xmlns:p14="http://schemas.microsoft.com/office/powerpoint/2010/main" val="4282810891"/>
      </p:ext>
    </p:extLst>
  </p:cSld>
  <p:clrMapOvr>
    <a:masterClrMapping/>
  </p:clrMapOvr>
  <p:hf sldNum="0" hdr="0" ftr="0" dt="0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 and circles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ssholder for bilde 8">
            <a:extLst>
              <a:ext uri="{FF2B5EF4-FFF2-40B4-BE49-F238E27FC236}">
                <a16:creationId xmlns:a16="http://schemas.microsoft.com/office/drawing/2014/main" id="{2A64645C-DFF2-486F-A191-8B8B2B864F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92609" y="309034"/>
            <a:ext cx="3666809" cy="5615517"/>
          </a:xfrm>
        </p:spPr>
        <p:txBody>
          <a:bodyPr lIns="180000" tIns="180000" rIns="180000" bIns="180000">
            <a:normAutofit/>
          </a:bodyPr>
          <a:lstStyle>
            <a:lvl1pPr marL="0" indent="0" algn="l">
              <a:buFont typeface="+mj-lt"/>
              <a:buNone/>
              <a:defRPr sz="1333" baseline="0"/>
            </a:lvl1pPr>
          </a:lstStyle>
          <a:p>
            <a:r>
              <a:rPr lang="nb-NO" err="1"/>
              <a:t>Insert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  <p:sp>
        <p:nvSpPr>
          <p:cNvPr id="15" name="Plassholder for bilde 8">
            <a:extLst>
              <a:ext uri="{FF2B5EF4-FFF2-40B4-BE49-F238E27FC236}">
                <a16:creationId xmlns:a16="http://schemas.microsoft.com/office/drawing/2014/main" id="{59621879-604F-446E-BB74-3CB05E07592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263918" y="309034"/>
            <a:ext cx="3666809" cy="5615517"/>
          </a:xfrm>
        </p:spPr>
        <p:txBody>
          <a:bodyPr lIns="180000" tIns="180000" rIns="180000" bIns="180000">
            <a:normAutofit/>
          </a:bodyPr>
          <a:lstStyle>
            <a:lvl1pPr marL="0" indent="0" algn="l">
              <a:buFont typeface="+mj-lt"/>
              <a:buNone/>
              <a:defRPr sz="1333" baseline="0"/>
            </a:lvl1pPr>
          </a:lstStyle>
          <a:p>
            <a:r>
              <a:rPr lang="nb-NO" err="1"/>
              <a:t>Insert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  <p:sp>
        <p:nvSpPr>
          <p:cNvPr id="18" name="Plassholder for bilde 8">
            <a:extLst>
              <a:ext uri="{FF2B5EF4-FFF2-40B4-BE49-F238E27FC236}">
                <a16:creationId xmlns:a16="http://schemas.microsoft.com/office/drawing/2014/main" id="{9F097B6C-AC51-4541-9377-FB743A643B9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226410" y="309034"/>
            <a:ext cx="3666809" cy="5615517"/>
          </a:xfrm>
        </p:spPr>
        <p:txBody>
          <a:bodyPr lIns="180000" tIns="180000" rIns="180000" bIns="180000">
            <a:normAutofit/>
          </a:bodyPr>
          <a:lstStyle>
            <a:lvl1pPr marL="0" indent="0" algn="l">
              <a:buFont typeface="+mj-lt"/>
              <a:buNone/>
              <a:defRPr sz="1333" baseline="0"/>
            </a:lvl1pPr>
          </a:lstStyle>
          <a:p>
            <a:r>
              <a:rPr lang="nb-NO" err="1"/>
              <a:t>Insert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4DCB47A4-2EBA-204A-8E47-730228792A8E}"/>
              </a:ext>
            </a:extLst>
          </p:cNvPr>
          <p:cNvSpPr txBox="1"/>
          <p:nvPr/>
        </p:nvSpPr>
        <p:spPr>
          <a:xfrm>
            <a:off x="0" y="-383629"/>
            <a:ext cx="355600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Three pictures and circles beige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1F1B407C-A22F-064F-9840-7CEDE8ED1185}"/>
              </a:ext>
            </a:extLst>
          </p:cNvPr>
          <p:cNvSpPr txBox="1"/>
          <p:nvPr/>
        </p:nvSpPr>
        <p:spPr>
          <a:xfrm>
            <a:off x="12328733" y="0"/>
            <a:ext cx="1862600" cy="2391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/>
              <a:t>D</a:t>
            </a:r>
            <a:r>
              <a:rPr lang="nb-NO" sz="1067" baseline="0" noProof="1"/>
              <a:t>et finnes egne layoutmaler for heldekkende, utfallende bilder.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/>
          </a:p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="0" noProof="0">
              <a:latin typeface="+mn-lt"/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 noProof="1"/>
              <a:t>NB!</a:t>
            </a:r>
            <a:r>
              <a:rPr lang="nb-NO" sz="1067" b="1" baseline="0" noProof="1"/>
              <a:t> </a:t>
            </a:r>
            <a:r>
              <a:rPr lang="nb-NO" sz="1067" noProof="1"/>
              <a:t>Slå</a:t>
            </a:r>
            <a:r>
              <a:rPr lang="nb-NO" sz="1067" baseline="0" noProof="1"/>
              <a:t> gjerne av bullets dersom det ikke er hensiktsmessig med bullets foran hver tekstlinje.</a:t>
            </a:r>
            <a:endParaRPr lang="nb-NO" sz="1067" noProof="1"/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/>
          </a:p>
        </p:txBody>
      </p:sp>
      <p:sp>
        <p:nvSpPr>
          <p:cNvPr id="8" name="Plassholder for tekst 2">
            <a:extLst>
              <a:ext uri="{FF2B5EF4-FFF2-40B4-BE49-F238E27FC236}">
                <a16:creationId xmlns:a16="http://schemas.microsoft.com/office/drawing/2014/main" id="{5BF8E78C-6A84-46EB-815B-DFF55FDCC084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844555" y="1917600"/>
            <a:ext cx="2640000" cy="2640000"/>
          </a:xfrm>
          <a:prstGeom prst="ellipse">
            <a:avLst/>
          </a:prstGeom>
          <a:solidFill>
            <a:schemeClr val="accent1"/>
          </a:solidFill>
        </p:spPr>
        <p:txBody>
          <a:bodyPr anchor="ctr" anchorCtr="0"/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2" name="Plassholder for tekst 2">
            <a:extLst>
              <a:ext uri="{FF2B5EF4-FFF2-40B4-BE49-F238E27FC236}">
                <a16:creationId xmlns:a16="http://schemas.microsoft.com/office/drawing/2014/main" id="{ECEB7A8C-A655-47D7-8114-68DEC70EC4FE}"/>
              </a:ext>
            </a:extLst>
          </p:cNvPr>
          <p:cNvSpPr>
            <a:spLocks noGrp="1" noChangeAspect="1"/>
          </p:cNvSpPr>
          <p:nvPr>
            <p:ph type="body" sz="quarter" idx="20" hasCustomPrompt="1"/>
          </p:nvPr>
        </p:nvSpPr>
        <p:spPr>
          <a:xfrm>
            <a:off x="4766533" y="1910933"/>
            <a:ext cx="2640000" cy="2640000"/>
          </a:xfrm>
          <a:prstGeom prst="ellipse">
            <a:avLst/>
          </a:prstGeom>
          <a:solidFill>
            <a:schemeClr val="accent1"/>
          </a:solidFill>
        </p:spPr>
        <p:txBody>
          <a:bodyPr anchor="ctr" anchorCtr="0"/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3" name="Plassholder for tekst 2">
            <a:extLst>
              <a:ext uri="{FF2B5EF4-FFF2-40B4-BE49-F238E27FC236}">
                <a16:creationId xmlns:a16="http://schemas.microsoft.com/office/drawing/2014/main" id="{6B8CCD4A-5A7F-4199-8471-AE333441B908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8707445" y="1910933"/>
            <a:ext cx="2640000" cy="2640000"/>
          </a:xfrm>
          <a:prstGeom prst="ellipse">
            <a:avLst/>
          </a:prstGeom>
          <a:solidFill>
            <a:schemeClr val="accent1"/>
          </a:solidFill>
        </p:spPr>
        <p:txBody>
          <a:bodyPr anchor="ctr" anchorCtr="0"/>
          <a:lstStyle>
            <a:lvl1pPr marL="0" indent="0" algn="ctr"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359991" indent="-167996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537587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719649" indent="-167213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956709" indent="-237061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6790687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 and  content. Picture wth beige cir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ssholder for bilde 23"/>
          <p:cNvSpPr>
            <a:spLocks noGrp="1"/>
          </p:cNvSpPr>
          <p:nvPr>
            <p:ph type="pic" sz="quarter" idx="18" hasCustomPrompt="1"/>
          </p:nvPr>
        </p:nvSpPr>
        <p:spPr>
          <a:xfrm>
            <a:off x="8001000" y="309034"/>
            <a:ext cx="3910584" cy="56155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67" baseline="0">
                <a:solidFill>
                  <a:schemeClr val="tx1"/>
                </a:solidFill>
              </a:defRPr>
            </a:lvl1pPr>
          </a:lstStyle>
          <a:p>
            <a:r>
              <a:rPr lang="nb-NO" err="1"/>
              <a:t>Click</a:t>
            </a:r>
            <a:r>
              <a:rPr lang="nb-NO"/>
              <a:t> </a:t>
            </a:r>
            <a:r>
              <a:rPr lang="nb-NO" err="1"/>
              <a:t>icon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5429DE71-182E-473F-B6FD-4B37716D11AB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8871526" y="691474"/>
            <a:ext cx="2234407" cy="2234407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191995" indent="0">
              <a:buNone/>
              <a:defRPr/>
            </a:lvl2pPr>
            <a:lvl3pPr marL="370373" indent="0">
              <a:buNone/>
              <a:defRPr/>
            </a:lvl3pPr>
            <a:lvl4pPr marL="552436" indent="0">
              <a:buNone/>
              <a:defRPr/>
            </a:lvl4pPr>
            <a:lvl5pPr marL="719649" indent="0">
              <a:buNone/>
              <a:defRPr/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66EA2944-5508-E64E-A2C4-C13CBDF1C3E2}"/>
              </a:ext>
            </a:extLst>
          </p:cNvPr>
          <p:cNvSpPr txBox="1"/>
          <p:nvPr/>
        </p:nvSpPr>
        <p:spPr>
          <a:xfrm>
            <a:off x="-1" y="-383629"/>
            <a:ext cx="4579257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Title  and  content. Picture wth beige circles</a:t>
            </a:r>
            <a:endParaRPr lang="nb-NO" sz="1067" b="1" noProof="1">
              <a:solidFill>
                <a:schemeClr val="tx1"/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885F1382-CCEA-F04F-95E9-B8B34C10084E}"/>
              </a:ext>
            </a:extLst>
          </p:cNvPr>
          <p:cNvSpPr txBox="1"/>
          <p:nvPr/>
        </p:nvSpPr>
        <p:spPr>
          <a:xfrm>
            <a:off x="12328733" y="0"/>
            <a:ext cx="1862600" cy="3376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>
                <a:solidFill>
                  <a:schemeClr val="tx1"/>
                </a:solidFill>
              </a:rPr>
              <a:t>Det </a:t>
            </a:r>
            <a:r>
              <a:rPr lang="nb-NO" sz="1067" baseline="0" noProof="1">
                <a:solidFill>
                  <a:schemeClr val="tx1"/>
                </a:solidFill>
              </a:rPr>
              <a:t>finnes egne layoutmaler for heldekkende, utfallende bilder uten tekst.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aseline="0" noProof="1">
                <a:solidFill>
                  <a:schemeClr val="tx1"/>
                </a:solidFill>
              </a:rPr>
              <a:t>Bildet må alltid plasseres bakerst.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aseline="0" noProof="1">
                <a:solidFill>
                  <a:schemeClr val="tx1"/>
                </a:solidFill>
              </a:rPr>
              <a:t>Tilpass transparens i tekstboksen for god lesbarhet.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 noProof="1">
                <a:solidFill>
                  <a:schemeClr val="tx1"/>
                </a:solidFill>
              </a:rPr>
              <a:t>NB!</a:t>
            </a:r>
            <a:r>
              <a:rPr lang="nb-NO" sz="1067" b="1" baseline="0" noProof="1">
                <a:solidFill>
                  <a:schemeClr val="tx1"/>
                </a:solidFill>
              </a:rPr>
              <a:t> </a:t>
            </a:r>
            <a:r>
              <a:rPr lang="nb-NO" sz="1067" noProof="1">
                <a:solidFill>
                  <a:schemeClr val="tx1"/>
                </a:solidFill>
              </a:rPr>
              <a:t>Slå</a:t>
            </a:r>
            <a:r>
              <a:rPr lang="nb-NO" sz="1067" baseline="0" noProof="1">
                <a:solidFill>
                  <a:schemeClr val="tx1"/>
                </a:solidFill>
              </a:rPr>
              <a:t> gjerne av bullets dersom det ikke er hensiktsmessig med bullets foran hver tekstlinje.</a:t>
            </a:r>
            <a:endParaRPr lang="nb-NO" sz="1067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>
              <a:solidFill>
                <a:schemeClr val="tx1"/>
              </a:solidFill>
            </a:endParaRPr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762001" y="1617134"/>
            <a:ext cx="6311900" cy="430741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762001" y="479532"/>
            <a:ext cx="6311900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13" name="Plassholder for tekst 2">
            <a:extLst>
              <a:ext uri="{FF2B5EF4-FFF2-40B4-BE49-F238E27FC236}">
                <a16:creationId xmlns:a16="http://schemas.microsoft.com/office/drawing/2014/main" id="{F5E058EE-BE49-4259-BB65-F86F8EE2E2DB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8871526" y="3273539"/>
            <a:ext cx="2264821" cy="2264821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191995" indent="0">
              <a:buNone/>
              <a:defRPr/>
            </a:lvl2pPr>
            <a:lvl3pPr marL="370373" indent="0">
              <a:buNone/>
              <a:defRPr/>
            </a:lvl3pPr>
            <a:lvl4pPr marL="552436" indent="0">
              <a:buNone/>
              <a:defRPr/>
            </a:lvl4pPr>
            <a:lvl5pPr marL="719649" indent="0">
              <a:buNone/>
              <a:defRPr/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44813201"/>
      </p:ext>
    </p:extLst>
  </p:cSld>
  <p:clrMapOvr>
    <a:masterClrMapping/>
  </p:clrMapOvr>
  <p:hf sldNum="0" hdr="0" ftr="0" dt="0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 and  content. Picture wth green cir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66EA2944-5508-E64E-A2C4-C13CBDF1C3E2}"/>
              </a:ext>
            </a:extLst>
          </p:cNvPr>
          <p:cNvSpPr txBox="1"/>
          <p:nvPr/>
        </p:nvSpPr>
        <p:spPr>
          <a:xfrm>
            <a:off x="0" y="-383629"/>
            <a:ext cx="579120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Title  and  content. Picture wth green circles</a:t>
            </a:r>
            <a:endParaRPr lang="nb-NO" sz="1067" b="1" noProof="1">
              <a:solidFill>
                <a:schemeClr val="tx1"/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885F1382-CCEA-F04F-95E9-B8B34C10084E}"/>
              </a:ext>
            </a:extLst>
          </p:cNvPr>
          <p:cNvSpPr txBox="1"/>
          <p:nvPr/>
        </p:nvSpPr>
        <p:spPr>
          <a:xfrm>
            <a:off x="12328733" y="0"/>
            <a:ext cx="1862600" cy="3376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>
                <a:solidFill>
                  <a:schemeClr val="tx1"/>
                </a:solidFill>
              </a:rPr>
              <a:t>Det </a:t>
            </a:r>
            <a:r>
              <a:rPr lang="nb-NO" sz="1067" baseline="0" noProof="1">
                <a:solidFill>
                  <a:schemeClr val="tx1"/>
                </a:solidFill>
              </a:rPr>
              <a:t>finnes egne layoutmaler for heldekkende, utfallende bilder uten tekst.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aseline="0" noProof="1">
                <a:solidFill>
                  <a:schemeClr val="tx1"/>
                </a:solidFill>
              </a:rPr>
              <a:t>Bildet må alltid plasseres bakerst.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aseline="0" noProof="1">
                <a:solidFill>
                  <a:schemeClr val="tx1"/>
                </a:solidFill>
              </a:rPr>
              <a:t>Tilpass transparens i tekstboksen for god lesbarhet.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 noProof="1">
                <a:solidFill>
                  <a:schemeClr val="tx1"/>
                </a:solidFill>
              </a:rPr>
              <a:t>NB!</a:t>
            </a:r>
            <a:r>
              <a:rPr lang="nb-NO" sz="1067" b="1" baseline="0" noProof="1">
                <a:solidFill>
                  <a:schemeClr val="tx1"/>
                </a:solidFill>
              </a:rPr>
              <a:t> </a:t>
            </a:r>
            <a:r>
              <a:rPr lang="nb-NO" sz="1067" noProof="1">
                <a:solidFill>
                  <a:schemeClr val="tx1"/>
                </a:solidFill>
              </a:rPr>
              <a:t>Slå</a:t>
            </a:r>
            <a:r>
              <a:rPr lang="nb-NO" sz="1067" baseline="0" noProof="1">
                <a:solidFill>
                  <a:schemeClr val="tx1"/>
                </a:solidFill>
              </a:rPr>
              <a:t> gjerne av bullets dersom det ikke er hensiktsmessig med bullets foran hver tekstlinje.</a:t>
            </a:r>
            <a:endParaRPr lang="nb-NO" sz="1067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>
              <a:solidFill>
                <a:schemeClr val="tx1"/>
              </a:solidFill>
            </a:endParaRPr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762001" y="1617134"/>
            <a:ext cx="6311900" cy="430741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762001" y="479532"/>
            <a:ext cx="6311900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9" name="Plassholder for bilde 23">
            <a:extLst>
              <a:ext uri="{FF2B5EF4-FFF2-40B4-BE49-F238E27FC236}">
                <a16:creationId xmlns:a16="http://schemas.microsoft.com/office/drawing/2014/main" id="{0DEEA316-9F54-46D1-B4FA-DB8FF4587FB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001000" y="309034"/>
            <a:ext cx="3910584" cy="56155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67" baseline="0">
                <a:solidFill>
                  <a:schemeClr val="tx1"/>
                </a:solidFill>
              </a:defRPr>
            </a:lvl1pPr>
          </a:lstStyle>
          <a:p>
            <a:r>
              <a:rPr lang="nb-NO" err="1"/>
              <a:t>Click</a:t>
            </a:r>
            <a:r>
              <a:rPr lang="nb-NO"/>
              <a:t> </a:t>
            </a:r>
            <a:r>
              <a:rPr lang="nb-NO" err="1"/>
              <a:t>icon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  <p:sp>
        <p:nvSpPr>
          <p:cNvPr id="12" name="Plassholder for tekst 2">
            <a:extLst>
              <a:ext uri="{FF2B5EF4-FFF2-40B4-BE49-F238E27FC236}">
                <a16:creationId xmlns:a16="http://schemas.microsoft.com/office/drawing/2014/main" id="{B98D4E42-2B0B-4446-BFB0-199A556937F6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8871526" y="691474"/>
            <a:ext cx="2234407" cy="2234407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191995" indent="0">
              <a:buNone/>
              <a:defRPr/>
            </a:lvl2pPr>
            <a:lvl3pPr marL="370373" indent="0">
              <a:buNone/>
              <a:defRPr/>
            </a:lvl3pPr>
            <a:lvl4pPr marL="552436" indent="0">
              <a:buNone/>
              <a:defRPr/>
            </a:lvl4pPr>
            <a:lvl5pPr marL="719649" indent="0">
              <a:buNone/>
              <a:defRPr/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  <p:sp>
        <p:nvSpPr>
          <p:cNvPr id="14" name="Plassholder for tekst 2">
            <a:extLst>
              <a:ext uri="{FF2B5EF4-FFF2-40B4-BE49-F238E27FC236}">
                <a16:creationId xmlns:a16="http://schemas.microsoft.com/office/drawing/2014/main" id="{43F4BDDB-6D57-4FE0-B3F8-C4EF92D6802F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8871526" y="3273539"/>
            <a:ext cx="2264821" cy="2264821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191995" indent="0">
              <a:buNone/>
              <a:defRPr/>
            </a:lvl2pPr>
            <a:lvl3pPr marL="370373" indent="0">
              <a:buNone/>
              <a:defRPr/>
            </a:lvl3pPr>
            <a:lvl4pPr marL="552436" indent="0">
              <a:buNone/>
              <a:defRPr/>
            </a:lvl4pPr>
            <a:lvl5pPr marL="719649" indent="0">
              <a:buNone/>
              <a:defRPr/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48081827"/>
      </p:ext>
    </p:extLst>
  </p:cSld>
  <p:clrMapOvr>
    <a:masterClrMapping/>
  </p:clrMapOvr>
  <p:hf sldNum="0" hdr="0" ft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 and  content. Picture wth red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ssholder for bilde 23">
            <a:extLst>
              <a:ext uri="{FF2B5EF4-FFF2-40B4-BE49-F238E27FC236}">
                <a16:creationId xmlns:a16="http://schemas.microsoft.com/office/drawing/2014/main" id="{05627308-AD13-4588-8E65-B561589F135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001000" y="309034"/>
            <a:ext cx="3910584" cy="56155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467" baseline="0">
                <a:solidFill>
                  <a:schemeClr val="tx1"/>
                </a:solidFill>
              </a:defRPr>
            </a:lvl1pPr>
          </a:lstStyle>
          <a:p>
            <a:r>
              <a:rPr lang="nb-NO" err="1"/>
              <a:t>Click</a:t>
            </a:r>
            <a:r>
              <a:rPr lang="nb-NO"/>
              <a:t> </a:t>
            </a:r>
            <a:r>
              <a:rPr lang="nb-NO" err="1"/>
              <a:t>icon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to </a:t>
            </a:r>
            <a:r>
              <a:rPr lang="nb-NO" err="1"/>
              <a:t>add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66EA2944-5508-E64E-A2C4-C13CBDF1C3E2}"/>
              </a:ext>
            </a:extLst>
          </p:cNvPr>
          <p:cNvSpPr txBox="1"/>
          <p:nvPr/>
        </p:nvSpPr>
        <p:spPr>
          <a:xfrm>
            <a:off x="0" y="-383629"/>
            <a:ext cx="381000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67" b="1" noProof="1">
                <a:solidFill>
                  <a:schemeClr val="tx1"/>
                </a:solidFill>
              </a:rPr>
              <a:t>Title  and  content. Picture wth red circle</a:t>
            </a:r>
            <a:endParaRPr lang="nb-NO" sz="1067" b="1" noProof="1">
              <a:solidFill>
                <a:schemeClr val="tx1"/>
              </a:solidFill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885F1382-CCEA-F04F-95E9-B8B34C10084E}"/>
              </a:ext>
            </a:extLst>
          </p:cNvPr>
          <p:cNvSpPr txBox="1"/>
          <p:nvPr/>
        </p:nvSpPr>
        <p:spPr>
          <a:xfrm>
            <a:off x="12328733" y="0"/>
            <a:ext cx="1862600" cy="3376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noProof="1">
                <a:solidFill>
                  <a:schemeClr val="tx1"/>
                </a:solidFill>
              </a:rPr>
              <a:t>Det </a:t>
            </a:r>
            <a:r>
              <a:rPr lang="nb-NO" sz="1067" baseline="0" noProof="1">
                <a:solidFill>
                  <a:schemeClr val="tx1"/>
                </a:solidFill>
              </a:rPr>
              <a:t>finnes egne layoutmaler for heldekkende, utfallende bilder uten tekst.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aseline="0" noProof="1">
                <a:solidFill>
                  <a:schemeClr val="tx1"/>
                </a:solidFill>
              </a:rPr>
              <a:t>Bildet må alltid plasseres bakerst.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aseline="0" noProof="1">
                <a:solidFill>
                  <a:schemeClr val="tx1"/>
                </a:solidFill>
              </a:rPr>
              <a:t>Tilpass transparens i tekstboksen for god lesbarhet.</a:t>
            </a: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aseline="0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 noProof="1">
                <a:solidFill>
                  <a:schemeClr val="tx1"/>
                </a:solidFill>
              </a:rPr>
              <a:t>NB!</a:t>
            </a:r>
            <a:r>
              <a:rPr lang="nb-NO" sz="1067" b="1" baseline="0" noProof="1">
                <a:solidFill>
                  <a:schemeClr val="tx1"/>
                </a:solidFill>
              </a:rPr>
              <a:t> </a:t>
            </a:r>
            <a:r>
              <a:rPr lang="nb-NO" sz="1067" noProof="1">
                <a:solidFill>
                  <a:schemeClr val="tx1"/>
                </a:solidFill>
              </a:rPr>
              <a:t>Slå</a:t>
            </a:r>
            <a:r>
              <a:rPr lang="nb-NO" sz="1067" baseline="0" noProof="1">
                <a:solidFill>
                  <a:schemeClr val="tx1"/>
                </a:solidFill>
              </a:rPr>
              <a:t> gjerne av bullets dersom det ikke er hensiktsmessig med bullets foran hver tekstlinje.</a:t>
            </a:r>
            <a:endParaRPr lang="nb-NO" sz="1067" noProof="1">
              <a:solidFill>
                <a:schemeClr val="tx1"/>
              </a:solidFill>
            </a:endParaRPr>
          </a:p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noProof="1">
              <a:solidFill>
                <a:schemeClr val="tx1"/>
              </a:solidFill>
            </a:endParaRPr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762001" y="1617133"/>
            <a:ext cx="6311900" cy="433478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-NO" noProof="0" err="1"/>
              <a:t>Text</a:t>
            </a:r>
            <a:r>
              <a:rPr lang="nb-NO" noProof="0"/>
              <a:t> first </a:t>
            </a:r>
            <a:r>
              <a:rPr lang="nb-NO" noProof="0" err="1"/>
              <a:t>level</a:t>
            </a:r>
            <a:r>
              <a:rPr lang="nb-NO" noProof="0"/>
              <a:t>, </a:t>
            </a:r>
            <a:r>
              <a:rPr lang="nb-NO" noProof="0" err="1"/>
              <a:t>use</a:t>
            </a:r>
            <a:r>
              <a:rPr lang="nb-NO" noProof="0"/>
              <a:t> </a:t>
            </a:r>
            <a:r>
              <a:rPr lang="nb-NO" noProof="0" err="1"/>
              <a:t>indent</a:t>
            </a:r>
            <a:r>
              <a:rPr lang="nb-NO" noProof="0"/>
              <a:t> for sub </a:t>
            </a:r>
            <a:r>
              <a:rPr lang="nb-NO" noProof="0" err="1"/>
              <a:t>levels</a:t>
            </a:r>
            <a:endParaRPr lang="nb-NO" noProof="0"/>
          </a:p>
          <a:p>
            <a:pPr lvl="1"/>
            <a:r>
              <a:rPr lang="nb-NO"/>
              <a:t>Second </a:t>
            </a:r>
            <a:r>
              <a:rPr lang="nb-NO" err="1"/>
              <a:t>level</a:t>
            </a:r>
            <a:endParaRPr lang="nb-NO"/>
          </a:p>
          <a:p>
            <a:pPr lvl="2"/>
            <a:r>
              <a:rPr lang="nb-NO"/>
              <a:t>Third </a:t>
            </a:r>
            <a:r>
              <a:rPr lang="nb-NO" err="1"/>
              <a:t>level</a:t>
            </a:r>
            <a:endParaRPr lang="nb-NO"/>
          </a:p>
          <a:p>
            <a:pPr lvl="3"/>
            <a:r>
              <a:rPr lang="nb-NO" err="1"/>
              <a:t>Fourth</a:t>
            </a:r>
            <a:r>
              <a:rPr lang="nb-NO"/>
              <a:t> </a:t>
            </a:r>
            <a:r>
              <a:rPr lang="nb-NO" err="1"/>
              <a:t>level</a:t>
            </a:r>
            <a:endParaRPr lang="nb-NO"/>
          </a:p>
          <a:p>
            <a:pPr lvl="4"/>
            <a:r>
              <a:rPr lang="nb-NO"/>
              <a:t>Fifth </a:t>
            </a:r>
            <a:r>
              <a:rPr lang="nb-NO" err="1"/>
              <a:t>level</a:t>
            </a:r>
            <a:endParaRPr lang="en-US"/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762001" y="479532"/>
            <a:ext cx="6311900" cy="808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F0900"/>
                </a:solidFill>
              </a:defRPr>
            </a:lvl1pPr>
          </a:lstStyle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 </a:t>
            </a:r>
            <a:r>
              <a:rPr lang="nb-NO" noProof="0" err="1"/>
              <a:t>max</a:t>
            </a:r>
            <a:r>
              <a:rPr lang="nb-NO" noProof="0"/>
              <a:t> 2 lines</a:t>
            </a:r>
            <a:endParaRPr lang="en-US"/>
          </a:p>
        </p:txBody>
      </p:sp>
      <p:sp>
        <p:nvSpPr>
          <p:cNvPr id="9" name="Plassholder for tekst 2">
            <a:extLst>
              <a:ext uri="{FF2B5EF4-FFF2-40B4-BE49-F238E27FC236}">
                <a16:creationId xmlns:a16="http://schemas.microsoft.com/office/drawing/2014/main" id="{85511C0A-B26D-4782-A482-725423F40066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8636292" y="1796792"/>
            <a:ext cx="2640000" cy="2640000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191995" indent="0">
              <a:buNone/>
              <a:defRPr/>
            </a:lvl2pPr>
            <a:lvl3pPr marL="370373" indent="0">
              <a:buNone/>
              <a:defRPr/>
            </a:lvl3pPr>
            <a:lvl4pPr marL="552436" indent="0">
              <a:buNone/>
              <a:defRPr/>
            </a:lvl4pPr>
            <a:lvl5pPr marL="719649" indent="0">
              <a:buNone/>
              <a:defRPr/>
            </a:lvl5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41742304"/>
      </p:ext>
    </p:extLst>
  </p:cSld>
  <p:clrMapOvr>
    <a:masterClrMapping/>
  </p:clrMapOvr>
  <p:hf sldNum="0" hdr="0" ftr="0" dt="0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Content bottom pictur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ssholder for bilde 8">
            <a:extLst>
              <a:ext uri="{FF2B5EF4-FFF2-40B4-BE49-F238E27FC236}">
                <a16:creationId xmlns:a16="http://schemas.microsoft.com/office/drawing/2014/main" id="{E9D7CBBC-66CC-C041-A07C-EB28B53B2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868" y="309034"/>
            <a:ext cx="11616265" cy="2918881"/>
          </a:xfrm>
          <a:solidFill>
            <a:schemeClr val="accent1"/>
          </a:solidFill>
        </p:spPr>
        <p:txBody>
          <a:bodyPr lIns="540000" tIns="360000" rIns="180000" bIns="360000" anchor="t" anchorCtr="0">
            <a:normAutofit/>
          </a:bodyPr>
          <a:lstStyle>
            <a:lvl1pPr marL="0" indent="0" algn="l">
              <a:buFont typeface="+mj-lt"/>
              <a:buNone/>
              <a:defRPr sz="1333"/>
            </a:lvl1pPr>
          </a:lstStyle>
          <a:p>
            <a:r>
              <a:rPr lang="nb-NO" err="1"/>
              <a:t>Insert</a:t>
            </a:r>
            <a:r>
              <a:rPr lang="nb-NO"/>
              <a:t> or drag and </a:t>
            </a:r>
            <a:r>
              <a:rPr lang="nb-NO" err="1"/>
              <a:t>drop</a:t>
            </a:r>
            <a:r>
              <a:rPr lang="nb-NO"/>
              <a:t> </a:t>
            </a:r>
            <a:r>
              <a:rPr lang="nb-NO" err="1"/>
              <a:t>picture</a:t>
            </a:r>
            <a:endParaRPr lang="nb-NO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1B5BDACB-17B3-D546-AB1B-3202000D4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204013"/>
            <a:ext cx="12192000" cy="2995305"/>
          </a:xfrm>
          <a:solidFill>
            <a:schemeClr val="bg1">
              <a:alpha val="70000"/>
            </a:schemeClr>
          </a:solidFill>
        </p:spPr>
        <p:txBody>
          <a:bodyPr vert="horz" lIns="540000" tIns="360000" rIns="180000" bIns="360000" rtlCol="0" anchor="ctr" anchorCtr="0">
            <a:normAutofit/>
          </a:bodyPr>
          <a:lstStyle>
            <a:lvl1pPr>
              <a:defRPr lang="en-GB" sz="2667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text</a:t>
            </a:r>
            <a:endParaRPr lang="en-GB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5CA6841-6EC4-9841-80AD-32DCCADC08C7}"/>
              </a:ext>
            </a:extLst>
          </p:cNvPr>
          <p:cNvSpPr txBox="1"/>
          <p:nvPr/>
        </p:nvSpPr>
        <p:spPr>
          <a:xfrm>
            <a:off x="0" y="-383629"/>
            <a:ext cx="492760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Subheading Content bottom picture 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DCF192-B6A4-1C4E-89FA-46B1C0FCCA30}"/>
              </a:ext>
            </a:extLst>
          </p:cNvPr>
          <p:cNvSpPr txBox="1"/>
          <p:nvPr/>
        </p:nvSpPr>
        <p:spPr>
          <a:xfrm>
            <a:off x="12328733" y="0"/>
            <a:ext cx="1862600" cy="42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aseline="0" noProof="1"/>
              <a:t>Påse at utsnittet av bildet fungerer</a:t>
            </a:r>
          </a:p>
        </p:txBody>
      </p:sp>
    </p:spTree>
    <p:extLst>
      <p:ext uri="{BB962C8B-B14F-4D97-AF65-F5344CB8AC3E}">
        <p14:creationId xmlns:p14="http://schemas.microsoft.com/office/powerpoint/2010/main" val="123357977"/>
      </p:ext>
    </p:extLst>
  </p:cSld>
  <p:clrMapOvr>
    <a:masterClrMapping/>
  </p:clrMapOvr>
  <p:transition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text only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5BDACB-17B3-D546-AB1B-3202000D4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3240000"/>
          </a:xfrm>
          <a:prstGeom prst="rect">
            <a:avLst/>
          </a:prstGeom>
          <a:solidFill>
            <a:schemeClr val="bg1"/>
          </a:solidFill>
        </p:spPr>
        <p:txBody>
          <a:bodyPr vert="horz" lIns="540000" tIns="360000" rIns="180000" bIns="360000" rtlCol="0" anchor="ctr" anchorCtr="0">
            <a:normAutofit/>
          </a:bodyPr>
          <a:lstStyle>
            <a:lvl1pPr>
              <a:defRPr lang="en-GB"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text</a:t>
            </a:r>
            <a:endParaRPr lang="en-GB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3470A32-4A28-E44F-8BF3-3A5FB9EABD0C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Subheading text only green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70400"/>
            <a:ext cx="762000" cy="384000"/>
          </a:xfrm>
          <a:prstGeom prst="rect">
            <a:avLst/>
          </a:prstGeom>
        </p:spPr>
        <p:txBody>
          <a:bodyPr/>
          <a:lstStyle>
            <a:lvl1pPr algn="ctr">
              <a:defRPr sz="1467">
                <a:solidFill>
                  <a:schemeClr val="bg1"/>
                </a:solidFill>
              </a:defRPr>
            </a:lvl1pPr>
          </a:lstStyle>
          <a:p>
            <a:fld id="{09232CC8-3A3C-4CC7-B6ED-94A369B1EF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2896BDF8-4822-497B-8B13-504AD8837282}"/>
              </a:ext>
            </a:extLst>
          </p:cNvPr>
          <p:cNvSpPr/>
          <p:nvPr/>
        </p:nvSpPr>
        <p:spPr>
          <a:xfrm>
            <a:off x="0" y="3217816"/>
            <a:ext cx="12192000" cy="2982392"/>
          </a:xfrm>
          <a:prstGeom prst="rect">
            <a:avLst/>
          </a:prstGeom>
          <a:solidFill>
            <a:srgbClr val="E8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</p:spTree>
    <p:extLst>
      <p:ext uri="{BB962C8B-B14F-4D97-AF65-F5344CB8AC3E}">
        <p14:creationId xmlns:p14="http://schemas.microsoft.com/office/powerpoint/2010/main" val="968717644"/>
      </p:ext>
    </p:extLst>
  </p:cSld>
  <p:clrMapOvr>
    <a:masterClrMapping/>
  </p:clrMapOvr>
  <p:transition>
    <p:fade/>
  </p:transition>
  <p:hf sldNum="0" hdr="0" ftr="0" dt="0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text only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5BDACB-17B3-D546-AB1B-3202000D4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3240000"/>
          </a:xfrm>
          <a:prstGeom prst="rect">
            <a:avLst/>
          </a:prstGeom>
          <a:solidFill>
            <a:schemeClr val="bg1"/>
          </a:solidFill>
        </p:spPr>
        <p:txBody>
          <a:bodyPr vert="horz" lIns="540000" tIns="360000" rIns="180000" bIns="360000" rtlCol="0" anchor="ctr" anchorCtr="0">
            <a:normAutofit/>
          </a:bodyPr>
          <a:lstStyle>
            <a:lvl1pPr>
              <a:defRPr lang="en-GB" sz="4000">
                <a:solidFill>
                  <a:schemeClr val="tx2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text</a:t>
            </a:r>
            <a:endParaRPr lang="en-GB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3470A32-4A28-E44F-8BF3-3A5FB9EABD0C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Subheading text only red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70400"/>
            <a:ext cx="762000" cy="384000"/>
          </a:xfrm>
          <a:prstGeom prst="rect">
            <a:avLst/>
          </a:prstGeom>
        </p:spPr>
        <p:txBody>
          <a:bodyPr/>
          <a:lstStyle>
            <a:lvl1pPr algn="ctr">
              <a:defRPr sz="1467">
                <a:solidFill>
                  <a:schemeClr val="bg1"/>
                </a:solidFill>
              </a:defRPr>
            </a:lvl1pPr>
          </a:lstStyle>
          <a:p>
            <a:fld id="{09232CC8-3A3C-4CC7-B6ED-94A369B1EF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2896BDF8-4822-497B-8B13-504AD8837282}"/>
              </a:ext>
            </a:extLst>
          </p:cNvPr>
          <p:cNvSpPr/>
          <p:nvPr/>
        </p:nvSpPr>
        <p:spPr>
          <a:xfrm>
            <a:off x="0" y="3238732"/>
            <a:ext cx="12192000" cy="2982392"/>
          </a:xfrm>
          <a:prstGeom prst="rect">
            <a:avLst/>
          </a:prstGeom>
          <a:solidFill>
            <a:srgbClr val="BF0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</p:spTree>
    <p:extLst>
      <p:ext uri="{BB962C8B-B14F-4D97-AF65-F5344CB8AC3E}">
        <p14:creationId xmlns:p14="http://schemas.microsoft.com/office/powerpoint/2010/main" val="2059176613"/>
      </p:ext>
    </p:extLst>
  </p:cSld>
  <p:clrMapOvr>
    <a:masterClrMapping/>
  </p:clrMapOvr>
  <p:transition>
    <p:fade/>
  </p:transition>
  <p:hf sldNum="0" hdr="0" ftr="0" dt="0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#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5BDACB-17B3-D546-AB1B-3202000D4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0234" y="-18303"/>
            <a:ext cx="9901767" cy="6218768"/>
          </a:xfrm>
          <a:prstGeom prst="rect">
            <a:avLst/>
          </a:prstGeom>
          <a:solidFill>
            <a:srgbClr val="E8F3E1"/>
          </a:solidFill>
        </p:spPr>
        <p:txBody>
          <a:bodyPr vert="horz" lIns="1152000" tIns="360000" rIns="2160000" bIns="360000" rtlCol="0" anchor="ctr" anchorCtr="0">
            <a:normAutofit/>
          </a:bodyPr>
          <a:lstStyle>
            <a:lvl1pPr>
              <a:defRPr lang="en-GB"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text</a:t>
            </a:r>
            <a:endParaRPr lang="en-GB"/>
          </a:p>
        </p:txBody>
      </p:sp>
      <p:sp>
        <p:nvSpPr>
          <p:cNvPr id="6" name="Plassholder for tekst 2">
            <a:extLst>
              <a:ext uri="{FF2B5EF4-FFF2-40B4-BE49-F238E27FC236}">
                <a16:creationId xmlns:a16="http://schemas.microsoft.com/office/drawing/2014/main" id="{4955FCFE-EAEC-4B81-9113-27F7BE7762BF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1190388" y="2011767"/>
            <a:ext cx="2199688" cy="2199688"/>
          </a:xfrm>
          <a:prstGeom prst="ellipse">
            <a:avLst/>
          </a:prstGeom>
          <a:solidFill>
            <a:srgbClr val="C6E7C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7200">
                <a:solidFill>
                  <a:schemeClr val="tx1"/>
                </a:solidFill>
              </a:defRPr>
            </a:lvl1pPr>
            <a:lvl2pPr marL="191995" indent="0">
              <a:buNone/>
              <a:defRPr/>
            </a:lvl2pPr>
            <a:lvl3pPr marL="370373" indent="0">
              <a:buNone/>
              <a:defRPr/>
            </a:lvl3pPr>
            <a:lvl4pPr marL="552436" indent="0">
              <a:buNone/>
              <a:defRPr/>
            </a:lvl4pPr>
            <a:lvl5pPr marL="719649" indent="0">
              <a:buNone/>
              <a:defRPr/>
            </a:lvl5pPr>
          </a:lstStyle>
          <a:p>
            <a:r>
              <a:rPr lang="en-GB"/>
              <a:t>#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13469861-FD48-0348-8AD0-80DA0115921F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Subheading # green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70400"/>
            <a:ext cx="762000" cy="384000"/>
          </a:xfrm>
          <a:prstGeom prst="rect">
            <a:avLst/>
          </a:prstGeom>
        </p:spPr>
        <p:txBody>
          <a:bodyPr/>
          <a:lstStyle>
            <a:lvl1pPr algn="ctr">
              <a:defRPr sz="1467">
                <a:solidFill>
                  <a:schemeClr val="bg1"/>
                </a:solidFill>
              </a:defRPr>
            </a:lvl1pPr>
          </a:lstStyle>
          <a:p>
            <a:fld id="{09232CC8-3A3C-4CC7-B6ED-94A369B1EF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120371"/>
      </p:ext>
    </p:extLst>
  </p:cSld>
  <p:clrMapOvr>
    <a:masterClrMapping/>
  </p:clrMapOvr>
  <p:transition>
    <p:fade/>
  </p:transition>
  <p:hf sldNum="0" hdr="0" ftr="0" dt="0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#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5BDACB-17B3-D546-AB1B-3202000D43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0232" y="-21167"/>
            <a:ext cx="9901767" cy="6223221"/>
          </a:xfrm>
          <a:prstGeom prst="rect">
            <a:avLst/>
          </a:prstGeom>
          <a:solidFill>
            <a:schemeClr val="accent1"/>
          </a:solidFill>
        </p:spPr>
        <p:txBody>
          <a:bodyPr vert="horz" lIns="1152000" tIns="360000" rIns="2160000" bIns="360000" rtlCol="0" anchor="ctr" anchorCtr="0">
            <a:normAutofit/>
          </a:bodyPr>
          <a:lstStyle>
            <a:lvl1pPr>
              <a:defRPr lang="en-GB"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sv-SE" err="1"/>
              <a:t>Click</a:t>
            </a:r>
            <a:r>
              <a:rPr lang="sv-SE"/>
              <a:t> to </a:t>
            </a:r>
            <a:r>
              <a:rPr lang="sv-SE" err="1"/>
              <a:t>add</a:t>
            </a:r>
            <a:r>
              <a:rPr lang="sv-SE"/>
              <a:t> text</a:t>
            </a:r>
            <a:endParaRPr lang="en-GB"/>
          </a:p>
        </p:txBody>
      </p:sp>
      <p:sp>
        <p:nvSpPr>
          <p:cNvPr id="6" name="Plassholder for tekst 2">
            <a:extLst>
              <a:ext uri="{FF2B5EF4-FFF2-40B4-BE49-F238E27FC236}">
                <a16:creationId xmlns:a16="http://schemas.microsoft.com/office/drawing/2014/main" id="{4955FCFE-EAEC-4B81-9113-27F7BE7762BF}"/>
              </a:ext>
            </a:extLst>
          </p:cNvPr>
          <p:cNvSpPr>
            <a:spLocks noGrp="1" noChangeAspect="1"/>
          </p:cNvSpPr>
          <p:nvPr>
            <p:ph type="body" sz="quarter" idx="21" hasCustomPrompt="1"/>
          </p:nvPr>
        </p:nvSpPr>
        <p:spPr>
          <a:xfrm>
            <a:off x="1190388" y="2011767"/>
            <a:ext cx="2199688" cy="2199688"/>
          </a:xfrm>
          <a:prstGeom prst="ellipse">
            <a:avLst/>
          </a:prstGeom>
          <a:solidFill>
            <a:schemeClr val="accent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7200">
                <a:solidFill>
                  <a:schemeClr val="tx1"/>
                </a:solidFill>
              </a:defRPr>
            </a:lvl1pPr>
            <a:lvl2pPr marL="191995" indent="0">
              <a:buNone/>
              <a:defRPr/>
            </a:lvl2pPr>
            <a:lvl3pPr marL="370373" indent="0">
              <a:buNone/>
              <a:defRPr/>
            </a:lvl3pPr>
            <a:lvl4pPr marL="552436" indent="0">
              <a:buNone/>
              <a:defRPr/>
            </a:lvl4pPr>
            <a:lvl5pPr marL="719649" indent="0">
              <a:buNone/>
              <a:defRPr/>
            </a:lvl5pPr>
          </a:lstStyle>
          <a:p>
            <a:r>
              <a:rPr lang="en-GB"/>
              <a:t>#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13469861-FD48-0348-8AD0-80DA0115921F}"/>
              </a:ext>
            </a:extLst>
          </p:cNvPr>
          <p:cNvSpPr txBox="1"/>
          <p:nvPr/>
        </p:nvSpPr>
        <p:spPr>
          <a:xfrm>
            <a:off x="0" y="-383629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Subheading # beige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70400"/>
            <a:ext cx="762000" cy="384000"/>
          </a:xfrm>
          <a:prstGeom prst="rect">
            <a:avLst/>
          </a:prstGeom>
        </p:spPr>
        <p:txBody>
          <a:bodyPr/>
          <a:lstStyle>
            <a:lvl1pPr algn="ctr">
              <a:defRPr sz="1467">
                <a:solidFill>
                  <a:schemeClr val="bg1"/>
                </a:solidFill>
              </a:defRPr>
            </a:lvl1pPr>
          </a:lstStyle>
          <a:p>
            <a:fld id="{09232CC8-3A3C-4CC7-B6ED-94A369B1EF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47898"/>
      </p:ext>
    </p:extLst>
  </p:cSld>
  <p:clrMapOvr>
    <a:masterClrMapping/>
  </p:clrMapOvr>
  <p:transition>
    <p:fade/>
  </p:transition>
  <p:hf sldNum="0" hdr="0" ftr="0" dt="0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tex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3E0E0670-59C9-421C-A0D2-97E07510D0E3}"/>
              </a:ext>
            </a:extLst>
          </p:cNvPr>
          <p:cNvSpPr/>
          <p:nvPr userDrawn="1"/>
        </p:nvSpPr>
        <p:spPr>
          <a:xfrm>
            <a:off x="1" y="5888992"/>
            <a:ext cx="4251960" cy="308609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06FB6ACB-B994-4CFE-A68F-9CE7C8697276}"/>
              </a:ext>
            </a:extLst>
          </p:cNvPr>
          <p:cNvSpPr/>
          <p:nvPr/>
        </p:nvSpPr>
        <p:spPr>
          <a:xfrm>
            <a:off x="3360752" y="-12701"/>
            <a:ext cx="8831249" cy="6216239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8" name="Grafikk 6">
            <a:extLst>
              <a:ext uri="{FF2B5EF4-FFF2-40B4-BE49-F238E27FC236}">
                <a16:creationId xmlns:a16="http://schemas.microsoft.com/office/drawing/2014/main" id="{8654777A-0474-47A2-B1EE-BE3F64B0F795}"/>
              </a:ext>
            </a:extLst>
          </p:cNvPr>
          <p:cNvSpPr/>
          <p:nvPr/>
        </p:nvSpPr>
        <p:spPr>
          <a:xfrm>
            <a:off x="0" y="-24119"/>
            <a:ext cx="7251056" cy="6225117"/>
          </a:xfrm>
          <a:custGeom>
            <a:avLst/>
            <a:gdLst>
              <a:gd name="connsiteX0" fmla="*/ 2555081 w 4795837"/>
              <a:gd name="connsiteY0" fmla="*/ 0 h 4481512"/>
              <a:gd name="connsiteX1" fmla="*/ 2552700 w 4795837"/>
              <a:gd name="connsiteY1" fmla="*/ 0 h 4481512"/>
              <a:gd name="connsiteX2" fmla="*/ 2552700 w 4795837"/>
              <a:gd name="connsiteY2" fmla="*/ 0 h 4481512"/>
              <a:gd name="connsiteX3" fmla="*/ 0 w 4795837"/>
              <a:gd name="connsiteY3" fmla="*/ 0 h 4481512"/>
              <a:gd name="connsiteX4" fmla="*/ 0 w 4795837"/>
              <a:gd name="connsiteY4" fmla="*/ 4481513 h 4481512"/>
              <a:gd name="connsiteX5" fmla="*/ 2552700 w 4795837"/>
              <a:gd name="connsiteY5" fmla="*/ 4481513 h 4481512"/>
              <a:gd name="connsiteX6" fmla="*/ 2552700 w 4795837"/>
              <a:gd name="connsiteY6" fmla="*/ 4481513 h 4481512"/>
              <a:gd name="connsiteX7" fmla="*/ 2555081 w 4795837"/>
              <a:gd name="connsiteY7" fmla="*/ 4481513 h 4481512"/>
              <a:gd name="connsiteX8" fmla="*/ 4795838 w 4795837"/>
              <a:gd name="connsiteY8" fmla="*/ 2240756 h 4481512"/>
              <a:gd name="connsiteX9" fmla="*/ 2555081 w 4795837"/>
              <a:gd name="connsiteY9" fmla="*/ 0 h 4481512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442334 w 5238172"/>
              <a:gd name="connsiteY4" fmla="*/ 449703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0 w 5238172"/>
              <a:gd name="connsiteY4" fmla="*/ 448151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38172" h="4497033">
                <a:moveTo>
                  <a:pt x="2997415" y="15520"/>
                </a:moveTo>
                <a:lnTo>
                  <a:pt x="2995034" y="15520"/>
                </a:lnTo>
                <a:lnTo>
                  <a:pt x="2995034" y="15520"/>
                </a:lnTo>
                <a:lnTo>
                  <a:pt x="0" y="0"/>
                </a:lnTo>
                <a:lnTo>
                  <a:pt x="0" y="4481513"/>
                </a:lnTo>
                <a:lnTo>
                  <a:pt x="2995034" y="4497033"/>
                </a:lnTo>
                <a:lnTo>
                  <a:pt x="2995034" y="4497033"/>
                </a:lnTo>
                <a:lnTo>
                  <a:pt x="2997415" y="4497033"/>
                </a:lnTo>
                <a:cubicBezTo>
                  <a:pt x="4234713" y="4497033"/>
                  <a:pt x="5238172" y="3493574"/>
                  <a:pt x="5238172" y="2256276"/>
                </a:cubicBezTo>
                <a:cubicBezTo>
                  <a:pt x="5238172" y="1018979"/>
                  <a:pt x="4234713" y="15520"/>
                  <a:pt x="2997415" y="15520"/>
                </a:cubicBez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2400"/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86A55290-BA34-574B-88BB-9F743262227F}"/>
              </a:ext>
            </a:extLst>
          </p:cNvPr>
          <p:cNvSpPr txBox="1"/>
          <p:nvPr/>
        </p:nvSpPr>
        <p:spPr>
          <a:xfrm>
            <a:off x="0" y="-381827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Subheading text green</a:t>
            </a:r>
          </a:p>
        </p:txBody>
      </p:sp>
      <p:sp>
        <p:nvSpPr>
          <p:cNvPr id="6" name="Plassholder for tekst 4">
            <a:extLst>
              <a:ext uri="{FF2B5EF4-FFF2-40B4-BE49-F238E27FC236}">
                <a16:creationId xmlns:a16="http://schemas.microsoft.com/office/drawing/2014/main" id="{242935F7-FD53-4903-9FFE-D8C971BBF4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8352" y="1617133"/>
            <a:ext cx="5327649" cy="3259667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23172686"/>
      </p:ext>
    </p:extLst>
  </p:cSld>
  <p:clrMapOvr>
    <a:masterClrMapping/>
  </p:clrMapOvr>
  <p:hf sldNum="0" hdr="0" ftr="0" dt="0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heading text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5">
            <a:extLst>
              <a:ext uri="{FF2B5EF4-FFF2-40B4-BE49-F238E27FC236}">
                <a16:creationId xmlns:a16="http://schemas.microsoft.com/office/drawing/2014/main" id="{E52D338C-325C-4E4C-A448-F511FDB4CE2E}"/>
              </a:ext>
            </a:extLst>
          </p:cNvPr>
          <p:cNvSpPr/>
          <p:nvPr userDrawn="1"/>
        </p:nvSpPr>
        <p:spPr>
          <a:xfrm>
            <a:off x="5081" y="5888992"/>
            <a:ext cx="4229100" cy="30860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>
              <a:solidFill>
                <a:schemeClr val="tx1"/>
              </a:solidFill>
            </a:endParaRPr>
          </a:p>
        </p:txBody>
      </p:sp>
      <p:sp>
        <p:nvSpPr>
          <p:cNvPr id="2" name="Rektangel 1">
            <a:extLst>
              <a:ext uri="{FF2B5EF4-FFF2-40B4-BE49-F238E27FC236}">
                <a16:creationId xmlns:a16="http://schemas.microsoft.com/office/drawing/2014/main" id="{E7C3646D-3806-4646-A77B-08B9AFDCBB1F}"/>
              </a:ext>
            </a:extLst>
          </p:cNvPr>
          <p:cNvSpPr/>
          <p:nvPr/>
        </p:nvSpPr>
        <p:spPr>
          <a:xfrm>
            <a:off x="3360752" y="-21013"/>
            <a:ext cx="8831249" cy="62162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sz="2400"/>
          </a:p>
        </p:txBody>
      </p:sp>
      <p:sp>
        <p:nvSpPr>
          <p:cNvPr id="43" name="TextBox 7">
            <a:extLst>
              <a:ext uri="{FF2B5EF4-FFF2-40B4-BE49-F238E27FC236}">
                <a16:creationId xmlns:a16="http://schemas.microsoft.com/office/drawing/2014/main" id="{86A55290-BA34-574B-88BB-9F743262227F}"/>
              </a:ext>
            </a:extLst>
          </p:cNvPr>
          <p:cNvSpPr txBox="1"/>
          <p:nvPr/>
        </p:nvSpPr>
        <p:spPr>
          <a:xfrm>
            <a:off x="0" y="-381827"/>
            <a:ext cx="2654893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67" b="1" noProof="1"/>
              <a:t>Subheading text beige</a:t>
            </a:r>
          </a:p>
        </p:txBody>
      </p:sp>
      <p:sp>
        <p:nvSpPr>
          <p:cNvPr id="8" name="Grafikk 6">
            <a:extLst>
              <a:ext uri="{FF2B5EF4-FFF2-40B4-BE49-F238E27FC236}">
                <a16:creationId xmlns:a16="http://schemas.microsoft.com/office/drawing/2014/main" id="{1F9965F8-4376-4682-86F6-B61699461876}"/>
              </a:ext>
            </a:extLst>
          </p:cNvPr>
          <p:cNvSpPr/>
          <p:nvPr/>
        </p:nvSpPr>
        <p:spPr>
          <a:xfrm>
            <a:off x="0" y="-29891"/>
            <a:ext cx="7251056" cy="6225117"/>
          </a:xfrm>
          <a:custGeom>
            <a:avLst/>
            <a:gdLst>
              <a:gd name="connsiteX0" fmla="*/ 2555081 w 4795837"/>
              <a:gd name="connsiteY0" fmla="*/ 0 h 4481512"/>
              <a:gd name="connsiteX1" fmla="*/ 2552700 w 4795837"/>
              <a:gd name="connsiteY1" fmla="*/ 0 h 4481512"/>
              <a:gd name="connsiteX2" fmla="*/ 2552700 w 4795837"/>
              <a:gd name="connsiteY2" fmla="*/ 0 h 4481512"/>
              <a:gd name="connsiteX3" fmla="*/ 0 w 4795837"/>
              <a:gd name="connsiteY3" fmla="*/ 0 h 4481512"/>
              <a:gd name="connsiteX4" fmla="*/ 0 w 4795837"/>
              <a:gd name="connsiteY4" fmla="*/ 4481513 h 4481512"/>
              <a:gd name="connsiteX5" fmla="*/ 2552700 w 4795837"/>
              <a:gd name="connsiteY5" fmla="*/ 4481513 h 4481512"/>
              <a:gd name="connsiteX6" fmla="*/ 2552700 w 4795837"/>
              <a:gd name="connsiteY6" fmla="*/ 4481513 h 4481512"/>
              <a:gd name="connsiteX7" fmla="*/ 2555081 w 4795837"/>
              <a:gd name="connsiteY7" fmla="*/ 4481513 h 4481512"/>
              <a:gd name="connsiteX8" fmla="*/ 4795838 w 4795837"/>
              <a:gd name="connsiteY8" fmla="*/ 2240756 h 4481512"/>
              <a:gd name="connsiteX9" fmla="*/ 2555081 w 4795837"/>
              <a:gd name="connsiteY9" fmla="*/ 0 h 4481512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442334 w 5238172"/>
              <a:gd name="connsiteY4" fmla="*/ 449703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  <a:gd name="connsiteX0" fmla="*/ 2997415 w 5238172"/>
              <a:gd name="connsiteY0" fmla="*/ 15520 h 4497033"/>
              <a:gd name="connsiteX1" fmla="*/ 2995034 w 5238172"/>
              <a:gd name="connsiteY1" fmla="*/ 15520 h 4497033"/>
              <a:gd name="connsiteX2" fmla="*/ 2995034 w 5238172"/>
              <a:gd name="connsiteY2" fmla="*/ 15520 h 4497033"/>
              <a:gd name="connsiteX3" fmla="*/ 0 w 5238172"/>
              <a:gd name="connsiteY3" fmla="*/ 0 h 4497033"/>
              <a:gd name="connsiteX4" fmla="*/ 0 w 5238172"/>
              <a:gd name="connsiteY4" fmla="*/ 4481513 h 4497033"/>
              <a:gd name="connsiteX5" fmla="*/ 2995034 w 5238172"/>
              <a:gd name="connsiteY5" fmla="*/ 4497033 h 4497033"/>
              <a:gd name="connsiteX6" fmla="*/ 2995034 w 5238172"/>
              <a:gd name="connsiteY6" fmla="*/ 4497033 h 4497033"/>
              <a:gd name="connsiteX7" fmla="*/ 2997415 w 5238172"/>
              <a:gd name="connsiteY7" fmla="*/ 4497033 h 4497033"/>
              <a:gd name="connsiteX8" fmla="*/ 5238172 w 5238172"/>
              <a:gd name="connsiteY8" fmla="*/ 2256276 h 4497033"/>
              <a:gd name="connsiteX9" fmla="*/ 2997415 w 5238172"/>
              <a:gd name="connsiteY9" fmla="*/ 15520 h 4497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38172" h="4497033">
                <a:moveTo>
                  <a:pt x="2997415" y="15520"/>
                </a:moveTo>
                <a:lnTo>
                  <a:pt x="2995034" y="15520"/>
                </a:lnTo>
                <a:lnTo>
                  <a:pt x="2995034" y="15520"/>
                </a:lnTo>
                <a:lnTo>
                  <a:pt x="0" y="0"/>
                </a:lnTo>
                <a:lnTo>
                  <a:pt x="0" y="4481513"/>
                </a:lnTo>
                <a:lnTo>
                  <a:pt x="2995034" y="4497033"/>
                </a:lnTo>
                <a:lnTo>
                  <a:pt x="2995034" y="4497033"/>
                </a:lnTo>
                <a:lnTo>
                  <a:pt x="2997415" y="4497033"/>
                </a:lnTo>
                <a:cubicBezTo>
                  <a:pt x="4234713" y="4497033"/>
                  <a:pt x="5238172" y="3493574"/>
                  <a:pt x="5238172" y="2256276"/>
                </a:cubicBezTo>
                <a:cubicBezTo>
                  <a:pt x="5238172" y="1018979"/>
                  <a:pt x="4234713" y="15520"/>
                  <a:pt x="2997415" y="15520"/>
                </a:cubicBez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2400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FB97C50C-AD9F-4084-A912-4C6B175378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8352" y="1617133"/>
            <a:ext cx="5327649" cy="3259667"/>
          </a:xfrm>
        </p:spPr>
        <p:txBody>
          <a:bodyPr anchor="ctr"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text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4049005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emf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ags" Target="../tags/tag1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5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56.xml"/><Relationship Id="rId34" Type="http://schemas.openxmlformats.org/officeDocument/2006/relationships/slideLayout" Target="../slideLayouts/slideLayout69.xml"/><Relationship Id="rId42" Type="http://schemas.openxmlformats.org/officeDocument/2006/relationships/image" Target="../media/image5.png"/><Relationship Id="rId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41" Type="http://schemas.openxmlformats.org/officeDocument/2006/relationships/image" Target="../media/image4.pn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7.xml"/><Relationship Id="rId37" Type="http://schemas.openxmlformats.org/officeDocument/2006/relationships/oleObject" Target="../embeddings/oleObject2.bin"/><Relationship Id="rId40" Type="http://schemas.openxmlformats.org/officeDocument/2006/relationships/image" Target="../media/image3.png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36" Type="http://schemas.openxmlformats.org/officeDocument/2006/relationships/tags" Target="../tags/tag2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8.xml"/><Relationship Id="rId38" Type="http://schemas.openxmlformats.org/officeDocument/2006/relationships/image" Target="../media/image11.emf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82.xml"/><Relationship Id="rId18" Type="http://schemas.openxmlformats.org/officeDocument/2006/relationships/slideLayout" Target="../slideLayouts/slideLayout87.xml"/><Relationship Id="rId26" Type="http://schemas.openxmlformats.org/officeDocument/2006/relationships/slideLayout" Target="../slideLayouts/slideLayout95.xml"/><Relationship Id="rId39" Type="http://schemas.openxmlformats.org/officeDocument/2006/relationships/oleObject" Target="../embeddings/oleObject3.bin"/><Relationship Id="rId21" Type="http://schemas.openxmlformats.org/officeDocument/2006/relationships/slideLayout" Target="../slideLayouts/slideLayout90.xml"/><Relationship Id="rId34" Type="http://schemas.openxmlformats.org/officeDocument/2006/relationships/slideLayout" Target="../slideLayouts/slideLayout103.xml"/><Relationship Id="rId42" Type="http://schemas.openxmlformats.org/officeDocument/2006/relationships/image" Target="../media/image3.png"/><Relationship Id="rId7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1.xml"/><Relationship Id="rId16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9.xml"/><Relationship Id="rId29" Type="http://schemas.openxmlformats.org/officeDocument/2006/relationships/slideLayout" Target="../slideLayouts/slideLayout98.xml"/><Relationship Id="rId41" Type="http://schemas.openxmlformats.org/officeDocument/2006/relationships/image" Target="../media/image2.png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93.xml"/><Relationship Id="rId32" Type="http://schemas.openxmlformats.org/officeDocument/2006/relationships/slideLayout" Target="../slideLayouts/slideLayout101.xml"/><Relationship Id="rId37" Type="http://schemas.openxmlformats.org/officeDocument/2006/relationships/theme" Target="../theme/theme3.xml"/><Relationship Id="rId40" Type="http://schemas.openxmlformats.org/officeDocument/2006/relationships/image" Target="../media/image1.emf"/><Relationship Id="rId5" Type="http://schemas.openxmlformats.org/officeDocument/2006/relationships/slideLayout" Target="../slideLayouts/slideLayout74.xml"/><Relationship Id="rId15" Type="http://schemas.openxmlformats.org/officeDocument/2006/relationships/slideLayout" Target="../slideLayouts/slideLayout84.xml"/><Relationship Id="rId23" Type="http://schemas.openxmlformats.org/officeDocument/2006/relationships/slideLayout" Target="../slideLayouts/slideLayout92.xml"/><Relationship Id="rId28" Type="http://schemas.openxmlformats.org/officeDocument/2006/relationships/slideLayout" Target="../slideLayouts/slideLayout97.xml"/><Relationship Id="rId36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79.xml"/><Relationship Id="rId19" Type="http://schemas.openxmlformats.org/officeDocument/2006/relationships/slideLayout" Target="../slideLayouts/slideLayout88.xml"/><Relationship Id="rId31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slideLayout" Target="../slideLayouts/slideLayout83.xml"/><Relationship Id="rId22" Type="http://schemas.openxmlformats.org/officeDocument/2006/relationships/slideLayout" Target="../slideLayouts/slideLayout91.xml"/><Relationship Id="rId27" Type="http://schemas.openxmlformats.org/officeDocument/2006/relationships/slideLayout" Target="../slideLayouts/slideLayout96.xml"/><Relationship Id="rId30" Type="http://schemas.openxmlformats.org/officeDocument/2006/relationships/slideLayout" Target="../slideLayouts/slideLayout99.xml"/><Relationship Id="rId35" Type="http://schemas.openxmlformats.org/officeDocument/2006/relationships/slideLayout" Target="../slideLayouts/slideLayout104.xml"/><Relationship Id="rId8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86.xml"/><Relationship Id="rId25" Type="http://schemas.openxmlformats.org/officeDocument/2006/relationships/slideLayout" Target="../slideLayouts/slideLayout94.xml"/><Relationship Id="rId33" Type="http://schemas.openxmlformats.org/officeDocument/2006/relationships/slideLayout" Target="../slideLayouts/slideLayout102.xml"/><Relationship Id="rId38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B66366B1-536B-A837-F6E5-B2520CCB7A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1262730194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360" imgH="360" progId="TCLayout.ActiveDocument.1">
                  <p:embed/>
                </p:oleObj>
              </mc:Choice>
              <mc:Fallback>
                <p:oleObj name="think-cell Slide" r:id="rId38" imgW="360" imgH="36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B66366B1-536B-A837-F6E5-B2520CCB7A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Title Placeholder 1">
            <a:extLst>
              <a:ext uri="{FF2B5EF4-FFF2-40B4-BE49-F238E27FC236}">
                <a16:creationId xmlns:a16="http://schemas.microsoft.com/office/drawing/2014/main" id="{B515287C-9FCD-48FF-B633-2553214F1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5" y="547684"/>
            <a:ext cx="11040533" cy="80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    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DA051152-7541-47A2-BDD1-0188DE7B0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5735" y="1617132"/>
            <a:ext cx="11040533" cy="4212168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/>
          <a:p>
            <a:pPr lvl="0"/>
            <a:r>
              <a:rPr lang="nb-NO" noProof="0" err="1"/>
              <a:t>Text</a:t>
            </a:r>
            <a:r>
              <a:rPr lang="nb-NO" noProof="0"/>
              <a:t> first Level</a:t>
            </a:r>
          </a:p>
          <a:p>
            <a:pPr lvl="1"/>
            <a:r>
              <a:rPr lang="nb-NO" noProof="0"/>
              <a:t>Second </a:t>
            </a:r>
            <a:r>
              <a:rPr lang="nb-NO" noProof="0" err="1"/>
              <a:t>level</a:t>
            </a:r>
            <a:endParaRPr lang="nb-NO" noProof="0"/>
          </a:p>
          <a:p>
            <a:pPr lvl="2"/>
            <a:r>
              <a:rPr lang="nb-NO" noProof="0"/>
              <a:t>Third </a:t>
            </a:r>
            <a:r>
              <a:rPr lang="nb-NO" noProof="0" err="1"/>
              <a:t>level</a:t>
            </a:r>
            <a:endParaRPr lang="nb-NO" noProof="0"/>
          </a:p>
          <a:p>
            <a:pPr lvl="3"/>
            <a:r>
              <a:rPr lang="nb-NO" noProof="0" err="1"/>
              <a:t>Fourth</a:t>
            </a:r>
            <a:r>
              <a:rPr lang="nb-NO" noProof="0"/>
              <a:t> </a:t>
            </a:r>
            <a:r>
              <a:rPr lang="nb-NO" noProof="0" err="1"/>
              <a:t>level</a:t>
            </a:r>
            <a:endParaRPr lang="nb-NO" noProof="0"/>
          </a:p>
          <a:p>
            <a:pPr lvl="4"/>
            <a:r>
              <a:rPr lang="nb-NO" noProof="0"/>
              <a:t>Fifth </a:t>
            </a:r>
            <a:r>
              <a:rPr lang="nb-NO" noProof="0" err="1"/>
              <a:t>level</a:t>
            </a:r>
            <a:endParaRPr lang="nb-NO" noProof="0"/>
          </a:p>
        </p:txBody>
      </p:sp>
      <p:sp>
        <p:nvSpPr>
          <p:cNvPr id="115" name="TextBox 49">
            <a:extLst>
              <a:ext uri="{FF2B5EF4-FFF2-40B4-BE49-F238E27FC236}">
                <a16:creationId xmlns:a16="http://schemas.microsoft.com/office/drawing/2014/main" id="{76E39AC8-80BF-4DA6-9719-ACC923A292D1}"/>
              </a:ext>
            </a:extLst>
          </p:cNvPr>
          <p:cNvSpPr txBox="1"/>
          <p:nvPr/>
        </p:nvSpPr>
        <p:spPr>
          <a:xfrm>
            <a:off x="0" y="-630429"/>
            <a:ext cx="241300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0" noProof="0">
                <a:latin typeface="+mn-lt"/>
              </a:rPr>
              <a:t>STB/SPP </a:t>
            </a:r>
            <a:r>
              <a:rPr lang="nb-NO" sz="1067" b="0" noProof="0" err="1">
                <a:latin typeface="+mn-lt"/>
              </a:rPr>
              <a:t>white</a:t>
            </a:r>
            <a:r>
              <a:rPr lang="nb-NO" sz="1067" b="0" noProof="0">
                <a:latin typeface="+mn-lt"/>
              </a:rPr>
              <a:t> 2022 – 16:9</a:t>
            </a:r>
          </a:p>
        </p:txBody>
      </p:sp>
      <p:cxnSp>
        <p:nvCxnSpPr>
          <p:cNvPr id="119" name="Rett linje 118">
            <a:extLst>
              <a:ext uri="{FF2B5EF4-FFF2-40B4-BE49-F238E27FC236}">
                <a16:creationId xmlns:a16="http://schemas.microsoft.com/office/drawing/2014/main" id="{E94F13EF-795D-4F02-9127-9151AA428E5B}"/>
              </a:ext>
            </a:extLst>
          </p:cNvPr>
          <p:cNvCxnSpPr/>
          <p:nvPr/>
        </p:nvCxnSpPr>
        <p:spPr>
          <a:xfrm>
            <a:off x="6096000" y="7063717"/>
            <a:ext cx="0" cy="24000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Rett linje 128">
            <a:extLst>
              <a:ext uri="{FF2B5EF4-FFF2-40B4-BE49-F238E27FC236}">
                <a16:creationId xmlns:a16="http://schemas.microsoft.com/office/drawing/2014/main" id="{A5F4C838-F500-4B90-B27E-F38CFC5301EA}"/>
              </a:ext>
            </a:extLst>
          </p:cNvPr>
          <p:cNvCxnSpPr/>
          <p:nvPr/>
        </p:nvCxnSpPr>
        <p:spPr>
          <a:xfrm>
            <a:off x="11605381" y="7063717"/>
            <a:ext cx="0" cy="115824"/>
          </a:xfrm>
          <a:prstGeom prst="line">
            <a:avLst/>
          </a:prstGeom>
          <a:ln w="3175">
            <a:solidFill>
              <a:schemeClr val="tx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Rett linje 146">
            <a:extLst>
              <a:ext uri="{FF2B5EF4-FFF2-40B4-BE49-F238E27FC236}">
                <a16:creationId xmlns:a16="http://schemas.microsoft.com/office/drawing/2014/main" id="{914B6012-7EA6-451C-A791-EFDCB183B2E1}"/>
              </a:ext>
            </a:extLst>
          </p:cNvPr>
          <p:cNvCxnSpPr/>
          <p:nvPr/>
        </p:nvCxnSpPr>
        <p:spPr>
          <a:xfrm>
            <a:off x="564849" y="7063717"/>
            <a:ext cx="0" cy="115824"/>
          </a:xfrm>
          <a:prstGeom prst="line">
            <a:avLst/>
          </a:prstGeom>
          <a:ln w="3175">
            <a:solidFill>
              <a:schemeClr val="tx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Rett linje 150">
            <a:extLst>
              <a:ext uri="{FF2B5EF4-FFF2-40B4-BE49-F238E27FC236}">
                <a16:creationId xmlns:a16="http://schemas.microsoft.com/office/drawing/2014/main" id="{B6D3796B-AF60-4E7C-A44A-1313D9D81D84}"/>
              </a:ext>
            </a:extLst>
          </p:cNvPr>
          <p:cNvCxnSpPr>
            <a:cxnSpLocks/>
          </p:cNvCxnSpPr>
          <p:nvPr/>
        </p:nvCxnSpPr>
        <p:spPr>
          <a:xfrm rot="16200000">
            <a:off x="-293609" y="-145304"/>
            <a:ext cx="0" cy="290607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Rett linje 152">
            <a:extLst>
              <a:ext uri="{FF2B5EF4-FFF2-40B4-BE49-F238E27FC236}">
                <a16:creationId xmlns:a16="http://schemas.microsoft.com/office/drawing/2014/main" id="{CE0E1848-CF8F-4E26-BCE4-4E91193136C9}"/>
              </a:ext>
            </a:extLst>
          </p:cNvPr>
          <p:cNvCxnSpPr>
            <a:cxnSpLocks/>
          </p:cNvCxnSpPr>
          <p:nvPr/>
        </p:nvCxnSpPr>
        <p:spPr>
          <a:xfrm rot="16200000">
            <a:off x="-293609" y="3505338"/>
            <a:ext cx="0" cy="290607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Rett linje 153">
            <a:extLst>
              <a:ext uri="{FF2B5EF4-FFF2-40B4-BE49-F238E27FC236}">
                <a16:creationId xmlns:a16="http://schemas.microsoft.com/office/drawing/2014/main" id="{177243C6-47FB-4E23-BFEC-BA87D645D0A6}"/>
              </a:ext>
            </a:extLst>
          </p:cNvPr>
          <p:cNvCxnSpPr>
            <a:cxnSpLocks/>
          </p:cNvCxnSpPr>
          <p:nvPr/>
        </p:nvCxnSpPr>
        <p:spPr>
          <a:xfrm rot="16200000">
            <a:off x="-232453" y="1532986"/>
            <a:ext cx="0" cy="168297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Rett linje 157">
            <a:extLst>
              <a:ext uri="{FF2B5EF4-FFF2-40B4-BE49-F238E27FC236}">
                <a16:creationId xmlns:a16="http://schemas.microsoft.com/office/drawing/2014/main" id="{42BB593A-1B86-4DC0-BB2F-F706FF9637D6}"/>
              </a:ext>
            </a:extLst>
          </p:cNvPr>
          <p:cNvCxnSpPr>
            <a:cxnSpLocks/>
          </p:cNvCxnSpPr>
          <p:nvPr/>
        </p:nvCxnSpPr>
        <p:spPr>
          <a:xfrm rot="16200000">
            <a:off x="-218429" y="5751015"/>
            <a:ext cx="0" cy="140247"/>
          </a:xfrm>
          <a:prstGeom prst="line">
            <a:avLst/>
          </a:prstGeom>
          <a:ln w="3175">
            <a:solidFill>
              <a:schemeClr val="tx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TekstSylinder 224">
            <a:extLst>
              <a:ext uri="{FF2B5EF4-FFF2-40B4-BE49-F238E27FC236}">
                <a16:creationId xmlns:a16="http://schemas.microsoft.com/office/drawing/2014/main" id="{6494639C-40E1-4987-A007-AA176ACAB69F}"/>
              </a:ext>
            </a:extLst>
          </p:cNvPr>
          <p:cNvSpPr txBox="1"/>
          <p:nvPr/>
        </p:nvSpPr>
        <p:spPr>
          <a:xfrm>
            <a:off x="-148305" y="7001069"/>
            <a:ext cx="12205905" cy="42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/>
              <a:t>Photo </a:t>
            </a:r>
            <a:r>
              <a:rPr lang="nb-NO" sz="1067" b="1" err="1"/>
              <a:t>rights</a:t>
            </a:r>
            <a:r>
              <a:rPr lang="nb-NO" sz="1067" b="1"/>
              <a:t>: </a:t>
            </a:r>
            <a:r>
              <a:rPr lang="nb-NO" sz="1067" b="0"/>
              <a:t>It's not </a:t>
            </a:r>
            <a:r>
              <a:rPr lang="nb-NO" sz="1067" b="0" err="1"/>
              <a:t>allowed</a:t>
            </a:r>
            <a:r>
              <a:rPr lang="nb-NO" sz="1067" b="0"/>
              <a:t> to </a:t>
            </a:r>
            <a:r>
              <a:rPr lang="nb-NO" sz="1067" b="0" err="1"/>
              <a:t>copy</a:t>
            </a:r>
            <a:r>
              <a:rPr lang="nb-NO" sz="1067" b="0"/>
              <a:t>/</a:t>
            </a:r>
            <a:r>
              <a:rPr lang="nb-NO" sz="1067" b="0" err="1"/>
              <a:t>use</a:t>
            </a:r>
            <a:r>
              <a:rPr lang="nb-NO" sz="1067" b="0"/>
              <a:t> </a:t>
            </a:r>
            <a:r>
              <a:rPr lang="nb-NO" sz="1067" b="0" err="1"/>
              <a:t>pictures</a:t>
            </a:r>
            <a:r>
              <a:rPr lang="nb-NO" sz="1067" b="0"/>
              <a:t> </a:t>
            </a:r>
            <a:r>
              <a:rPr lang="nb-NO" sz="1067" b="0" err="1"/>
              <a:t>without</a:t>
            </a:r>
            <a:r>
              <a:rPr lang="nb-NO" sz="1067" b="0"/>
              <a:t> </a:t>
            </a:r>
            <a:r>
              <a:rPr lang="nb-NO" sz="1067" b="0" err="1"/>
              <a:t>the</a:t>
            </a:r>
            <a:r>
              <a:rPr lang="nb-NO" sz="1067" b="0"/>
              <a:t> </a:t>
            </a:r>
            <a:r>
              <a:rPr lang="nb-NO" sz="1067" b="0" err="1"/>
              <a:t>rights</a:t>
            </a:r>
            <a:r>
              <a:rPr lang="nb-NO" sz="1067" b="0"/>
              <a:t> </a:t>
            </a:r>
            <a:r>
              <a:rPr lang="nb-NO" sz="1067" b="0" err="1"/>
              <a:t>being</a:t>
            </a:r>
            <a:r>
              <a:rPr lang="nb-NO" sz="1067" b="0"/>
              <a:t> </a:t>
            </a:r>
            <a:r>
              <a:rPr lang="nb-NO" sz="1067" b="0" err="1"/>
              <a:t>clarified</a:t>
            </a:r>
            <a:r>
              <a:rPr lang="nb-NO" sz="1067" b="0"/>
              <a:t> </a:t>
            </a:r>
            <a:r>
              <a:rPr lang="nb-NO" sz="1067" b="0" err="1"/>
              <a:t>with</a:t>
            </a:r>
            <a:r>
              <a:rPr lang="nb-NO" sz="1067" b="0"/>
              <a:t> </a:t>
            </a:r>
            <a:r>
              <a:rPr lang="nb-NO" sz="1067" b="0" err="1"/>
              <a:t>the</a:t>
            </a:r>
            <a:r>
              <a:rPr lang="nb-NO" sz="1067" b="0"/>
              <a:t> </a:t>
            </a:r>
            <a:r>
              <a:rPr lang="nb-NO" sz="1067" b="0" err="1"/>
              <a:t>photographer</a:t>
            </a:r>
            <a:r>
              <a:rPr lang="nb-NO" sz="1067" b="0"/>
              <a:t>/</a:t>
            </a:r>
            <a:r>
              <a:rPr lang="nb-NO" sz="1067" b="0" err="1"/>
              <a:t>photo</a:t>
            </a:r>
            <a:r>
              <a:rPr lang="nb-NO" sz="1067" b="0"/>
              <a:t> </a:t>
            </a:r>
            <a:r>
              <a:rPr lang="nb-NO" sz="1067" b="0" err="1"/>
              <a:t>agency</a:t>
            </a:r>
            <a:r>
              <a:rPr lang="nb-NO" sz="1067" b="0"/>
              <a:t>. </a:t>
            </a:r>
            <a:r>
              <a:rPr lang="nb-NO" sz="1067" b="0" err="1"/>
              <a:t>Use</a:t>
            </a:r>
            <a:r>
              <a:rPr lang="nb-NO" sz="1067" b="0"/>
              <a:t> </a:t>
            </a:r>
            <a:r>
              <a:rPr lang="nb-NO" sz="1067" b="0" err="1"/>
              <a:t>pictures</a:t>
            </a:r>
            <a:r>
              <a:rPr lang="nb-NO" sz="1067" b="0"/>
              <a:t> from Storebrand/SPP image bank. </a:t>
            </a:r>
            <a:r>
              <a:rPr lang="nb-NO" sz="1067" b="0" err="1"/>
              <a:t>You</a:t>
            </a:r>
            <a:r>
              <a:rPr lang="nb-NO" sz="1067" b="0"/>
              <a:t> </a:t>
            </a:r>
            <a:r>
              <a:rPr lang="nb-NO" sz="1067" b="0" err="1"/>
              <a:t>can</a:t>
            </a:r>
            <a:r>
              <a:rPr lang="nb-NO" sz="1067" b="0"/>
              <a:t> </a:t>
            </a:r>
            <a:r>
              <a:rPr lang="nb-NO" sz="1067" b="0" err="1"/>
              <a:t>find</a:t>
            </a:r>
            <a:r>
              <a:rPr lang="nb-NO" sz="1067" b="0"/>
              <a:t> a </a:t>
            </a:r>
            <a:r>
              <a:rPr lang="nb-NO" sz="1067" b="0" err="1"/>
              <a:t>button</a:t>
            </a:r>
            <a:r>
              <a:rPr lang="nb-NO" sz="1067" b="0"/>
              <a:t> to </a:t>
            </a:r>
            <a:r>
              <a:rPr lang="nb-NO" sz="1067" b="0" err="1"/>
              <a:t>the</a:t>
            </a:r>
            <a:r>
              <a:rPr lang="nb-NO" sz="1067" b="0"/>
              <a:t> far right </a:t>
            </a:r>
            <a:r>
              <a:rPr lang="nb-NO" sz="1067" b="0" err="1"/>
              <a:t>of</a:t>
            </a:r>
            <a:r>
              <a:rPr lang="nb-NO" sz="1067" b="0"/>
              <a:t> </a:t>
            </a:r>
            <a:r>
              <a:rPr lang="nb-NO" sz="1067" b="0" err="1"/>
              <a:t>the</a:t>
            </a:r>
            <a:r>
              <a:rPr lang="nb-NO" sz="1067" b="0"/>
              <a:t> </a:t>
            </a:r>
            <a:r>
              <a:rPr lang="nb-NO" sz="1067" b="0" err="1"/>
              <a:t>menu</a:t>
            </a:r>
            <a:r>
              <a:rPr lang="nb-NO" sz="1067" b="0"/>
              <a:t> "sett inn" </a:t>
            </a:r>
            <a:r>
              <a:rPr lang="nb-NO" sz="1067" b="0" err="1"/>
              <a:t>that</a:t>
            </a:r>
            <a:r>
              <a:rPr lang="nb-NO" sz="1067" b="0"/>
              <a:t> </a:t>
            </a:r>
            <a:r>
              <a:rPr lang="nb-NO" sz="1067" b="0" err="1"/>
              <a:t>connects</a:t>
            </a:r>
            <a:r>
              <a:rPr lang="nb-NO" sz="1067" b="0"/>
              <a:t> </a:t>
            </a:r>
            <a:r>
              <a:rPr lang="nb-NO" sz="1067" b="0" err="1"/>
              <a:t>you</a:t>
            </a:r>
            <a:r>
              <a:rPr lang="nb-NO" sz="1067" b="0"/>
              <a:t> </a:t>
            </a:r>
            <a:r>
              <a:rPr lang="nb-NO" sz="1067" b="0" err="1"/>
              <a:t>directly</a:t>
            </a:r>
            <a:r>
              <a:rPr lang="nb-NO" sz="1067" b="0"/>
              <a:t> to </a:t>
            </a:r>
            <a:r>
              <a:rPr lang="nb-NO" sz="1067" b="0" err="1"/>
              <a:t>the</a:t>
            </a:r>
            <a:r>
              <a:rPr lang="nb-NO" sz="1067" b="0"/>
              <a:t> image bank. </a:t>
            </a:r>
            <a:endParaRPr lang="en-GB" sz="1067" b="1"/>
          </a:p>
        </p:txBody>
      </p:sp>
      <p:pic>
        <p:nvPicPr>
          <p:cNvPr id="229" name="Bilde 228">
            <a:extLst>
              <a:ext uri="{FF2B5EF4-FFF2-40B4-BE49-F238E27FC236}">
                <a16:creationId xmlns:a16="http://schemas.microsoft.com/office/drawing/2014/main" id="{3F28F2BB-B866-4210-A769-D15E27438100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133262" y="-1495075"/>
            <a:ext cx="3072645" cy="1277620"/>
          </a:xfrm>
          <a:prstGeom prst="rect">
            <a:avLst/>
          </a:prstGeom>
        </p:spPr>
      </p:pic>
      <p:cxnSp>
        <p:nvCxnSpPr>
          <p:cNvPr id="228" name="Rett linje 227">
            <a:extLst>
              <a:ext uri="{FF2B5EF4-FFF2-40B4-BE49-F238E27FC236}">
                <a16:creationId xmlns:a16="http://schemas.microsoft.com/office/drawing/2014/main" id="{A0B380D3-2591-4F53-9759-6BC4B71689ED}"/>
              </a:ext>
            </a:extLst>
          </p:cNvPr>
          <p:cNvCxnSpPr>
            <a:cxnSpLocks/>
          </p:cNvCxnSpPr>
          <p:nvPr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38">
            <a:extLst>
              <a:ext uri="{FF2B5EF4-FFF2-40B4-BE49-F238E27FC236}">
                <a16:creationId xmlns:a16="http://schemas.microsoft.com/office/drawing/2014/main" id="{A155B4D4-632D-41E5-85D9-AC4806339D08}"/>
              </a:ext>
            </a:extLst>
          </p:cNvPr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061" y="6543567"/>
            <a:ext cx="1362072" cy="195884"/>
          </a:xfrm>
          <a:prstGeom prst="rect">
            <a:avLst/>
          </a:prstGeom>
        </p:spPr>
      </p:pic>
      <p:cxnSp>
        <p:nvCxnSpPr>
          <p:cNvPr id="44" name="Rett linje 43">
            <a:extLst>
              <a:ext uri="{FF2B5EF4-FFF2-40B4-BE49-F238E27FC236}">
                <a16:creationId xmlns:a16="http://schemas.microsoft.com/office/drawing/2014/main" id="{9A1AF5C9-5511-4180-93B0-7178DE5473D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232453" y="464069"/>
            <a:ext cx="0" cy="168297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Bilde 6">
            <a:extLst>
              <a:ext uri="{FF2B5EF4-FFF2-40B4-BE49-F238E27FC236}">
                <a16:creationId xmlns:a16="http://schemas.microsoft.com/office/drawing/2014/main" id="{605F7CE3-3415-44B6-AD55-288D970A48D3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>
          <a:xfrm>
            <a:off x="4872792" y="-1016352"/>
            <a:ext cx="4026433" cy="798896"/>
          </a:xfrm>
          <a:prstGeom prst="rect">
            <a:avLst/>
          </a:prstGeom>
        </p:spPr>
      </p:pic>
      <p:sp>
        <p:nvSpPr>
          <p:cNvPr id="8" name="TekstSylinder 7">
            <a:extLst>
              <a:ext uri="{FF2B5EF4-FFF2-40B4-BE49-F238E27FC236}">
                <a16:creationId xmlns:a16="http://schemas.microsoft.com/office/drawing/2014/main" id="{5A085C77-2CB8-4F87-9057-0098763E9EE8}"/>
              </a:ext>
            </a:extLst>
          </p:cNvPr>
          <p:cNvSpPr txBox="1"/>
          <p:nvPr userDrawn="1"/>
        </p:nvSpPr>
        <p:spPr>
          <a:xfrm>
            <a:off x="4792830" y="-1559728"/>
            <a:ext cx="3198311" cy="420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67"/>
              <a:t>Graph </a:t>
            </a:r>
            <a:r>
              <a:rPr lang="nb-NO" sz="1067" err="1"/>
              <a:t>colors</a:t>
            </a:r>
            <a:r>
              <a:rPr lang="nb-NO" sz="1067"/>
              <a:t> – </a:t>
            </a:r>
            <a:r>
              <a:rPr lang="nb-NO" sz="1067" err="1"/>
              <a:t>use</a:t>
            </a:r>
            <a:r>
              <a:rPr lang="nb-NO" sz="1067"/>
              <a:t> </a:t>
            </a:r>
            <a:r>
              <a:rPr lang="nb-NO" sz="1067" err="1"/>
              <a:t>eyedropper</a:t>
            </a:r>
            <a:r>
              <a:rPr lang="nb-NO" sz="1067"/>
              <a:t>/pipette </a:t>
            </a:r>
            <a:r>
              <a:rPr lang="nb-NO" sz="1067" err="1"/>
              <a:t>tool</a:t>
            </a:r>
            <a:r>
              <a:rPr lang="nb-NO" sz="1067"/>
              <a:t> </a:t>
            </a:r>
            <a:br>
              <a:rPr lang="nb-NO" sz="1067"/>
            </a:br>
            <a:r>
              <a:rPr lang="nb-NO" sz="1067"/>
              <a:t>to </a:t>
            </a:r>
            <a:r>
              <a:rPr lang="nb-NO" sz="1067" err="1"/>
              <a:t>add</a:t>
            </a:r>
            <a:r>
              <a:rPr lang="nb-NO" sz="1067"/>
              <a:t> </a:t>
            </a:r>
            <a:r>
              <a:rPr lang="nb-NO" sz="1067" err="1"/>
              <a:t>color</a:t>
            </a:r>
            <a:r>
              <a:rPr lang="nb-NO" sz="1067"/>
              <a:t> to </a:t>
            </a:r>
            <a:r>
              <a:rPr lang="nb-NO" sz="1067" err="1"/>
              <a:t>your</a:t>
            </a:r>
            <a:r>
              <a:rPr lang="nb-NO" sz="1067"/>
              <a:t> </a:t>
            </a:r>
            <a:r>
              <a:rPr lang="nb-NO" sz="1067" err="1"/>
              <a:t>graph</a:t>
            </a:r>
            <a:r>
              <a:rPr lang="nb-NO" sz="1067"/>
              <a:t>/</a:t>
            </a:r>
            <a:r>
              <a:rPr lang="nb-NO" sz="1067" err="1"/>
              <a:t>chart</a:t>
            </a:r>
            <a:r>
              <a:rPr lang="nb-NO" sz="1067"/>
              <a:t>. </a:t>
            </a:r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5999C6FA-61F6-47D3-AC91-7F79C63D6ACB}"/>
              </a:ext>
            </a:extLst>
          </p:cNvPr>
          <p:cNvPicPr>
            <a:picLocks noChangeAspect="1"/>
          </p:cNvPicPr>
          <p:nvPr userDrawn="1"/>
        </p:nvPicPr>
        <p:blipFill>
          <a:blip r:embed="rId43"/>
          <a:stretch>
            <a:fillRect/>
          </a:stretch>
        </p:blipFill>
        <p:spPr>
          <a:xfrm>
            <a:off x="8053139" y="-1491211"/>
            <a:ext cx="338684" cy="381020"/>
          </a:xfrm>
          <a:prstGeom prst="rect">
            <a:avLst/>
          </a:prstGeom>
        </p:spPr>
      </p:pic>
      <p:sp>
        <p:nvSpPr>
          <p:cNvPr id="2" name="Plassholder for lysbildenummer 1">
            <a:extLst>
              <a:ext uri="{FF2B5EF4-FFF2-40B4-BE49-F238E27FC236}">
                <a16:creationId xmlns:a16="http://schemas.microsoft.com/office/drawing/2014/main" id="{8180B099-C899-49D4-AF57-4593AD629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07810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</p:sldLayoutIdLst>
  <p:transition>
    <p:fade/>
  </p:transition>
  <p:hf sldNum="0" hdr="0" ftr="0" dt="0"/>
  <p:txStyles>
    <p:titleStyle>
      <a:lvl1pPr algn="l" defTabSz="609585" rtl="0" eaLnBrk="1" latinLnBrk="0" hangingPunct="1">
        <a:spcBef>
          <a:spcPct val="0"/>
        </a:spcBef>
        <a:buNone/>
        <a:defRPr sz="2933" kern="1200" baseline="0">
          <a:solidFill>
            <a:srgbClr val="BF0900"/>
          </a:solidFill>
          <a:latin typeface="Verdana"/>
          <a:ea typeface="+mj-ea"/>
          <a:cs typeface="Verdana"/>
        </a:defRPr>
      </a:lvl1pPr>
    </p:titleStyle>
    <p:bodyStyle>
      <a:lvl1pPr marL="167996" indent="-167996" algn="l" defTabSz="609585" rtl="0" eaLnBrk="1" latinLnBrk="0" hangingPunct="1">
        <a:spcBef>
          <a:spcPts val="1600"/>
        </a:spcBef>
        <a:buClr>
          <a:schemeClr val="tx2"/>
        </a:buClr>
        <a:buFont typeface="Arial"/>
        <a:buChar char="•"/>
        <a:defRPr sz="2400" kern="1200" baseline="0">
          <a:solidFill>
            <a:schemeClr val="tx1"/>
          </a:solidFill>
          <a:latin typeface="Verdana"/>
          <a:ea typeface="+mn-ea"/>
          <a:cs typeface="Verdana"/>
        </a:defRPr>
      </a:lvl1pPr>
      <a:lvl2pPr marL="359991" indent="-167996" algn="l" defTabSz="609585" rtl="0" eaLnBrk="1" latinLnBrk="0" hangingPunct="1">
        <a:spcBef>
          <a:spcPts val="400"/>
        </a:spcBef>
        <a:buClr>
          <a:schemeClr val="tx2"/>
        </a:buClr>
        <a:buFont typeface="Lucida Grande"/>
        <a:buChar char="-"/>
        <a:defRPr sz="2133" kern="1200">
          <a:solidFill>
            <a:schemeClr val="tx1"/>
          </a:solidFill>
          <a:latin typeface="Verdana"/>
          <a:ea typeface="+mn-ea"/>
          <a:cs typeface="Verdana"/>
        </a:defRPr>
      </a:lvl2pPr>
      <a:lvl3pPr marL="537587" indent="-167213" algn="l" defTabSz="609585" rtl="0" eaLnBrk="1" latinLnBrk="0" hangingPunct="1">
        <a:spcBef>
          <a:spcPct val="20000"/>
        </a:spcBef>
        <a:buFont typeface="Lucida Grande"/>
        <a:buChar char="-"/>
        <a:defRPr sz="2133" kern="1200">
          <a:solidFill>
            <a:schemeClr val="tx1"/>
          </a:solidFill>
          <a:latin typeface="Verdana"/>
          <a:ea typeface="+mn-ea"/>
          <a:cs typeface="Verdana"/>
        </a:defRPr>
      </a:lvl3pPr>
      <a:lvl4pPr marL="719649" indent="-167213" algn="l" defTabSz="609585" rtl="0" eaLnBrk="1" latinLnBrk="0" hangingPunct="1">
        <a:spcBef>
          <a:spcPct val="20000"/>
        </a:spcBef>
        <a:buFont typeface="Arial"/>
        <a:buChar char="–"/>
        <a:defRPr sz="1867" kern="1200">
          <a:solidFill>
            <a:schemeClr val="tx1"/>
          </a:solidFill>
          <a:latin typeface="Verdana"/>
          <a:ea typeface="+mn-ea"/>
          <a:cs typeface="Verdana"/>
        </a:defRPr>
      </a:lvl4pPr>
      <a:lvl5pPr marL="956709" indent="-237061" algn="l" defTabSz="609585" rtl="0" eaLnBrk="1" latinLnBrk="0" hangingPunct="1">
        <a:spcBef>
          <a:spcPct val="20000"/>
        </a:spcBef>
        <a:buFont typeface="Arial"/>
        <a:buChar char="»"/>
        <a:defRPr sz="1867" kern="1200">
          <a:solidFill>
            <a:schemeClr val="tx1"/>
          </a:solidFill>
          <a:latin typeface="Verdana"/>
          <a:ea typeface="+mn-ea"/>
          <a:cs typeface="Verdana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12">
          <p15:clr>
            <a:srgbClr val="F26B43"/>
          </p15:clr>
        </p15:guide>
        <p15:guide id="3" orient="horz" pos="123">
          <p15:clr>
            <a:srgbClr val="F26B43"/>
          </p15:clr>
        </p15:guide>
        <p15:guide id="4" pos="5488">
          <p15:clr>
            <a:srgbClr val="F26B43"/>
          </p15:clr>
        </p15:guide>
        <p15:guide id="6" orient="horz" pos="764">
          <p15:clr>
            <a:srgbClr val="F26B43"/>
          </p15:clr>
        </p15:guide>
        <p15:guide id="7" pos="272">
          <p15:clr>
            <a:srgbClr val="F26B43"/>
          </p15:clr>
        </p15:guide>
        <p15:guide id="8" orient="horz" pos="259">
          <p15:clr>
            <a:srgbClr val="F26B43"/>
          </p15:clr>
        </p15:guide>
        <p15:guide id="9" pos="2948">
          <p15:clr>
            <a:srgbClr val="F26B43"/>
          </p15:clr>
        </p15:guide>
        <p15:guide id="10" orient="horz" pos="2754">
          <p15:clr>
            <a:srgbClr val="F26B43"/>
          </p15:clr>
        </p15:guide>
        <p15:guide id="11" pos="136">
          <p15:clr>
            <a:srgbClr val="F26B43"/>
          </p15:clr>
        </p15:guide>
        <p15:guide id="12" pos="5624">
          <p15:clr>
            <a:srgbClr val="F26B43"/>
          </p15:clr>
        </p15:guide>
        <p15:guide id="13" orient="horz" pos="2890">
          <p15:clr>
            <a:srgbClr val="F26B43"/>
          </p15:clr>
        </p15:guide>
        <p15:guide id="14" orient="horz" pos="172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0AF46A7-6FFE-7258-4D9B-2064FE0A66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3320271195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7" imgW="408" imgH="408" progId="TCLayout.ActiveDocument.1">
                  <p:embed/>
                </p:oleObj>
              </mc:Choice>
              <mc:Fallback>
                <p:oleObj name="think-cell Slide" r:id="rId37" imgW="408" imgH="40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0AF46A7-6FFE-7258-4D9B-2064FE0A66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Title Placeholder 1">
            <a:extLst>
              <a:ext uri="{FF2B5EF4-FFF2-40B4-BE49-F238E27FC236}">
                <a16:creationId xmlns:a16="http://schemas.microsoft.com/office/drawing/2014/main" id="{B515287C-9FCD-48FF-B633-2553214F1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735" y="547684"/>
            <a:ext cx="11040533" cy="80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, </a:t>
            </a:r>
            <a:r>
              <a:rPr lang="nb-NO" noProof="0" err="1"/>
              <a:t>max</a:t>
            </a:r>
            <a:r>
              <a:rPr lang="nb-NO" noProof="0"/>
              <a:t> 2 lines    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DA051152-7541-47A2-BDD1-0188DE7B0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5735" y="1617132"/>
            <a:ext cx="11040533" cy="4212168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/>
          <a:p>
            <a:pPr lvl="0"/>
            <a:r>
              <a:rPr lang="nb-NO" noProof="0" err="1"/>
              <a:t>Text</a:t>
            </a:r>
            <a:r>
              <a:rPr lang="nb-NO" noProof="0"/>
              <a:t> first Level</a:t>
            </a:r>
          </a:p>
          <a:p>
            <a:pPr lvl="1"/>
            <a:r>
              <a:rPr lang="nb-NO" noProof="0"/>
              <a:t>Second </a:t>
            </a:r>
            <a:r>
              <a:rPr lang="nb-NO" noProof="0" err="1"/>
              <a:t>level</a:t>
            </a:r>
            <a:endParaRPr lang="nb-NO" noProof="0"/>
          </a:p>
          <a:p>
            <a:pPr lvl="2"/>
            <a:r>
              <a:rPr lang="nb-NO" noProof="0"/>
              <a:t>Third </a:t>
            </a:r>
            <a:r>
              <a:rPr lang="nb-NO" noProof="0" err="1"/>
              <a:t>level</a:t>
            </a:r>
            <a:endParaRPr lang="nb-NO" noProof="0"/>
          </a:p>
          <a:p>
            <a:pPr lvl="3"/>
            <a:r>
              <a:rPr lang="nb-NO" noProof="0" err="1"/>
              <a:t>Fourth</a:t>
            </a:r>
            <a:r>
              <a:rPr lang="nb-NO" noProof="0"/>
              <a:t> </a:t>
            </a:r>
            <a:r>
              <a:rPr lang="nb-NO" noProof="0" err="1"/>
              <a:t>level</a:t>
            </a:r>
            <a:endParaRPr lang="nb-NO" noProof="0"/>
          </a:p>
          <a:p>
            <a:pPr lvl="4"/>
            <a:r>
              <a:rPr lang="nb-NO" noProof="0"/>
              <a:t>Fifth </a:t>
            </a:r>
            <a:r>
              <a:rPr lang="nb-NO" noProof="0" err="1"/>
              <a:t>level</a:t>
            </a:r>
            <a:endParaRPr lang="nb-NO" noProof="0"/>
          </a:p>
        </p:txBody>
      </p:sp>
      <p:sp>
        <p:nvSpPr>
          <p:cNvPr id="115" name="TextBox 49">
            <a:extLst>
              <a:ext uri="{FF2B5EF4-FFF2-40B4-BE49-F238E27FC236}">
                <a16:creationId xmlns:a16="http://schemas.microsoft.com/office/drawing/2014/main" id="{76E39AC8-80BF-4DA6-9719-ACC923A292D1}"/>
              </a:ext>
            </a:extLst>
          </p:cNvPr>
          <p:cNvSpPr txBox="1"/>
          <p:nvPr/>
        </p:nvSpPr>
        <p:spPr>
          <a:xfrm>
            <a:off x="0" y="-630429"/>
            <a:ext cx="241300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0" noProof="0">
                <a:latin typeface="+mn-lt"/>
              </a:rPr>
              <a:t>STB/SPP </a:t>
            </a:r>
            <a:r>
              <a:rPr lang="nb-NO" sz="1067" b="0" noProof="0" err="1">
                <a:latin typeface="+mn-lt"/>
              </a:rPr>
              <a:t>white</a:t>
            </a:r>
            <a:r>
              <a:rPr lang="nb-NO" sz="1067" b="0" noProof="0">
                <a:latin typeface="+mn-lt"/>
              </a:rPr>
              <a:t> 2022 – 16:9</a:t>
            </a:r>
          </a:p>
        </p:txBody>
      </p:sp>
      <p:cxnSp>
        <p:nvCxnSpPr>
          <p:cNvPr id="119" name="Rett linje 118">
            <a:extLst>
              <a:ext uri="{FF2B5EF4-FFF2-40B4-BE49-F238E27FC236}">
                <a16:creationId xmlns:a16="http://schemas.microsoft.com/office/drawing/2014/main" id="{E94F13EF-795D-4F02-9127-9151AA428E5B}"/>
              </a:ext>
            </a:extLst>
          </p:cNvPr>
          <p:cNvCxnSpPr/>
          <p:nvPr/>
        </p:nvCxnSpPr>
        <p:spPr>
          <a:xfrm>
            <a:off x="6096000" y="7063717"/>
            <a:ext cx="0" cy="24000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Rett linje 128">
            <a:extLst>
              <a:ext uri="{FF2B5EF4-FFF2-40B4-BE49-F238E27FC236}">
                <a16:creationId xmlns:a16="http://schemas.microsoft.com/office/drawing/2014/main" id="{A5F4C838-F500-4B90-B27E-F38CFC5301EA}"/>
              </a:ext>
            </a:extLst>
          </p:cNvPr>
          <p:cNvCxnSpPr/>
          <p:nvPr/>
        </p:nvCxnSpPr>
        <p:spPr>
          <a:xfrm>
            <a:off x="11605381" y="7063717"/>
            <a:ext cx="0" cy="115824"/>
          </a:xfrm>
          <a:prstGeom prst="line">
            <a:avLst/>
          </a:prstGeom>
          <a:ln w="3175">
            <a:solidFill>
              <a:schemeClr val="tx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Rett linje 146">
            <a:extLst>
              <a:ext uri="{FF2B5EF4-FFF2-40B4-BE49-F238E27FC236}">
                <a16:creationId xmlns:a16="http://schemas.microsoft.com/office/drawing/2014/main" id="{914B6012-7EA6-451C-A791-EFDCB183B2E1}"/>
              </a:ext>
            </a:extLst>
          </p:cNvPr>
          <p:cNvCxnSpPr/>
          <p:nvPr/>
        </p:nvCxnSpPr>
        <p:spPr>
          <a:xfrm>
            <a:off x="564849" y="7063717"/>
            <a:ext cx="0" cy="115824"/>
          </a:xfrm>
          <a:prstGeom prst="line">
            <a:avLst/>
          </a:prstGeom>
          <a:ln w="3175">
            <a:solidFill>
              <a:schemeClr val="tx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Rett linje 150">
            <a:extLst>
              <a:ext uri="{FF2B5EF4-FFF2-40B4-BE49-F238E27FC236}">
                <a16:creationId xmlns:a16="http://schemas.microsoft.com/office/drawing/2014/main" id="{B6D3796B-AF60-4E7C-A44A-1313D9D81D84}"/>
              </a:ext>
            </a:extLst>
          </p:cNvPr>
          <p:cNvCxnSpPr>
            <a:cxnSpLocks/>
          </p:cNvCxnSpPr>
          <p:nvPr/>
        </p:nvCxnSpPr>
        <p:spPr>
          <a:xfrm rot="16200000">
            <a:off x="-293609" y="-145304"/>
            <a:ext cx="0" cy="290607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Rett linje 152">
            <a:extLst>
              <a:ext uri="{FF2B5EF4-FFF2-40B4-BE49-F238E27FC236}">
                <a16:creationId xmlns:a16="http://schemas.microsoft.com/office/drawing/2014/main" id="{CE0E1848-CF8F-4E26-BCE4-4E91193136C9}"/>
              </a:ext>
            </a:extLst>
          </p:cNvPr>
          <p:cNvCxnSpPr>
            <a:cxnSpLocks/>
          </p:cNvCxnSpPr>
          <p:nvPr/>
        </p:nvCxnSpPr>
        <p:spPr>
          <a:xfrm rot="16200000">
            <a:off x="-293609" y="3505338"/>
            <a:ext cx="0" cy="290607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Rett linje 153">
            <a:extLst>
              <a:ext uri="{FF2B5EF4-FFF2-40B4-BE49-F238E27FC236}">
                <a16:creationId xmlns:a16="http://schemas.microsoft.com/office/drawing/2014/main" id="{177243C6-47FB-4E23-BFEC-BA87D645D0A6}"/>
              </a:ext>
            </a:extLst>
          </p:cNvPr>
          <p:cNvCxnSpPr>
            <a:cxnSpLocks/>
          </p:cNvCxnSpPr>
          <p:nvPr/>
        </p:nvCxnSpPr>
        <p:spPr>
          <a:xfrm rot="16200000">
            <a:off x="-232453" y="1532986"/>
            <a:ext cx="0" cy="168297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Rett linje 157">
            <a:extLst>
              <a:ext uri="{FF2B5EF4-FFF2-40B4-BE49-F238E27FC236}">
                <a16:creationId xmlns:a16="http://schemas.microsoft.com/office/drawing/2014/main" id="{42BB593A-1B86-4DC0-BB2F-F706FF9637D6}"/>
              </a:ext>
            </a:extLst>
          </p:cNvPr>
          <p:cNvCxnSpPr>
            <a:cxnSpLocks/>
          </p:cNvCxnSpPr>
          <p:nvPr/>
        </p:nvCxnSpPr>
        <p:spPr>
          <a:xfrm rot="16200000">
            <a:off x="-218429" y="5751015"/>
            <a:ext cx="0" cy="140247"/>
          </a:xfrm>
          <a:prstGeom prst="line">
            <a:avLst/>
          </a:prstGeom>
          <a:ln w="3175">
            <a:solidFill>
              <a:schemeClr val="tx1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TekstSylinder 224">
            <a:extLst>
              <a:ext uri="{FF2B5EF4-FFF2-40B4-BE49-F238E27FC236}">
                <a16:creationId xmlns:a16="http://schemas.microsoft.com/office/drawing/2014/main" id="{6494639C-40E1-4987-A007-AA176ACAB69F}"/>
              </a:ext>
            </a:extLst>
          </p:cNvPr>
          <p:cNvSpPr txBox="1"/>
          <p:nvPr/>
        </p:nvSpPr>
        <p:spPr>
          <a:xfrm>
            <a:off x="-148305" y="7001069"/>
            <a:ext cx="12205905" cy="42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/>
              <a:t>Photo </a:t>
            </a:r>
            <a:r>
              <a:rPr lang="nb-NO" sz="1067" b="1" err="1"/>
              <a:t>rights</a:t>
            </a:r>
            <a:r>
              <a:rPr lang="nb-NO" sz="1067" b="1"/>
              <a:t>: </a:t>
            </a:r>
            <a:r>
              <a:rPr lang="nb-NO" sz="1067" b="0"/>
              <a:t>It's not </a:t>
            </a:r>
            <a:r>
              <a:rPr lang="nb-NO" sz="1067" b="0" err="1"/>
              <a:t>allowed</a:t>
            </a:r>
            <a:r>
              <a:rPr lang="nb-NO" sz="1067" b="0"/>
              <a:t> to </a:t>
            </a:r>
            <a:r>
              <a:rPr lang="nb-NO" sz="1067" b="0" err="1"/>
              <a:t>copy</a:t>
            </a:r>
            <a:r>
              <a:rPr lang="nb-NO" sz="1067" b="0"/>
              <a:t>/</a:t>
            </a:r>
            <a:r>
              <a:rPr lang="nb-NO" sz="1067" b="0" err="1"/>
              <a:t>use</a:t>
            </a:r>
            <a:r>
              <a:rPr lang="nb-NO" sz="1067" b="0"/>
              <a:t> </a:t>
            </a:r>
            <a:r>
              <a:rPr lang="nb-NO" sz="1067" b="0" err="1"/>
              <a:t>pictures</a:t>
            </a:r>
            <a:r>
              <a:rPr lang="nb-NO" sz="1067" b="0"/>
              <a:t> </a:t>
            </a:r>
            <a:r>
              <a:rPr lang="nb-NO" sz="1067" b="0" err="1"/>
              <a:t>without</a:t>
            </a:r>
            <a:r>
              <a:rPr lang="nb-NO" sz="1067" b="0"/>
              <a:t> </a:t>
            </a:r>
            <a:r>
              <a:rPr lang="nb-NO" sz="1067" b="0" err="1"/>
              <a:t>the</a:t>
            </a:r>
            <a:r>
              <a:rPr lang="nb-NO" sz="1067" b="0"/>
              <a:t> </a:t>
            </a:r>
            <a:r>
              <a:rPr lang="nb-NO" sz="1067" b="0" err="1"/>
              <a:t>rights</a:t>
            </a:r>
            <a:r>
              <a:rPr lang="nb-NO" sz="1067" b="0"/>
              <a:t> </a:t>
            </a:r>
            <a:r>
              <a:rPr lang="nb-NO" sz="1067" b="0" err="1"/>
              <a:t>being</a:t>
            </a:r>
            <a:r>
              <a:rPr lang="nb-NO" sz="1067" b="0"/>
              <a:t> </a:t>
            </a:r>
            <a:r>
              <a:rPr lang="nb-NO" sz="1067" b="0" err="1"/>
              <a:t>clarified</a:t>
            </a:r>
            <a:r>
              <a:rPr lang="nb-NO" sz="1067" b="0"/>
              <a:t> </a:t>
            </a:r>
            <a:r>
              <a:rPr lang="nb-NO" sz="1067" b="0" err="1"/>
              <a:t>with</a:t>
            </a:r>
            <a:r>
              <a:rPr lang="nb-NO" sz="1067" b="0"/>
              <a:t> </a:t>
            </a:r>
            <a:r>
              <a:rPr lang="nb-NO" sz="1067" b="0" err="1"/>
              <a:t>the</a:t>
            </a:r>
            <a:r>
              <a:rPr lang="nb-NO" sz="1067" b="0"/>
              <a:t> </a:t>
            </a:r>
            <a:r>
              <a:rPr lang="nb-NO" sz="1067" b="0" err="1"/>
              <a:t>photographer</a:t>
            </a:r>
            <a:r>
              <a:rPr lang="nb-NO" sz="1067" b="0"/>
              <a:t>/</a:t>
            </a:r>
            <a:r>
              <a:rPr lang="nb-NO" sz="1067" b="0" err="1"/>
              <a:t>photo</a:t>
            </a:r>
            <a:r>
              <a:rPr lang="nb-NO" sz="1067" b="0"/>
              <a:t> </a:t>
            </a:r>
            <a:r>
              <a:rPr lang="nb-NO" sz="1067" b="0" err="1"/>
              <a:t>agency</a:t>
            </a:r>
            <a:r>
              <a:rPr lang="nb-NO" sz="1067" b="0"/>
              <a:t>. </a:t>
            </a:r>
            <a:r>
              <a:rPr lang="nb-NO" sz="1067" b="0" err="1"/>
              <a:t>Use</a:t>
            </a:r>
            <a:r>
              <a:rPr lang="nb-NO" sz="1067" b="0"/>
              <a:t> </a:t>
            </a:r>
            <a:r>
              <a:rPr lang="nb-NO" sz="1067" b="0" err="1"/>
              <a:t>pictures</a:t>
            </a:r>
            <a:r>
              <a:rPr lang="nb-NO" sz="1067" b="0"/>
              <a:t> from Storebrand/SPP image bank. </a:t>
            </a:r>
            <a:r>
              <a:rPr lang="nb-NO" sz="1067" b="0" err="1"/>
              <a:t>You</a:t>
            </a:r>
            <a:r>
              <a:rPr lang="nb-NO" sz="1067" b="0"/>
              <a:t> </a:t>
            </a:r>
            <a:r>
              <a:rPr lang="nb-NO" sz="1067" b="0" err="1"/>
              <a:t>can</a:t>
            </a:r>
            <a:r>
              <a:rPr lang="nb-NO" sz="1067" b="0"/>
              <a:t> </a:t>
            </a:r>
            <a:r>
              <a:rPr lang="nb-NO" sz="1067" b="0" err="1"/>
              <a:t>find</a:t>
            </a:r>
            <a:r>
              <a:rPr lang="nb-NO" sz="1067" b="0"/>
              <a:t> a </a:t>
            </a:r>
            <a:r>
              <a:rPr lang="nb-NO" sz="1067" b="0" err="1"/>
              <a:t>button</a:t>
            </a:r>
            <a:r>
              <a:rPr lang="nb-NO" sz="1067" b="0"/>
              <a:t> to </a:t>
            </a:r>
            <a:r>
              <a:rPr lang="nb-NO" sz="1067" b="0" err="1"/>
              <a:t>the</a:t>
            </a:r>
            <a:r>
              <a:rPr lang="nb-NO" sz="1067" b="0"/>
              <a:t> far right </a:t>
            </a:r>
            <a:r>
              <a:rPr lang="nb-NO" sz="1067" b="0" err="1"/>
              <a:t>of</a:t>
            </a:r>
            <a:r>
              <a:rPr lang="nb-NO" sz="1067" b="0"/>
              <a:t> </a:t>
            </a:r>
            <a:r>
              <a:rPr lang="nb-NO" sz="1067" b="0" err="1"/>
              <a:t>the</a:t>
            </a:r>
            <a:r>
              <a:rPr lang="nb-NO" sz="1067" b="0"/>
              <a:t> </a:t>
            </a:r>
            <a:r>
              <a:rPr lang="nb-NO" sz="1067" b="0" err="1"/>
              <a:t>menu</a:t>
            </a:r>
            <a:r>
              <a:rPr lang="nb-NO" sz="1067" b="0"/>
              <a:t> "sett inn" </a:t>
            </a:r>
            <a:r>
              <a:rPr lang="nb-NO" sz="1067" b="0" err="1"/>
              <a:t>that</a:t>
            </a:r>
            <a:r>
              <a:rPr lang="nb-NO" sz="1067" b="0"/>
              <a:t> </a:t>
            </a:r>
            <a:r>
              <a:rPr lang="nb-NO" sz="1067" b="0" err="1"/>
              <a:t>connects</a:t>
            </a:r>
            <a:r>
              <a:rPr lang="nb-NO" sz="1067" b="0"/>
              <a:t> </a:t>
            </a:r>
            <a:r>
              <a:rPr lang="nb-NO" sz="1067" b="0" err="1"/>
              <a:t>you</a:t>
            </a:r>
            <a:r>
              <a:rPr lang="nb-NO" sz="1067" b="0"/>
              <a:t> </a:t>
            </a:r>
            <a:r>
              <a:rPr lang="nb-NO" sz="1067" b="0" err="1"/>
              <a:t>directly</a:t>
            </a:r>
            <a:r>
              <a:rPr lang="nb-NO" sz="1067" b="0"/>
              <a:t> to </a:t>
            </a:r>
            <a:r>
              <a:rPr lang="nb-NO" sz="1067" b="0" err="1"/>
              <a:t>the</a:t>
            </a:r>
            <a:r>
              <a:rPr lang="nb-NO" sz="1067" b="0"/>
              <a:t> image bank. </a:t>
            </a:r>
            <a:endParaRPr lang="en-GB" sz="1067" b="1"/>
          </a:p>
        </p:txBody>
      </p:sp>
      <p:pic>
        <p:nvPicPr>
          <p:cNvPr id="229" name="Bilde 228">
            <a:extLst>
              <a:ext uri="{FF2B5EF4-FFF2-40B4-BE49-F238E27FC236}">
                <a16:creationId xmlns:a16="http://schemas.microsoft.com/office/drawing/2014/main" id="{3F28F2BB-B866-4210-A769-D15E27438100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133262" y="-1495075"/>
            <a:ext cx="3072645" cy="1277620"/>
          </a:xfrm>
          <a:prstGeom prst="rect">
            <a:avLst/>
          </a:prstGeom>
        </p:spPr>
      </p:pic>
      <p:cxnSp>
        <p:nvCxnSpPr>
          <p:cNvPr id="228" name="Rett linje 227">
            <a:extLst>
              <a:ext uri="{FF2B5EF4-FFF2-40B4-BE49-F238E27FC236}">
                <a16:creationId xmlns:a16="http://schemas.microsoft.com/office/drawing/2014/main" id="{A0B380D3-2591-4F53-9759-6BC4B71689ED}"/>
              </a:ext>
            </a:extLst>
          </p:cNvPr>
          <p:cNvCxnSpPr>
            <a:cxnSpLocks/>
          </p:cNvCxnSpPr>
          <p:nvPr/>
        </p:nvCxnSpPr>
        <p:spPr>
          <a:xfrm>
            <a:off x="-2001" y="6415184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38">
            <a:extLst>
              <a:ext uri="{FF2B5EF4-FFF2-40B4-BE49-F238E27FC236}">
                <a16:creationId xmlns:a16="http://schemas.microsoft.com/office/drawing/2014/main" id="{A155B4D4-632D-41E5-85D9-AC4806339D08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061" y="6543567"/>
            <a:ext cx="1362072" cy="195884"/>
          </a:xfrm>
          <a:prstGeom prst="rect">
            <a:avLst/>
          </a:prstGeom>
        </p:spPr>
      </p:pic>
      <p:cxnSp>
        <p:nvCxnSpPr>
          <p:cNvPr id="44" name="Rett linje 43">
            <a:extLst>
              <a:ext uri="{FF2B5EF4-FFF2-40B4-BE49-F238E27FC236}">
                <a16:creationId xmlns:a16="http://schemas.microsoft.com/office/drawing/2014/main" id="{9A1AF5C9-5511-4180-93B0-7178DE5473D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232453" y="464069"/>
            <a:ext cx="0" cy="168297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Bilde 6">
            <a:extLst>
              <a:ext uri="{FF2B5EF4-FFF2-40B4-BE49-F238E27FC236}">
                <a16:creationId xmlns:a16="http://schemas.microsoft.com/office/drawing/2014/main" id="{605F7CE3-3415-44B6-AD55-288D970A48D3}"/>
              </a:ext>
            </a:extLst>
          </p:cNvPr>
          <p:cNvPicPr>
            <a:picLocks noChangeAspect="1"/>
          </p:cNvPicPr>
          <p:nvPr userDrawn="1"/>
        </p:nvPicPr>
        <p:blipFill>
          <a:blip r:embed="rId41"/>
          <a:stretch>
            <a:fillRect/>
          </a:stretch>
        </p:blipFill>
        <p:spPr>
          <a:xfrm>
            <a:off x="4872792" y="-1016352"/>
            <a:ext cx="4026433" cy="798896"/>
          </a:xfrm>
          <a:prstGeom prst="rect">
            <a:avLst/>
          </a:prstGeom>
        </p:spPr>
      </p:pic>
      <p:sp>
        <p:nvSpPr>
          <p:cNvPr id="8" name="TekstSylinder 7">
            <a:extLst>
              <a:ext uri="{FF2B5EF4-FFF2-40B4-BE49-F238E27FC236}">
                <a16:creationId xmlns:a16="http://schemas.microsoft.com/office/drawing/2014/main" id="{5A085C77-2CB8-4F87-9057-0098763E9EE8}"/>
              </a:ext>
            </a:extLst>
          </p:cNvPr>
          <p:cNvSpPr txBox="1"/>
          <p:nvPr userDrawn="1"/>
        </p:nvSpPr>
        <p:spPr>
          <a:xfrm>
            <a:off x="4792830" y="-1559728"/>
            <a:ext cx="3198311" cy="420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sz="1067"/>
              <a:t>Graph </a:t>
            </a:r>
            <a:r>
              <a:rPr lang="nb-NO" sz="1067" err="1"/>
              <a:t>colors</a:t>
            </a:r>
            <a:r>
              <a:rPr lang="nb-NO" sz="1067"/>
              <a:t> – </a:t>
            </a:r>
            <a:r>
              <a:rPr lang="nb-NO" sz="1067" err="1"/>
              <a:t>use</a:t>
            </a:r>
            <a:r>
              <a:rPr lang="nb-NO" sz="1067"/>
              <a:t> </a:t>
            </a:r>
            <a:r>
              <a:rPr lang="nb-NO" sz="1067" err="1"/>
              <a:t>eyedropper</a:t>
            </a:r>
            <a:r>
              <a:rPr lang="nb-NO" sz="1067"/>
              <a:t>/pipette </a:t>
            </a:r>
            <a:r>
              <a:rPr lang="nb-NO" sz="1067" err="1"/>
              <a:t>tool</a:t>
            </a:r>
            <a:r>
              <a:rPr lang="nb-NO" sz="1067"/>
              <a:t> </a:t>
            </a:r>
            <a:br>
              <a:rPr lang="nb-NO" sz="1067"/>
            </a:br>
            <a:r>
              <a:rPr lang="nb-NO" sz="1067"/>
              <a:t>to </a:t>
            </a:r>
            <a:r>
              <a:rPr lang="nb-NO" sz="1067" err="1"/>
              <a:t>add</a:t>
            </a:r>
            <a:r>
              <a:rPr lang="nb-NO" sz="1067"/>
              <a:t> </a:t>
            </a:r>
            <a:r>
              <a:rPr lang="nb-NO" sz="1067" err="1"/>
              <a:t>color</a:t>
            </a:r>
            <a:r>
              <a:rPr lang="nb-NO" sz="1067"/>
              <a:t> to </a:t>
            </a:r>
            <a:r>
              <a:rPr lang="nb-NO" sz="1067" err="1"/>
              <a:t>your</a:t>
            </a:r>
            <a:r>
              <a:rPr lang="nb-NO" sz="1067"/>
              <a:t> </a:t>
            </a:r>
            <a:r>
              <a:rPr lang="nb-NO" sz="1067" err="1"/>
              <a:t>graph</a:t>
            </a:r>
            <a:r>
              <a:rPr lang="nb-NO" sz="1067"/>
              <a:t>/</a:t>
            </a:r>
            <a:r>
              <a:rPr lang="nb-NO" sz="1067" err="1"/>
              <a:t>chart</a:t>
            </a:r>
            <a:r>
              <a:rPr lang="nb-NO" sz="1067"/>
              <a:t>. </a:t>
            </a:r>
          </a:p>
        </p:txBody>
      </p:sp>
      <p:pic>
        <p:nvPicPr>
          <p:cNvPr id="10" name="Bilde 9">
            <a:extLst>
              <a:ext uri="{FF2B5EF4-FFF2-40B4-BE49-F238E27FC236}">
                <a16:creationId xmlns:a16="http://schemas.microsoft.com/office/drawing/2014/main" id="{5999C6FA-61F6-47D3-AC91-7F79C63D6ACB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>
          <a:xfrm>
            <a:off x="8053139" y="-1491211"/>
            <a:ext cx="338684" cy="381020"/>
          </a:xfrm>
          <a:prstGeom prst="rect">
            <a:avLst/>
          </a:prstGeom>
        </p:spPr>
      </p:pic>
      <p:sp>
        <p:nvSpPr>
          <p:cNvPr id="2" name="Plassholder for lysbildenummer 1">
            <a:extLst>
              <a:ext uri="{FF2B5EF4-FFF2-40B4-BE49-F238E27FC236}">
                <a16:creationId xmlns:a16="http://schemas.microsoft.com/office/drawing/2014/main" id="{8180B099-C899-49D4-AF57-4593AD629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8376" y="6419504"/>
            <a:ext cx="814715" cy="4384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</a:defRPr>
            </a:lvl1pPr>
          </a:lstStyle>
          <a:p>
            <a:fld id="{46F9D009-6991-446A-857B-20EA2F22272D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53482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  <p:sldLayoutId id="2147483715" r:id="rId19"/>
    <p:sldLayoutId id="2147483716" r:id="rId20"/>
    <p:sldLayoutId id="2147483717" r:id="rId21"/>
    <p:sldLayoutId id="2147483718" r:id="rId22"/>
    <p:sldLayoutId id="2147483719" r:id="rId23"/>
    <p:sldLayoutId id="2147483720" r:id="rId24"/>
    <p:sldLayoutId id="2147483721" r:id="rId25"/>
    <p:sldLayoutId id="2147483722" r:id="rId26"/>
    <p:sldLayoutId id="2147483723" r:id="rId27"/>
    <p:sldLayoutId id="2147483724" r:id="rId28"/>
    <p:sldLayoutId id="2147483725" r:id="rId29"/>
    <p:sldLayoutId id="2147483726" r:id="rId30"/>
    <p:sldLayoutId id="2147483727" r:id="rId31"/>
    <p:sldLayoutId id="2147483728" r:id="rId32"/>
    <p:sldLayoutId id="2147483729" r:id="rId33"/>
    <p:sldLayoutId id="2147483730" r:id="rId34"/>
  </p:sldLayoutIdLst>
  <p:transition>
    <p:fade/>
  </p:transition>
  <p:hf sldNum="0" hdr="0" ftr="0" dt="0"/>
  <p:txStyles>
    <p:titleStyle>
      <a:lvl1pPr algn="l" defTabSz="609585" rtl="0" eaLnBrk="1" latinLnBrk="0" hangingPunct="1">
        <a:spcBef>
          <a:spcPct val="0"/>
        </a:spcBef>
        <a:buNone/>
        <a:defRPr sz="2933" kern="1200" baseline="0">
          <a:solidFill>
            <a:srgbClr val="BF0900"/>
          </a:solidFill>
          <a:latin typeface="Verdana"/>
          <a:ea typeface="+mj-ea"/>
          <a:cs typeface="Verdana"/>
        </a:defRPr>
      </a:lvl1pPr>
    </p:titleStyle>
    <p:bodyStyle>
      <a:lvl1pPr marL="167996" indent="-167996" algn="l" defTabSz="609585" rtl="0" eaLnBrk="1" latinLnBrk="0" hangingPunct="1">
        <a:spcBef>
          <a:spcPts val="1600"/>
        </a:spcBef>
        <a:buClr>
          <a:schemeClr val="tx2"/>
        </a:buClr>
        <a:buFont typeface="Arial"/>
        <a:buChar char="•"/>
        <a:defRPr sz="2400" kern="1200" baseline="0">
          <a:solidFill>
            <a:schemeClr val="tx1"/>
          </a:solidFill>
          <a:latin typeface="Verdana"/>
          <a:ea typeface="+mn-ea"/>
          <a:cs typeface="Verdana"/>
        </a:defRPr>
      </a:lvl1pPr>
      <a:lvl2pPr marL="359991" indent="-167996" algn="l" defTabSz="609585" rtl="0" eaLnBrk="1" latinLnBrk="0" hangingPunct="1">
        <a:spcBef>
          <a:spcPts val="400"/>
        </a:spcBef>
        <a:buClr>
          <a:schemeClr val="tx2"/>
        </a:buClr>
        <a:buFont typeface="Lucida Grande"/>
        <a:buChar char="-"/>
        <a:defRPr sz="2133" kern="1200">
          <a:solidFill>
            <a:schemeClr val="tx1"/>
          </a:solidFill>
          <a:latin typeface="Verdana"/>
          <a:ea typeface="+mn-ea"/>
          <a:cs typeface="Verdana"/>
        </a:defRPr>
      </a:lvl2pPr>
      <a:lvl3pPr marL="537587" indent="-167213" algn="l" defTabSz="609585" rtl="0" eaLnBrk="1" latinLnBrk="0" hangingPunct="1">
        <a:spcBef>
          <a:spcPct val="20000"/>
        </a:spcBef>
        <a:buFont typeface="Lucida Grande"/>
        <a:buChar char="-"/>
        <a:defRPr sz="2133" kern="1200">
          <a:solidFill>
            <a:schemeClr val="tx1"/>
          </a:solidFill>
          <a:latin typeface="Verdana"/>
          <a:ea typeface="+mn-ea"/>
          <a:cs typeface="Verdana"/>
        </a:defRPr>
      </a:lvl3pPr>
      <a:lvl4pPr marL="719649" indent="-167213" algn="l" defTabSz="609585" rtl="0" eaLnBrk="1" latinLnBrk="0" hangingPunct="1">
        <a:spcBef>
          <a:spcPct val="20000"/>
        </a:spcBef>
        <a:buFont typeface="Arial"/>
        <a:buChar char="–"/>
        <a:defRPr sz="1867" kern="1200">
          <a:solidFill>
            <a:schemeClr val="tx1"/>
          </a:solidFill>
          <a:latin typeface="Verdana"/>
          <a:ea typeface="+mn-ea"/>
          <a:cs typeface="Verdana"/>
        </a:defRPr>
      </a:lvl4pPr>
      <a:lvl5pPr marL="956709" indent="-237061" algn="l" defTabSz="609585" rtl="0" eaLnBrk="1" latinLnBrk="0" hangingPunct="1">
        <a:spcBef>
          <a:spcPct val="20000"/>
        </a:spcBef>
        <a:buFont typeface="Arial"/>
        <a:buChar char="»"/>
        <a:defRPr sz="1867" kern="1200">
          <a:solidFill>
            <a:schemeClr val="tx1"/>
          </a:solidFill>
          <a:latin typeface="Verdana"/>
          <a:ea typeface="+mn-ea"/>
          <a:cs typeface="Verdana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12">
          <p15:clr>
            <a:srgbClr val="F26B43"/>
          </p15:clr>
        </p15:guide>
        <p15:guide id="3" orient="horz" pos="123">
          <p15:clr>
            <a:srgbClr val="F26B43"/>
          </p15:clr>
        </p15:guide>
        <p15:guide id="4" pos="5488">
          <p15:clr>
            <a:srgbClr val="F26B43"/>
          </p15:clr>
        </p15:guide>
        <p15:guide id="6" orient="horz" pos="764">
          <p15:clr>
            <a:srgbClr val="F26B43"/>
          </p15:clr>
        </p15:guide>
        <p15:guide id="7" pos="272">
          <p15:clr>
            <a:srgbClr val="F26B43"/>
          </p15:clr>
        </p15:guide>
        <p15:guide id="8" orient="horz" pos="259">
          <p15:clr>
            <a:srgbClr val="F26B43"/>
          </p15:clr>
        </p15:guide>
        <p15:guide id="9" pos="2948">
          <p15:clr>
            <a:srgbClr val="F26B43"/>
          </p15:clr>
        </p15:guide>
        <p15:guide id="10" orient="horz" pos="2754">
          <p15:clr>
            <a:srgbClr val="F26B43"/>
          </p15:clr>
        </p15:guide>
        <p15:guide id="11" pos="136">
          <p15:clr>
            <a:srgbClr val="F26B43"/>
          </p15:clr>
        </p15:guide>
        <p15:guide id="12" pos="5624">
          <p15:clr>
            <a:srgbClr val="F26B43"/>
          </p15:clr>
        </p15:guide>
        <p15:guide id="13" orient="horz" pos="2890">
          <p15:clr>
            <a:srgbClr val="F26B43"/>
          </p15:clr>
        </p15:guide>
        <p15:guide id="14" orient="horz" pos="172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7DA24B67-8371-EF58-11DD-A084546E36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8"/>
            </p:custDataLst>
            <p:extLst>
              <p:ext uri="{D42A27DB-BD31-4B8C-83A1-F6EECF244321}">
                <p14:modId xmlns:p14="http://schemas.microsoft.com/office/powerpoint/2010/main" val="1389119137"/>
              </p:ext>
            </p:ext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9" imgW="360" imgH="360" progId="TCLayout.ActiveDocument.1">
                  <p:embed/>
                </p:oleObj>
              </mc:Choice>
              <mc:Fallback>
                <p:oleObj name="think-cell Slide" r:id="rId39" imgW="360" imgH="360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7DA24B67-8371-EF58-11DD-A084546E3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Title Placeholder 1">
            <a:extLst>
              <a:ext uri="{FF2B5EF4-FFF2-40B4-BE49-F238E27FC236}">
                <a16:creationId xmlns:a16="http://schemas.microsoft.com/office/drawing/2014/main" id="{B515287C-9FCD-48FF-B633-2553214F1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2" y="480000"/>
            <a:ext cx="11093448" cy="8088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b-NO" noProof="0" err="1"/>
              <a:t>Click</a:t>
            </a:r>
            <a:r>
              <a:rPr lang="nb-NO" noProof="0"/>
              <a:t> to </a:t>
            </a:r>
            <a:r>
              <a:rPr lang="nb-NO" noProof="0" err="1"/>
              <a:t>add</a:t>
            </a:r>
            <a:r>
              <a:rPr lang="nb-NO" noProof="0"/>
              <a:t> </a:t>
            </a:r>
            <a:r>
              <a:rPr lang="nb-NO" noProof="0" err="1"/>
              <a:t>title</a:t>
            </a:r>
            <a:r>
              <a:rPr lang="nb-NO" noProof="0"/>
              <a:t> </a:t>
            </a:r>
            <a:r>
              <a:rPr lang="nb-NO" noProof="0" err="1"/>
              <a:t>max</a:t>
            </a:r>
            <a:r>
              <a:rPr lang="nb-NO" noProof="0"/>
              <a:t> 2 lines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DA051152-7541-47A2-BDD1-0188DE7B0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8351" y="1617133"/>
            <a:ext cx="11135783" cy="4307415"/>
          </a:xfrm>
          <a:prstGeom prst="rect">
            <a:avLst/>
          </a:prstGeom>
        </p:spPr>
        <p:txBody>
          <a:bodyPr vert="horz" lIns="0" tIns="0" rIns="0" bIns="45720" rtlCol="0">
            <a:normAutofit/>
          </a:bodyPr>
          <a:lstStyle/>
          <a:p>
            <a:pPr lvl="0"/>
            <a:r>
              <a:rPr lang="nb-NO" noProof="0" err="1"/>
              <a:t>Text</a:t>
            </a:r>
            <a:r>
              <a:rPr lang="nb-NO" noProof="0"/>
              <a:t> first Level</a:t>
            </a:r>
          </a:p>
          <a:p>
            <a:pPr lvl="1"/>
            <a:r>
              <a:rPr lang="nb-NO" noProof="0"/>
              <a:t>Second </a:t>
            </a:r>
            <a:r>
              <a:rPr lang="nb-NO" noProof="0" err="1"/>
              <a:t>level</a:t>
            </a:r>
            <a:endParaRPr lang="nb-NO" noProof="0"/>
          </a:p>
          <a:p>
            <a:pPr lvl="2"/>
            <a:r>
              <a:rPr lang="nb-NO" noProof="0"/>
              <a:t>Third </a:t>
            </a:r>
            <a:r>
              <a:rPr lang="nb-NO" noProof="0" err="1"/>
              <a:t>level</a:t>
            </a:r>
            <a:endParaRPr lang="nb-NO" noProof="0"/>
          </a:p>
          <a:p>
            <a:pPr lvl="3"/>
            <a:r>
              <a:rPr lang="nb-NO" noProof="0" err="1"/>
              <a:t>Fourth</a:t>
            </a:r>
            <a:r>
              <a:rPr lang="nb-NO" noProof="0"/>
              <a:t> </a:t>
            </a:r>
            <a:r>
              <a:rPr lang="nb-NO" noProof="0" err="1"/>
              <a:t>level</a:t>
            </a:r>
            <a:endParaRPr lang="nb-NO" noProof="0"/>
          </a:p>
          <a:p>
            <a:pPr lvl="4"/>
            <a:r>
              <a:rPr lang="nb-NO" noProof="0"/>
              <a:t>Fifth </a:t>
            </a:r>
            <a:r>
              <a:rPr lang="nb-NO" noProof="0" err="1"/>
              <a:t>level</a:t>
            </a:r>
            <a:endParaRPr lang="nb-NO" noProof="0"/>
          </a:p>
        </p:txBody>
      </p:sp>
      <p:sp>
        <p:nvSpPr>
          <p:cNvPr id="115" name="TextBox 49">
            <a:extLst>
              <a:ext uri="{FF2B5EF4-FFF2-40B4-BE49-F238E27FC236}">
                <a16:creationId xmlns:a16="http://schemas.microsoft.com/office/drawing/2014/main" id="{76E39AC8-80BF-4DA6-9719-ACC923A292D1}"/>
              </a:ext>
            </a:extLst>
          </p:cNvPr>
          <p:cNvSpPr txBox="1"/>
          <p:nvPr/>
        </p:nvSpPr>
        <p:spPr>
          <a:xfrm>
            <a:off x="0" y="-630429"/>
            <a:ext cx="241300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0" noProof="0">
                <a:latin typeface="+mn-lt"/>
              </a:rPr>
              <a:t>Company 2021– 16:9</a:t>
            </a:r>
          </a:p>
        </p:txBody>
      </p:sp>
      <p:grpSp>
        <p:nvGrpSpPr>
          <p:cNvPr id="116" name="Gruppe 115">
            <a:extLst>
              <a:ext uri="{FF2B5EF4-FFF2-40B4-BE49-F238E27FC236}">
                <a16:creationId xmlns:a16="http://schemas.microsoft.com/office/drawing/2014/main" id="{42A25B68-0CC2-42B6-BB8B-60926BFCB27C}"/>
              </a:ext>
            </a:extLst>
          </p:cNvPr>
          <p:cNvGrpSpPr/>
          <p:nvPr/>
        </p:nvGrpSpPr>
        <p:grpSpPr>
          <a:xfrm>
            <a:off x="0" y="7063717"/>
            <a:ext cx="12192000" cy="240000"/>
            <a:chOff x="0" y="5297788"/>
            <a:chExt cx="9144000" cy="372979"/>
          </a:xfrm>
        </p:grpSpPr>
        <p:cxnSp>
          <p:nvCxnSpPr>
            <p:cNvPr id="117" name="Rett linje 116">
              <a:extLst>
                <a:ext uri="{FF2B5EF4-FFF2-40B4-BE49-F238E27FC236}">
                  <a16:creationId xmlns:a16="http://schemas.microsoft.com/office/drawing/2014/main" id="{6CC28FB3-8AD6-4B21-B155-6C69FAACF832}"/>
                </a:ext>
              </a:extLst>
            </p:cNvPr>
            <p:cNvCxnSpPr/>
            <p:nvPr/>
          </p:nvCxnSpPr>
          <p:spPr>
            <a:xfrm>
              <a:off x="9144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Rett linje 117">
              <a:extLst>
                <a:ext uri="{FF2B5EF4-FFF2-40B4-BE49-F238E27FC236}">
                  <a16:creationId xmlns:a16="http://schemas.microsoft.com/office/drawing/2014/main" id="{8733D7B6-A5DA-44E9-BC20-BE74E165B210}"/>
                </a:ext>
              </a:extLst>
            </p:cNvPr>
            <p:cNvCxnSpPr/>
            <p:nvPr/>
          </p:nvCxnSpPr>
          <p:spPr>
            <a:xfrm>
              <a:off x="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Rett linje 118">
              <a:extLst>
                <a:ext uri="{FF2B5EF4-FFF2-40B4-BE49-F238E27FC236}">
                  <a16:creationId xmlns:a16="http://schemas.microsoft.com/office/drawing/2014/main" id="{E94F13EF-795D-4F02-9127-9151AA428E5B}"/>
                </a:ext>
              </a:extLst>
            </p:cNvPr>
            <p:cNvCxnSpPr/>
            <p:nvPr/>
          </p:nvCxnSpPr>
          <p:spPr>
            <a:xfrm>
              <a:off x="4572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Rett linje 119">
              <a:extLst>
                <a:ext uri="{FF2B5EF4-FFF2-40B4-BE49-F238E27FC236}">
                  <a16:creationId xmlns:a16="http://schemas.microsoft.com/office/drawing/2014/main" id="{4B9C74B1-4F29-42FA-A449-356C05E11707}"/>
                </a:ext>
              </a:extLst>
            </p:cNvPr>
            <p:cNvCxnSpPr/>
            <p:nvPr/>
          </p:nvCxnSpPr>
          <p:spPr>
            <a:xfrm>
              <a:off x="6858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Rett linje 120">
              <a:extLst>
                <a:ext uri="{FF2B5EF4-FFF2-40B4-BE49-F238E27FC236}">
                  <a16:creationId xmlns:a16="http://schemas.microsoft.com/office/drawing/2014/main" id="{9EDD3CBC-58B3-45D9-A98A-835335F0029F}"/>
                </a:ext>
              </a:extLst>
            </p:cNvPr>
            <p:cNvCxnSpPr/>
            <p:nvPr/>
          </p:nvCxnSpPr>
          <p:spPr>
            <a:xfrm>
              <a:off x="2286000" y="5297788"/>
              <a:ext cx="0" cy="372979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Rett linje 124">
              <a:extLst>
                <a:ext uri="{FF2B5EF4-FFF2-40B4-BE49-F238E27FC236}">
                  <a16:creationId xmlns:a16="http://schemas.microsoft.com/office/drawing/2014/main" id="{A643A3BF-F314-42D9-8B21-A42A6CB4EAC8}"/>
                </a:ext>
              </a:extLst>
            </p:cNvPr>
            <p:cNvCxnSpPr/>
            <p:nvPr/>
          </p:nvCxnSpPr>
          <p:spPr>
            <a:xfrm>
              <a:off x="8001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Rett linje 125">
              <a:extLst>
                <a:ext uri="{FF2B5EF4-FFF2-40B4-BE49-F238E27FC236}">
                  <a16:creationId xmlns:a16="http://schemas.microsoft.com/office/drawing/2014/main" id="{3068E404-E365-48CF-9B55-27F6C936E513}"/>
                </a:ext>
              </a:extLst>
            </p:cNvPr>
            <p:cNvCxnSpPr/>
            <p:nvPr/>
          </p:nvCxnSpPr>
          <p:spPr>
            <a:xfrm>
              <a:off x="5715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Rett linje 126">
              <a:extLst>
                <a:ext uri="{FF2B5EF4-FFF2-40B4-BE49-F238E27FC236}">
                  <a16:creationId xmlns:a16="http://schemas.microsoft.com/office/drawing/2014/main" id="{C55A57E6-9DB7-4D5C-A8B0-FFE6F44E8268}"/>
                </a:ext>
              </a:extLst>
            </p:cNvPr>
            <p:cNvCxnSpPr/>
            <p:nvPr/>
          </p:nvCxnSpPr>
          <p:spPr>
            <a:xfrm>
              <a:off x="3429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Rett linje 127">
              <a:extLst>
                <a:ext uri="{FF2B5EF4-FFF2-40B4-BE49-F238E27FC236}">
                  <a16:creationId xmlns:a16="http://schemas.microsoft.com/office/drawing/2014/main" id="{B1D0C594-B480-4D71-B34A-8D95362DA394}"/>
                </a:ext>
              </a:extLst>
            </p:cNvPr>
            <p:cNvCxnSpPr/>
            <p:nvPr/>
          </p:nvCxnSpPr>
          <p:spPr>
            <a:xfrm>
              <a:off x="1143000" y="5297788"/>
              <a:ext cx="0" cy="216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Rett linje 128">
              <a:extLst>
                <a:ext uri="{FF2B5EF4-FFF2-40B4-BE49-F238E27FC236}">
                  <a16:creationId xmlns:a16="http://schemas.microsoft.com/office/drawing/2014/main" id="{A5F4C838-F500-4B90-B27E-F38CFC5301EA}"/>
                </a:ext>
              </a:extLst>
            </p:cNvPr>
            <p:cNvCxnSpPr/>
            <p:nvPr/>
          </p:nvCxnSpPr>
          <p:spPr>
            <a:xfrm>
              <a:off x="8572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Rett linje 129">
              <a:extLst>
                <a:ext uri="{FF2B5EF4-FFF2-40B4-BE49-F238E27FC236}">
                  <a16:creationId xmlns:a16="http://schemas.microsoft.com/office/drawing/2014/main" id="{F0BC09D2-B2A1-48C2-9A33-92D201D04C8F}"/>
                </a:ext>
              </a:extLst>
            </p:cNvPr>
            <p:cNvCxnSpPr/>
            <p:nvPr/>
          </p:nvCxnSpPr>
          <p:spPr>
            <a:xfrm>
              <a:off x="7429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Rett linje 130">
              <a:extLst>
                <a:ext uri="{FF2B5EF4-FFF2-40B4-BE49-F238E27FC236}">
                  <a16:creationId xmlns:a16="http://schemas.microsoft.com/office/drawing/2014/main" id="{B4F79447-15CC-483E-8555-280233E696E2}"/>
                </a:ext>
              </a:extLst>
            </p:cNvPr>
            <p:cNvCxnSpPr/>
            <p:nvPr/>
          </p:nvCxnSpPr>
          <p:spPr>
            <a:xfrm>
              <a:off x="6286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Rett linje 131">
              <a:extLst>
                <a:ext uri="{FF2B5EF4-FFF2-40B4-BE49-F238E27FC236}">
                  <a16:creationId xmlns:a16="http://schemas.microsoft.com/office/drawing/2014/main" id="{F6C83235-AF8D-4965-91A2-54A29A9DA166}"/>
                </a:ext>
              </a:extLst>
            </p:cNvPr>
            <p:cNvCxnSpPr/>
            <p:nvPr/>
          </p:nvCxnSpPr>
          <p:spPr>
            <a:xfrm>
              <a:off x="5143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Rett linje 132">
              <a:extLst>
                <a:ext uri="{FF2B5EF4-FFF2-40B4-BE49-F238E27FC236}">
                  <a16:creationId xmlns:a16="http://schemas.microsoft.com/office/drawing/2014/main" id="{FB77AF71-6D2A-40E0-A86E-5737FBFCB4BC}"/>
                </a:ext>
              </a:extLst>
            </p:cNvPr>
            <p:cNvCxnSpPr/>
            <p:nvPr/>
          </p:nvCxnSpPr>
          <p:spPr>
            <a:xfrm>
              <a:off x="4000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Rett linje 135">
              <a:extLst>
                <a:ext uri="{FF2B5EF4-FFF2-40B4-BE49-F238E27FC236}">
                  <a16:creationId xmlns:a16="http://schemas.microsoft.com/office/drawing/2014/main" id="{2DA69254-51DF-4573-AD1B-E4AC0A829B4B}"/>
                </a:ext>
              </a:extLst>
            </p:cNvPr>
            <p:cNvCxnSpPr/>
            <p:nvPr/>
          </p:nvCxnSpPr>
          <p:spPr>
            <a:xfrm>
              <a:off x="2857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Rett linje 145">
              <a:extLst>
                <a:ext uri="{FF2B5EF4-FFF2-40B4-BE49-F238E27FC236}">
                  <a16:creationId xmlns:a16="http://schemas.microsoft.com/office/drawing/2014/main" id="{4D9E6C63-AA5A-4B99-9B63-49B403BB49E5}"/>
                </a:ext>
              </a:extLst>
            </p:cNvPr>
            <p:cNvCxnSpPr/>
            <p:nvPr/>
          </p:nvCxnSpPr>
          <p:spPr>
            <a:xfrm>
              <a:off x="1714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Rett linje 146">
              <a:extLst>
                <a:ext uri="{FF2B5EF4-FFF2-40B4-BE49-F238E27FC236}">
                  <a16:creationId xmlns:a16="http://schemas.microsoft.com/office/drawing/2014/main" id="{914B6012-7EA6-451C-A791-EFDCB183B2E1}"/>
                </a:ext>
              </a:extLst>
            </p:cNvPr>
            <p:cNvCxnSpPr/>
            <p:nvPr/>
          </p:nvCxnSpPr>
          <p:spPr>
            <a:xfrm>
              <a:off x="571500" y="5297788"/>
              <a:ext cx="0" cy="180000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uppe 2">
            <a:extLst>
              <a:ext uri="{FF2B5EF4-FFF2-40B4-BE49-F238E27FC236}">
                <a16:creationId xmlns:a16="http://schemas.microsoft.com/office/drawing/2014/main" id="{3701FB3B-DA44-453D-929B-B5C6D40FB13E}"/>
              </a:ext>
            </a:extLst>
          </p:cNvPr>
          <p:cNvGrpSpPr/>
          <p:nvPr/>
        </p:nvGrpSpPr>
        <p:grpSpPr>
          <a:xfrm>
            <a:off x="-452097" y="1"/>
            <a:ext cx="240000" cy="6230483"/>
            <a:chOff x="-339073" y="1"/>
            <a:chExt cx="180000" cy="4672862"/>
          </a:xfrm>
        </p:grpSpPr>
        <p:cxnSp>
          <p:nvCxnSpPr>
            <p:cNvPr id="151" name="Rett linje 150">
              <a:extLst>
                <a:ext uri="{FF2B5EF4-FFF2-40B4-BE49-F238E27FC236}">
                  <a16:creationId xmlns:a16="http://schemas.microsoft.com/office/drawing/2014/main" id="{B6D3796B-AF60-4E7C-A44A-1313D9D81D8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49073" y="-89999"/>
              <a:ext cx="0" cy="180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Rett linje 151">
              <a:extLst>
                <a:ext uri="{FF2B5EF4-FFF2-40B4-BE49-F238E27FC236}">
                  <a16:creationId xmlns:a16="http://schemas.microsoft.com/office/drawing/2014/main" id="{12EBF60A-BE47-4B99-9A88-38A7843B26E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49073" y="4582863"/>
              <a:ext cx="0" cy="180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Rett linje 152">
              <a:extLst>
                <a:ext uri="{FF2B5EF4-FFF2-40B4-BE49-F238E27FC236}">
                  <a16:creationId xmlns:a16="http://schemas.microsoft.com/office/drawing/2014/main" id="{CE0E1848-CF8F-4E26-BCE4-4E91193136C9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49073" y="2336401"/>
              <a:ext cx="0" cy="180000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Rett linje 153">
              <a:extLst>
                <a:ext uri="{FF2B5EF4-FFF2-40B4-BE49-F238E27FC236}">
                  <a16:creationId xmlns:a16="http://schemas.microsoft.com/office/drawing/2014/main" id="{177243C6-47FB-4E23-BFEC-BA87D645D0A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11194" y="1161080"/>
              <a:ext cx="0" cy="104242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Rett linje 154">
              <a:extLst>
                <a:ext uri="{FF2B5EF4-FFF2-40B4-BE49-F238E27FC236}">
                  <a16:creationId xmlns:a16="http://schemas.microsoft.com/office/drawing/2014/main" id="{36C9B607-1F45-49B0-9A66-9CA637C6968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11194" y="3587480"/>
              <a:ext cx="0" cy="104242"/>
            </a:xfrm>
            <a:prstGeom prst="line">
              <a:avLst/>
            </a:prstGeom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Rett linje 155">
              <a:extLst>
                <a:ext uri="{FF2B5EF4-FFF2-40B4-BE49-F238E27FC236}">
                  <a16:creationId xmlns:a16="http://schemas.microsoft.com/office/drawing/2014/main" id="{016E9C20-467E-4622-8643-E291118C323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02507" y="563167"/>
              <a:ext cx="0" cy="86868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Rett linje 156">
              <a:extLst>
                <a:ext uri="{FF2B5EF4-FFF2-40B4-BE49-F238E27FC236}">
                  <a16:creationId xmlns:a16="http://schemas.microsoft.com/office/drawing/2014/main" id="{C3A79EA7-79D7-4104-9BE8-240CD2B128DE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02507" y="1776367"/>
              <a:ext cx="0" cy="86868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Rett linje 157">
              <a:extLst>
                <a:ext uri="{FF2B5EF4-FFF2-40B4-BE49-F238E27FC236}">
                  <a16:creationId xmlns:a16="http://schemas.microsoft.com/office/drawing/2014/main" id="{42BB593A-1B86-4DC0-BB2F-F706FF9637D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02507" y="2989567"/>
              <a:ext cx="0" cy="86868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Rett linje 158">
              <a:extLst>
                <a:ext uri="{FF2B5EF4-FFF2-40B4-BE49-F238E27FC236}">
                  <a16:creationId xmlns:a16="http://schemas.microsoft.com/office/drawing/2014/main" id="{64750091-981D-4FD8-AB1A-741C8F35C8F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02507" y="4202767"/>
              <a:ext cx="0" cy="86868"/>
            </a:xfrm>
            <a:prstGeom prst="line">
              <a:avLst/>
            </a:prstGeom>
            <a:ln w="3175">
              <a:solidFill>
                <a:schemeClr val="tx1">
                  <a:lumMod val="40000"/>
                  <a:lumOff val="60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5" name="TekstSylinder 224">
            <a:extLst>
              <a:ext uri="{FF2B5EF4-FFF2-40B4-BE49-F238E27FC236}">
                <a16:creationId xmlns:a16="http://schemas.microsoft.com/office/drawing/2014/main" id="{6494639C-40E1-4987-A007-AA176ACAB69F}"/>
              </a:ext>
            </a:extLst>
          </p:cNvPr>
          <p:cNvSpPr txBox="1"/>
          <p:nvPr/>
        </p:nvSpPr>
        <p:spPr>
          <a:xfrm>
            <a:off x="0" y="7385259"/>
            <a:ext cx="5220677" cy="7491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/>
              <a:t>Photo </a:t>
            </a:r>
            <a:r>
              <a:rPr lang="nb-NO" sz="1067" b="1" err="1"/>
              <a:t>use</a:t>
            </a:r>
            <a:r>
              <a:rPr lang="nb-NO" sz="1067" b="1"/>
              <a:t>: </a:t>
            </a:r>
            <a:r>
              <a:rPr lang="nb-NO" sz="1067" b="0"/>
              <a:t>Images must not be </a:t>
            </a:r>
            <a:r>
              <a:rPr lang="nb-NO" sz="1067" b="0" err="1"/>
              <a:t>compressed</a:t>
            </a:r>
            <a:r>
              <a:rPr lang="nb-NO" sz="1067" b="0"/>
              <a:t> to less </a:t>
            </a:r>
            <a:r>
              <a:rPr lang="nb-NO" sz="1067" b="0" err="1"/>
              <a:t>than</a:t>
            </a:r>
            <a:r>
              <a:rPr lang="nb-NO" sz="1067" b="0"/>
              <a:t> 220 </a:t>
            </a:r>
            <a:r>
              <a:rPr lang="nb-NO" sz="1067" b="0" err="1"/>
              <a:t>ppt</a:t>
            </a:r>
            <a:r>
              <a:rPr lang="nb-NO" sz="1067" b="0"/>
              <a:t>.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067" b="1"/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1067" b="1"/>
              <a:t>Rights:</a:t>
            </a:r>
            <a:r>
              <a:rPr lang="nb-NO" sz="1067" b="0"/>
              <a:t> It's not </a:t>
            </a:r>
            <a:r>
              <a:rPr lang="nb-NO" sz="1067" b="0" err="1"/>
              <a:t>allowed</a:t>
            </a:r>
            <a:r>
              <a:rPr lang="nb-NO" sz="1067" b="0"/>
              <a:t> to </a:t>
            </a:r>
            <a:r>
              <a:rPr lang="nb-NO" sz="1067" b="0" err="1"/>
              <a:t>copy</a:t>
            </a:r>
            <a:r>
              <a:rPr lang="nb-NO" sz="1067" b="0"/>
              <a:t>/</a:t>
            </a:r>
            <a:r>
              <a:rPr lang="nb-NO" sz="1067" b="0" err="1"/>
              <a:t>use</a:t>
            </a:r>
            <a:r>
              <a:rPr lang="nb-NO" sz="1067" b="0"/>
              <a:t> </a:t>
            </a:r>
            <a:r>
              <a:rPr lang="nb-NO" sz="1067" b="0" err="1"/>
              <a:t>pictures</a:t>
            </a:r>
            <a:r>
              <a:rPr lang="nb-NO" sz="1067" b="0"/>
              <a:t> </a:t>
            </a:r>
            <a:r>
              <a:rPr lang="nb-NO" sz="1067" b="0" err="1"/>
              <a:t>without</a:t>
            </a:r>
            <a:r>
              <a:rPr lang="nb-NO" sz="1067" b="0"/>
              <a:t> </a:t>
            </a:r>
            <a:r>
              <a:rPr lang="nb-NO" sz="1067" b="0" err="1"/>
              <a:t>the</a:t>
            </a:r>
            <a:r>
              <a:rPr lang="nb-NO" sz="1067" b="0"/>
              <a:t> </a:t>
            </a:r>
            <a:r>
              <a:rPr lang="nb-NO" sz="1067" b="0" err="1"/>
              <a:t>rights</a:t>
            </a:r>
            <a:r>
              <a:rPr lang="nb-NO" sz="1067" b="0"/>
              <a:t> </a:t>
            </a:r>
            <a:r>
              <a:rPr lang="nb-NO" sz="1067" b="0" err="1"/>
              <a:t>being</a:t>
            </a:r>
            <a:r>
              <a:rPr lang="nb-NO" sz="1067" b="0"/>
              <a:t> </a:t>
            </a:r>
            <a:r>
              <a:rPr lang="nb-NO" sz="1067" b="0" err="1"/>
              <a:t>clarified</a:t>
            </a:r>
            <a:r>
              <a:rPr lang="nb-NO" sz="1067" b="0"/>
              <a:t> </a:t>
            </a:r>
            <a:r>
              <a:rPr lang="nb-NO" sz="1067" b="0" err="1"/>
              <a:t>with</a:t>
            </a:r>
            <a:r>
              <a:rPr lang="nb-NO" sz="1067" b="0"/>
              <a:t> </a:t>
            </a:r>
            <a:r>
              <a:rPr lang="nb-NO" sz="1067" b="0" err="1"/>
              <a:t>the</a:t>
            </a:r>
            <a:r>
              <a:rPr lang="nb-NO" sz="1067" b="0"/>
              <a:t> </a:t>
            </a:r>
            <a:r>
              <a:rPr lang="nb-NO" sz="1067" b="0" err="1"/>
              <a:t>photographer</a:t>
            </a:r>
            <a:r>
              <a:rPr lang="nb-NO" sz="1067" b="0"/>
              <a:t>/</a:t>
            </a:r>
            <a:r>
              <a:rPr lang="nb-NO" sz="1067" b="0" err="1"/>
              <a:t>photo</a:t>
            </a:r>
            <a:r>
              <a:rPr lang="nb-NO" sz="1067" b="0"/>
              <a:t> </a:t>
            </a:r>
            <a:r>
              <a:rPr lang="nb-NO" sz="1067" b="0" err="1"/>
              <a:t>agency</a:t>
            </a:r>
            <a:r>
              <a:rPr lang="nb-NO" sz="1067" b="0"/>
              <a:t>.</a:t>
            </a:r>
            <a:endParaRPr lang="en-GB" sz="1067" b="1"/>
          </a:p>
        </p:txBody>
      </p:sp>
      <p:pic>
        <p:nvPicPr>
          <p:cNvPr id="229" name="Bilde 228">
            <a:extLst>
              <a:ext uri="{FF2B5EF4-FFF2-40B4-BE49-F238E27FC236}">
                <a16:creationId xmlns:a16="http://schemas.microsoft.com/office/drawing/2014/main" id="{3F28F2BB-B866-4210-A769-D15E27438100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789155" y="-1495075"/>
            <a:ext cx="3072645" cy="1277620"/>
          </a:xfrm>
          <a:prstGeom prst="rect">
            <a:avLst/>
          </a:prstGeom>
        </p:spPr>
      </p:pic>
      <p:cxnSp>
        <p:nvCxnSpPr>
          <p:cNvPr id="228" name="Rett linje 227">
            <a:extLst>
              <a:ext uri="{FF2B5EF4-FFF2-40B4-BE49-F238E27FC236}">
                <a16:creationId xmlns:a16="http://schemas.microsoft.com/office/drawing/2014/main" id="{A0B380D3-2591-4F53-9759-6BC4B71689ED}"/>
              </a:ext>
            </a:extLst>
          </p:cNvPr>
          <p:cNvCxnSpPr>
            <a:cxnSpLocks/>
          </p:cNvCxnSpPr>
          <p:nvPr userDrawn="1"/>
        </p:nvCxnSpPr>
        <p:spPr>
          <a:xfrm>
            <a:off x="-2001" y="6214831"/>
            <a:ext cx="12192000" cy="0"/>
          </a:xfrm>
          <a:prstGeom prst="line">
            <a:avLst/>
          </a:prstGeom>
          <a:ln w="19050">
            <a:solidFill>
              <a:srgbClr val="DA29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38">
            <a:extLst>
              <a:ext uri="{FF2B5EF4-FFF2-40B4-BE49-F238E27FC236}">
                <a16:creationId xmlns:a16="http://schemas.microsoft.com/office/drawing/2014/main" id="{A155B4D4-632D-41E5-85D9-AC4806339D08}"/>
              </a:ext>
            </a:extLst>
          </p:cNvPr>
          <p:cNvPicPr>
            <a:picLocks noChangeAspect="1"/>
          </p:cNvPicPr>
          <p:nvPr userDrawn="1"/>
        </p:nvPicPr>
        <p:blipFill>
          <a:blip r:embed="rId4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096" y="6466517"/>
            <a:ext cx="1362072" cy="19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10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  <p:sldLayoutId id="2147483749" r:id="rId18"/>
    <p:sldLayoutId id="2147483750" r:id="rId19"/>
    <p:sldLayoutId id="2147483751" r:id="rId20"/>
    <p:sldLayoutId id="2147483752" r:id="rId21"/>
    <p:sldLayoutId id="2147483753" r:id="rId22"/>
    <p:sldLayoutId id="2147483754" r:id="rId23"/>
    <p:sldLayoutId id="2147483755" r:id="rId24"/>
    <p:sldLayoutId id="2147483756" r:id="rId25"/>
    <p:sldLayoutId id="2147483757" r:id="rId26"/>
    <p:sldLayoutId id="2147483758" r:id="rId27"/>
    <p:sldLayoutId id="2147483759" r:id="rId28"/>
    <p:sldLayoutId id="2147483760" r:id="rId29"/>
    <p:sldLayoutId id="2147483761" r:id="rId30"/>
    <p:sldLayoutId id="2147483762" r:id="rId31"/>
    <p:sldLayoutId id="2147483763" r:id="rId32"/>
    <p:sldLayoutId id="2147483764" r:id="rId33"/>
    <p:sldLayoutId id="2147483765" r:id="rId34"/>
    <p:sldLayoutId id="2147483766" r:id="rId35"/>
    <p:sldLayoutId id="2147483767" r:id="rId36"/>
  </p:sldLayoutIdLst>
  <p:transition>
    <p:fade/>
  </p:transition>
  <p:hf sldNum="0" hdr="0" ftr="0" dt="0"/>
  <p:txStyles>
    <p:titleStyle>
      <a:lvl1pPr algn="l" defTabSz="609585" rtl="0" eaLnBrk="1" latinLnBrk="0" hangingPunct="1">
        <a:spcBef>
          <a:spcPct val="0"/>
        </a:spcBef>
        <a:buNone/>
        <a:defRPr sz="2933" kern="1200" baseline="0">
          <a:solidFill>
            <a:srgbClr val="BF0900"/>
          </a:solidFill>
          <a:latin typeface="Verdana"/>
          <a:ea typeface="+mj-ea"/>
          <a:cs typeface="Verdana"/>
        </a:defRPr>
      </a:lvl1pPr>
    </p:titleStyle>
    <p:bodyStyle>
      <a:lvl1pPr marL="167996" indent="-167996" algn="l" defTabSz="609585" rtl="0" eaLnBrk="1" latinLnBrk="0" hangingPunct="1">
        <a:spcBef>
          <a:spcPts val="1600"/>
        </a:spcBef>
        <a:buClr>
          <a:schemeClr val="tx2"/>
        </a:buClr>
        <a:buFont typeface="Arial"/>
        <a:buChar char="•"/>
        <a:defRPr sz="2000" kern="1200" baseline="0">
          <a:solidFill>
            <a:schemeClr val="tx1"/>
          </a:solidFill>
          <a:latin typeface="Verdana"/>
          <a:ea typeface="+mn-ea"/>
          <a:cs typeface="Verdana"/>
        </a:defRPr>
      </a:lvl1pPr>
      <a:lvl2pPr marL="359991" indent="-167996" algn="l" defTabSz="609585" rtl="0" eaLnBrk="1" latinLnBrk="0" hangingPunct="1">
        <a:spcBef>
          <a:spcPts val="400"/>
        </a:spcBef>
        <a:buClr>
          <a:schemeClr val="tx2"/>
        </a:buClr>
        <a:buFont typeface="Lucida Grande"/>
        <a:buChar char="-"/>
        <a:defRPr sz="1600" kern="1200">
          <a:solidFill>
            <a:schemeClr val="tx1"/>
          </a:solidFill>
          <a:latin typeface="Verdana"/>
          <a:ea typeface="+mn-ea"/>
          <a:cs typeface="Verdana"/>
        </a:defRPr>
      </a:lvl2pPr>
      <a:lvl3pPr marL="537587" indent="-167213" algn="l" defTabSz="609585" rtl="0" eaLnBrk="1" latinLnBrk="0" hangingPunct="1">
        <a:spcBef>
          <a:spcPct val="20000"/>
        </a:spcBef>
        <a:buFont typeface="Lucida Grande"/>
        <a:buChar char="-"/>
        <a:defRPr sz="1600" kern="1200">
          <a:solidFill>
            <a:schemeClr val="tx1"/>
          </a:solidFill>
          <a:latin typeface="Verdana"/>
          <a:ea typeface="+mn-ea"/>
          <a:cs typeface="Verdana"/>
        </a:defRPr>
      </a:lvl3pPr>
      <a:lvl4pPr marL="719649" indent="-167213" algn="l" defTabSz="609585" rtl="0" eaLnBrk="1" latinLnBrk="0" hangingPunct="1">
        <a:spcBef>
          <a:spcPct val="20000"/>
        </a:spcBef>
        <a:buFont typeface="Arial"/>
        <a:buChar char="–"/>
        <a:defRPr sz="1467" kern="1200">
          <a:solidFill>
            <a:schemeClr val="tx1"/>
          </a:solidFill>
          <a:latin typeface="Verdana"/>
          <a:ea typeface="+mn-ea"/>
          <a:cs typeface="Verdana"/>
        </a:defRPr>
      </a:lvl4pPr>
      <a:lvl5pPr marL="956709" indent="-237061" algn="l" defTabSz="609585" rtl="0" eaLnBrk="1" latinLnBrk="0" hangingPunct="1">
        <a:spcBef>
          <a:spcPct val="20000"/>
        </a:spcBef>
        <a:buFont typeface="Arial"/>
        <a:buChar char="»"/>
        <a:defRPr sz="1467" kern="1200">
          <a:solidFill>
            <a:schemeClr val="tx1"/>
          </a:solidFill>
          <a:latin typeface="Verdana"/>
          <a:ea typeface="+mn-ea"/>
          <a:cs typeface="Verdana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2935">
          <p15:clr>
            <a:srgbClr val="F26B43"/>
          </p15:clr>
        </p15:guide>
        <p15:guide id="3" orient="horz" pos="1529">
          <p15:clr>
            <a:srgbClr val="F26B43"/>
          </p15:clr>
        </p15:guide>
        <p15:guide id="4" pos="5624">
          <p15:clr>
            <a:srgbClr val="F26B43"/>
          </p15:clr>
        </p15:guide>
        <p15:guide id="5" pos="363">
          <p15:clr>
            <a:srgbClr val="F26B43"/>
          </p15:clr>
        </p15:guide>
        <p15:guide id="6" orient="horz" pos="764">
          <p15:clr>
            <a:srgbClr val="F26B43"/>
          </p15:clr>
        </p15:guide>
        <p15:guide id="7" pos="136">
          <p15:clr>
            <a:srgbClr val="F26B43"/>
          </p15:clr>
        </p15:guide>
        <p15:guide id="8" orient="horz" pos="146">
          <p15:clr>
            <a:srgbClr val="F26B43"/>
          </p15:clr>
        </p15:guide>
        <p15:guide id="9" pos="2980">
          <p15:clr>
            <a:srgbClr val="F26B43"/>
          </p15:clr>
        </p15:guide>
        <p15:guide id="10" orient="horz" pos="2799">
          <p15:clr>
            <a:srgbClr val="F26B43"/>
          </p15:clr>
        </p15:guide>
        <p15:guide id="11" orient="horz" pos="53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12.jpe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5.xml"/><Relationship Id="rId1" Type="http://schemas.openxmlformats.org/officeDocument/2006/relationships/tags" Target="../tags/tag5.xml"/><Relationship Id="rId6" Type="http://schemas.openxmlformats.org/officeDocument/2006/relationships/image" Target="../media/image1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5.xml"/><Relationship Id="rId1" Type="http://schemas.openxmlformats.org/officeDocument/2006/relationships/tags" Target="../tags/tag6.xml"/><Relationship Id="rId6" Type="http://schemas.openxmlformats.org/officeDocument/2006/relationships/image" Target="../media/image1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14DE4938-E4CF-F16E-D2E8-F956E049741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14DE4938-E4CF-F16E-D2E8-F956E04974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lassholder for bilde 11">
            <a:extLst>
              <a:ext uri="{FF2B5EF4-FFF2-40B4-BE49-F238E27FC236}">
                <a16:creationId xmlns:a16="http://schemas.microsoft.com/office/drawing/2014/main" id="{5C27C1C0-7697-2200-6CAA-67FBD6E96D1D}"/>
              </a:ext>
            </a:extLst>
          </p:cNvPr>
          <p:cNvPicPr>
            <a:picLocks noGrp="1"/>
          </p:cNvPicPr>
          <p:nvPr>
            <p:ph type="pic" sz="quarter" idx="13"/>
          </p:nvPr>
        </p:nvPicPr>
        <p:blipFill>
          <a:blip r:embed="rId5"/>
          <a:srcRect t="28" b="28"/>
          <a:stretch>
            <a:fillRect/>
          </a:stretch>
        </p:blipFill>
        <p:spPr/>
      </p:pic>
      <p:sp>
        <p:nvSpPr>
          <p:cNvPr id="2" name="Tittel 1">
            <a:extLst>
              <a:ext uri="{FF2B5EF4-FFF2-40B4-BE49-F238E27FC236}">
                <a16:creationId xmlns:a16="http://schemas.microsoft.com/office/drawing/2014/main" id="{068C149C-135F-4820-B100-A023E8620B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nb-NO" sz="2667">
                <a:cs typeface="Calibri"/>
              </a:rPr>
              <a:t>Storebrand</a:t>
            </a:r>
            <a:br>
              <a:rPr lang="nb-NO" sz="2667">
                <a:cs typeface="Calibri"/>
              </a:rPr>
            </a:br>
            <a:r>
              <a:rPr lang="nb-NO" sz="2667">
                <a:cs typeface="Calibri"/>
              </a:rPr>
              <a:t>x</a:t>
            </a:r>
            <a:br>
              <a:rPr lang="nb-NO" sz="2667">
                <a:cs typeface="Calibri"/>
              </a:rPr>
            </a:br>
            <a:r>
              <a:rPr lang="nb-NO" sz="2667">
                <a:cs typeface="Calibri"/>
              </a:rPr>
              <a:t>24SevenOffice</a:t>
            </a:r>
            <a:br>
              <a:rPr lang="nb-NO">
                <a:cs typeface="Calibri"/>
              </a:rPr>
            </a:br>
            <a:endParaRPr lang="nb-NO">
              <a:cs typeface="Calibri"/>
            </a:endParaRP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CC8E06F6-3DFF-4DAE-ADBB-AF73438758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67505" y="4678920"/>
            <a:ext cx="4663923" cy="959552"/>
          </a:xfrm>
        </p:spPr>
        <p:txBody>
          <a:bodyPr>
            <a:normAutofit/>
          </a:bodyPr>
          <a:lstStyle/>
          <a:p>
            <a:r>
              <a:rPr lang="nb-NO"/>
              <a:t>03.10.2023</a:t>
            </a:r>
          </a:p>
        </p:txBody>
      </p:sp>
    </p:spTree>
    <p:extLst>
      <p:ext uri="{BB962C8B-B14F-4D97-AF65-F5344CB8AC3E}">
        <p14:creationId xmlns:p14="http://schemas.microsoft.com/office/powerpoint/2010/main" val="3954501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kt 13" hidden="1">
            <a:extLst>
              <a:ext uri="{FF2B5EF4-FFF2-40B4-BE49-F238E27FC236}">
                <a16:creationId xmlns:a16="http://schemas.microsoft.com/office/drawing/2014/main" id="{D9946A54-5110-95FC-51B8-9D3A8EC24A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14" name="Objekt 13" hidden="1">
                        <a:extLst>
                          <a:ext uri="{FF2B5EF4-FFF2-40B4-BE49-F238E27FC236}">
                            <a16:creationId xmlns:a16="http://schemas.microsoft.com/office/drawing/2014/main" id="{D9946A54-5110-95FC-51B8-9D3A8EC24A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tel 9">
            <a:extLst>
              <a:ext uri="{FF2B5EF4-FFF2-40B4-BE49-F238E27FC236}">
                <a16:creationId xmlns:a16="http://schemas.microsoft.com/office/drawing/2014/main" id="{31B5F40D-7C87-49C5-B8AD-46683629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>
            <a:normAutofit/>
          </a:bodyPr>
          <a:lstStyle/>
          <a:p>
            <a:r>
              <a:rPr lang="nb-NO" sz="2400" b="1"/>
              <a:t>Å bli kunde</a:t>
            </a:r>
            <a:r>
              <a:rPr lang="nb-NO" sz="2400"/>
              <a:t>: Integrasjon med Storebrands Bedriftsveileder</a:t>
            </a:r>
          </a:p>
        </p:txBody>
      </p:sp>
      <p:sp>
        <p:nvSpPr>
          <p:cNvPr id="16" name="Plassholder for innhold 15">
            <a:extLst>
              <a:ext uri="{FF2B5EF4-FFF2-40B4-BE49-F238E27FC236}">
                <a16:creationId xmlns:a16="http://schemas.microsoft.com/office/drawing/2014/main" id="{53AA4B43-5DF8-5A83-DCC2-ABFD898B4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96714" y="1184837"/>
            <a:ext cx="5369557" cy="4307417"/>
          </a:xfrm>
        </p:spPr>
        <p:txBody>
          <a:bodyPr>
            <a:normAutofit/>
          </a:bodyPr>
          <a:lstStyle/>
          <a:p>
            <a:r>
              <a:rPr lang="nb-NO" sz="1200"/>
              <a:t>Gi kunder tilgang til vår kjøpsløsning Bedriftsveilederen</a:t>
            </a:r>
            <a:br>
              <a:rPr lang="nb-NO" sz="1200"/>
            </a:br>
            <a:r>
              <a:rPr lang="nb-NO" sz="1200"/>
              <a:t>fra relevante flater hos 24SO</a:t>
            </a:r>
          </a:p>
          <a:p>
            <a:r>
              <a:rPr lang="nb-NO" sz="1200"/>
              <a:t>Merking av salg/kunde som kommer fra partner via egen URL</a:t>
            </a:r>
          </a:p>
          <a:p>
            <a:r>
              <a:rPr lang="nb-NO" sz="1200"/>
              <a:t>Teknisk integrasjon</a:t>
            </a:r>
          </a:p>
          <a:p>
            <a:pPr lvl="1"/>
            <a:r>
              <a:rPr lang="nb-NO" sz="1200"/>
              <a:t>Bedriftsveilederen er tilgjengelig via lenke/URL fra 24SO</a:t>
            </a:r>
          </a:p>
          <a:p>
            <a:pPr lvl="1"/>
            <a:r>
              <a:rPr lang="nb-NO" sz="1200"/>
              <a:t>Bruker logger inn og signerer ved hjelp av Bank-ID</a:t>
            </a:r>
          </a:p>
          <a:p>
            <a:pPr lvl="1"/>
            <a:r>
              <a:rPr lang="nb-NO" sz="1200"/>
              <a:t>Fase 1</a:t>
            </a:r>
          </a:p>
          <a:p>
            <a:pPr lvl="2"/>
            <a:r>
              <a:rPr lang="nb-NO" sz="1200"/>
              <a:t>Opplasting av ansattlister i </a:t>
            </a:r>
            <a:r>
              <a:rPr lang="nb-NO" sz="1200" err="1"/>
              <a:t>xls</a:t>
            </a:r>
            <a:r>
              <a:rPr lang="nb-NO" sz="1200"/>
              <a:t> eller </a:t>
            </a:r>
            <a:r>
              <a:rPr lang="nb-NO" sz="1200" err="1"/>
              <a:t>csv</a:t>
            </a:r>
            <a:r>
              <a:rPr lang="nb-NO" sz="1200"/>
              <a:t> format</a:t>
            </a:r>
          </a:p>
          <a:p>
            <a:pPr lvl="2"/>
            <a:r>
              <a:rPr lang="nb-NO" sz="1200"/>
              <a:t>24SO gjør fil tilgjengelig for kunde, i rett format for enkelt opplasting</a:t>
            </a:r>
          </a:p>
          <a:p>
            <a:pPr lvl="1"/>
            <a:r>
              <a:rPr lang="nb-NO" sz="1200"/>
              <a:t>Fase 2</a:t>
            </a:r>
          </a:p>
          <a:p>
            <a:pPr lvl="2"/>
            <a:r>
              <a:rPr lang="nb-NO" sz="1200"/>
              <a:t>Overføring av data fra 24SO inn i ansattkort i STB bedriftsveileder </a:t>
            </a:r>
          </a:p>
          <a:p>
            <a:pPr lvl="1"/>
            <a:endParaRPr lang="nb-NO" sz="1200"/>
          </a:p>
          <a:p>
            <a:pPr lvl="1"/>
            <a:endParaRPr lang="nb-NO" sz="1200"/>
          </a:p>
          <a:p>
            <a:pPr lvl="1"/>
            <a:endParaRPr lang="nb-NO" sz="1200"/>
          </a:p>
        </p:txBody>
      </p:sp>
      <p:pic>
        <p:nvPicPr>
          <p:cNvPr id="11" name="Bilde 10">
            <a:extLst>
              <a:ext uri="{FF2B5EF4-FFF2-40B4-BE49-F238E27FC236}">
                <a16:creationId xmlns:a16="http://schemas.microsoft.com/office/drawing/2014/main" id="{FC6B6657-63EB-270B-085D-D0BD57FF1A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1" y="1181395"/>
            <a:ext cx="3704604" cy="491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37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kt 13" hidden="1">
            <a:extLst>
              <a:ext uri="{FF2B5EF4-FFF2-40B4-BE49-F238E27FC236}">
                <a16:creationId xmlns:a16="http://schemas.microsoft.com/office/drawing/2014/main" id="{D9946A54-5110-95FC-51B8-9D3A8EC24A7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14" name="Objekt 13" hidden="1">
                        <a:extLst>
                          <a:ext uri="{FF2B5EF4-FFF2-40B4-BE49-F238E27FC236}">
                            <a16:creationId xmlns:a16="http://schemas.microsoft.com/office/drawing/2014/main" id="{D9946A54-5110-95FC-51B8-9D3A8EC24A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tel 9">
            <a:extLst>
              <a:ext uri="{FF2B5EF4-FFF2-40B4-BE49-F238E27FC236}">
                <a16:creationId xmlns:a16="http://schemas.microsoft.com/office/drawing/2014/main" id="{31B5F40D-7C87-49C5-B8AD-466836293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80000"/>
            <a:ext cx="11174819" cy="808800"/>
          </a:xfrm>
        </p:spPr>
        <p:txBody>
          <a:bodyPr vert="horz">
            <a:normAutofit fontScale="90000"/>
          </a:bodyPr>
          <a:lstStyle/>
          <a:p>
            <a:r>
              <a:rPr lang="nb-NO" sz="2667" b="1"/>
              <a:t>Å være kunde</a:t>
            </a:r>
            <a:r>
              <a:rPr lang="nb-NO" sz="2667"/>
              <a:t>: Integrasjon med Storebrands API for "SMB Dashboard" i 24SO sin løsning</a:t>
            </a:r>
          </a:p>
        </p:txBody>
      </p:sp>
      <p:sp>
        <p:nvSpPr>
          <p:cNvPr id="16" name="Plassholder for innhold 15">
            <a:extLst>
              <a:ext uri="{FF2B5EF4-FFF2-40B4-BE49-F238E27FC236}">
                <a16:creationId xmlns:a16="http://schemas.microsoft.com/office/drawing/2014/main" id="{53AA4B43-5DF8-5A83-DCC2-ABFD898B4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82734" y="1398774"/>
            <a:ext cx="6041572" cy="4753452"/>
          </a:xfrm>
          <a:ln>
            <a:solidFill>
              <a:schemeClr val="accent6"/>
            </a:solidFill>
          </a:ln>
        </p:spPr>
        <p:txBody>
          <a:bodyPr>
            <a:noAutofit/>
          </a:bodyPr>
          <a:lstStyle/>
          <a:p>
            <a:r>
              <a:rPr lang="nb-NO" sz="1200"/>
              <a:t>Front-end opp til samarbeidspartner for egen tilpasning "</a:t>
            </a:r>
            <a:r>
              <a:rPr lang="nb-NO" sz="1200" err="1"/>
              <a:t>look&amp;feel</a:t>
            </a:r>
            <a:r>
              <a:rPr lang="nb-NO" sz="1200"/>
              <a:t>", i tett samarbeid med Storebrand team</a:t>
            </a:r>
          </a:p>
          <a:p>
            <a:r>
              <a:rPr lang="nb-NO" sz="1200"/>
              <a:t>Skisse basert på kundeinnsikt – har brukertestet via "</a:t>
            </a:r>
            <a:r>
              <a:rPr lang="nb-NO" sz="1200" err="1"/>
              <a:t>mock-ups</a:t>
            </a:r>
            <a:endParaRPr lang="nb-NO" sz="1200"/>
          </a:p>
          <a:p>
            <a:r>
              <a:rPr lang="nb-NO" sz="1200"/>
              <a:t>MVP tankegang: Erfaringer og kundeinnsikt hos partner som grunnlag </a:t>
            </a:r>
            <a:br>
              <a:rPr lang="nb-NO" sz="1200"/>
            </a:br>
            <a:r>
              <a:rPr lang="nb-NO" sz="1200"/>
              <a:t>for løpende samarbeid og tilpasning</a:t>
            </a:r>
          </a:p>
          <a:p>
            <a:r>
              <a:rPr lang="nb-NO" sz="1200"/>
              <a:t>Data tilgjengeliggjøres via API</a:t>
            </a:r>
          </a:p>
          <a:p>
            <a:pPr lvl="1"/>
            <a:r>
              <a:rPr lang="nb-NO" sz="933"/>
              <a:t>Sparesats i %</a:t>
            </a:r>
          </a:p>
          <a:p>
            <a:pPr lvl="1"/>
            <a:r>
              <a:rPr lang="nb-NO" sz="933"/>
              <a:t>Tilleggsparing i %</a:t>
            </a:r>
          </a:p>
          <a:p>
            <a:pPr lvl="1"/>
            <a:r>
              <a:rPr lang="nb-NO" sz="933"/>
              <a:t>Bransjesnitt</a:t>
            </a:r>
          </a:p>
          <a:p>
            <a:pPr lvl="1"/>
            <a:r>
              <a:rPr lang="nb-NO" sz="933"/>
              <a:t>Antall ansatte</a:t>
            </a:r>
          </a:p>
          <a:p>
            <a:pPr lvl="1"/>
            <a:r>
              <a:rPr lang="nb-NO" sz="933"/>
              <a:t>Årlige kostnader</a:t>
            </a:r>
          </a:p>
          <a:p>
            <a:pPr lvl="1"/>
            <a:r>
              <a:rPr lang="nb-NO" sz="933"/>
              <a:t>Fakturainformasjon</a:t>
            </a:r>
          </a:p>
          <a:p>
            <a:pPr lvl="1"/>
            <a:r>
              <a:rPr lang="nb-NO" sz="933"/>
              <a:t>Premie på forsikringer (innskuddsfritak, uførepensjon, barnepensjon, ektefelle-/samboerpensjon)</a:t>
            </a:r>
          </a:p>
          <a:p>
            <a:pPr lvl="1"/>
            <a:r>
              <a:rPr lang="nb-NO" sz="933"/>
              <a:t>Mine oppgaver (sjekkes ut mulighetsrom)</a:t>
            </a:r>
          </a:p>
          <a:p>
            <a:r>
              <a:rPr lang="nb-NO" sz="1200"/>
              <a:t>Dyplenke til Storebrands Bedriftsportal for å gjøre endringer på bedriftens avtale</a:t>
            </a:r>
          </a:p>
          <a:p>
            <a:r>
              <a:rPr lang="nb-NO" sz="1200"/>
              <a:t>Storebrand kan dele data på samtlige kunder som har et kundeforhold hos 24SO og Storebrand (uavhengig av salgskanal)</a:t>
            </a:r>
          </a:p>
          <a:p>
            <a:pPr lvl="1"/>
            <a:endParaRPr lang="nb-NO" sz="933">
              <a:solidFill>
                <a:srgbClr val="FF0000"/>
              </a:solidFill>
            </a:endParaRP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8B310B68-F906-BDC8-5E06-47A3885FCC71}"/>
              </a:ext>
            </a:extLst>
          </p:cNvPr>
          <p:cNvSpPr txBox="1"/>
          <p:nvPr/>
        </p:nvSpPr>
        <p:spPr>
          <a:xfrm>
            <a:off x="520096" y="1288801"/>
            <a:ext cx="5403425" cy="5746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9170"/>
            <a:r>
              <a:rPr lang="nb-NO" sz="1867">
                <a:solidFill>
                  <a:srgbClr val="000000"/>
                </a:solidFill>
                <a:latin typeface="Verdana"/>
              </a:rPr>
              <a:t>Eksempel SMB Dashboard:</a:t>
            </a:r>
            <a:r>
              <a:rPr lang="nb-NO" sz="1867" b="1">
                <a:solidFill>
                  <a:srgbClr val="000000"/>
                </a:solidFill>
                <a:latin typeface="Verdana"/>
              </a:rPr>
              <a:t> </a:t>
            </a:r>
            <a:r>
              <a:rPr lang="nb-NO" sz="1867">
                <a:solidFill>
                  <a:srgbClr val="000000"/>
                </a:solidFill>
                <a:latin typeface="Verdana"/>
              </a:rPr>
              <a:t>API med data </a:t>
            </a:r>
            <a:br>
              <a:rPr lang="nb-NO" sz="1867">
                <a:solidFill>
                  <a:srgbClr val="000000"/>
                </a:solidFill>
                <a:latin typeface="Verdana"/>
              </a:rPr>
            </a:br>
            <a:r>
              <a:rPr lang="nb-NO" sz="1867">
                <a:solidFill>
                  <a:srgbClr val="000000"/>
                </a:solidFill>
                <a:latin typeface="Verdana"/>
              </a:rPr>
              <a:t>for visning i samarbeidspartneres flater</a:t>
            </a:r>
          </a:p>
        </p:txBody>
      </p:sp>
      <p:pic>
        <p:nvPicPr>
          <p:cNvPr id="3" name="Bilde 2">
            <a:extLst>
              <a:ext uri="{FF2B5EF4-FFF2-40B4-BE49-F238E27FC236}">
                <a16:creationId xmlns:a16="http://schemas.microsoft.com/office/drawing/2014/main" id="{7ECCFFCA-82AC-74C0-FE28-9A5FF86CD57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487" b="7805"/>
          <a:stretch/>
        </p:blipFill>
        <p:spPr>
          <a:xfrm>
            <a:off x="194075" y="-315995"/>
            <a:ext cx="11460655" cy="818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880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2B56876-7A69-06F7-3206-9311091B9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2400" b="1"/>
              <a:t>Månedlig rapportering</a:t>
            </a:r>
            <a:br>
              <a:rPr lang="nb-NO" sz="2400" b="1"/>
            </a:br>
            <a:endParaRPr lang="nb-NO" sz="2400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1F91C16-E93D-D26A-98C6-A280B6052E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1617133"/>
            <a:ext cx="5217160" cy="3321859"/>
          </a:xfrm>
          <a:ln>
            <a:solidFill>
              <a:schemeClr val="accent6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b-NO" b="1"/>
              <a:t>Portefølje (solgt via 24SO)</a:t>
            </a:r>
            <a:endParaRPr lang="nb-NO" i="1"/>
          </a:p>
          <a:p>
            <a:pPr marL="0" indent="0">
              <a:buNone/>
            </a:pPr>
            <a:r>
              <a:rPr lang="nb-NO" sz="2000"/>
              <a:t>Kundenavn og </a:t>
            </a:r>
            <a:r>
              <a:rPr lang="nb-NO" sz="2000" err="1"/>
              <a:t>org.nummer</a:t>
            </a:r>
            <a:endParaRPr lang="nb-NO" sz="2000"/>
          </a:p>
          <a:p>
            <a:pPr marL="0" indent="0">
              <a:buNone/>
            </a:pPr>
            <a:r>
              <a:rPr lang="nb-NO" sz="2000"/>
              <a:t>Antall ansatte</a:t>
            </a:r>
          </a:p>
          <a:p>
            <a:pPr marL="0" indent="0">
              <a:buNone/>
            </a:pPr>
            <a:r>
              <a:rPr lang="nb-NO" sz="2000"/>
              <a:t>Sparebeløp</a:t>
            </a:r>
          </a:p>
          <a:p>
            <a:pPr marL="0" indent="0">
              <a:buNone/>
            </a:pPr>
            <a:r>
              <a:rPr lang="nb-NO" sz="2000"/>
              <a:t>Omkostninger</a:t>
            </a:r>
          </a:p>
          <a:p>
            <a:pPr marL="0" indent="0">
              <a:buNone/>
            </a:pPr>
            <a:r>
              <a:rPr lang="nb-NO" sz="2000"/>
              <a:t>Premie forsikringer</a:t>
            </a:r>
          </a:p>
          <a:p>
            <a:pPr marL="0" indent="0">
              <a:buNone/>
            </a:pPr>
            <a:r>
              <a:rPr lang="nb-NO" sz="2000"/>
              <a:t>…</a:t>
            </a:r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21ADDC0C-6159-CFC1-F9FD-97ED5E88A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2843" y="1617133"/>
            <a:ext cx="5369557" cy="3321859"/>
          </a:xfrm>
          <a:ln>
            <a:solidFill>
              <a:schemeClr val="accent6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b-NO" b="1"/>
              <a:t>Provisjon</a:t>
            </a:r>
          </a:p>
          <a:p>
            <a:pPr marL="0" indent="0">
              <a:buNone/>
            </a:pPr>
            <a:r>
              <a:rPr lang="nb-NO" sz="2000"/>
              <a:t>Lages med utgangspunkt i avtalevilkår</a:t>
            </a:r>
          </a:p>
          <a:p>
            <a:pPr marL="0" indent="0">
              <a:buNone/>
            </a:pPr>
            <a:endParaRPr lang="nb-NO"/>
          </a:p>
          <a:p>
            <a:pPr marL="0" indent="0">
              <a:buNone/>
            </a:pPr>
            <a:endParaRPr lang="nb-NO"/>
          </a:p>
          <a:p>
            <a:pPr marL="0" indent="0">
              <a:buNone/>
            </a:pPr>
            <a:endParaRPr lang="nb-NO"/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B96DEBAE-E394-E3B4-36A3-7C5578A640E3}"/>
              </a:ext>
            </a:extLst>
          </p:cNvPr>
          <p:cNvSpPr/>
          <p:nvPr/>
        </p:nvSpPr>
        <p:spPr>
          <a:xfrm>
            <a:off x="990600" y="5267325"/>
            <a:ext cx="9448800" cy="8088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>
                <a:solidFill>
                  <a:schemeClr val="bg1"/>
                </a:solidFill>
              </a:rPr>
              <a:t>Storebrand kan levere data til 24SO sine egne rapporteringsverktøy </a:t>
            </a:r>
          </a:p>
          <a:p>
            <a:pPr algn="ctr"/>
            <a:r>
              <a:rPr lang="nb-NO">
                <a:solidFill>
                  <a:schemeClr val="bg1"/>
                </a:solidFill>
              </a:rPr>
              <a:t>eller via </a:t>
            </a:r>
            <a:r>
              <a:rPr lang="nb-NO" err="1">
                <a:solidFill>
                  <a:schemeClr val="bg1"/>
                </a:solidFill>
              </a:rPr>
              <a:t>dashboard</a:t>
            </a:r>
            <a:r>
              <a:rPr lang="nb-NO">
                <a:solidFill>
                  <a:schemeClr val="bg1"/>
                </a:solidFill>
              </a:rPr>
              <a:t> i </a:t>
            </a:r>
            <a:r>
              <a:rPr lang="nb-NO" err="1">
                <a:solidFill>
                  <a:schemeClr val="bg1"/>
                </a:solidFill>
              </a:rPr>
              <a:t>PowerBI</a:t>
            </a:r>
            <a:r>
              <a:rPr lang="nb-NO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877045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2CEC1BD-3948-48D7-613C-5FA130C3B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Diverse avklaringer/diskusjonspunkter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0143C7A5-A077-E0CC-A485-5109AF2C40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ctr"/>
            <a:endParaRPr lang="nb-NO"/>
          </a:p>
          <a:p>
            <a:pPr algn="ctr"/>
            <a:endParaRPr lang="nb-NO"/>
          </a:p>
          <a:p>
            <a:pPr algn="ctr"/>
            <a:endParaRPr lang="nb-NO"/>
          </a:p>
          <a:p>
            <a:pPr algn="ctr"/>
            <a:r>
              <a:rPr lang="nb-NO"/>
              <a:t>Tentativt tidspunkt for salgsstart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6100A8DC-714B-71F3-B72E-D2CE55A16B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b-NO"/>
          </a:p>
          <a:p>
            <a:endParaRPr lang="nb-NO"/>
          </a:p>
          <a:p>
            <a:endParaRPr lang="nb-NO"/>
          </a:p>
          <a:p>
            <a:pPr algn="ctr"/>
            <a:r>
              <a:rPr lang="nb-NO"/>
              <a:t>Mulig fremtidig deling av persondata</a:t>
            </a:r>
          </a:p>
          <a:p>
            <a:endParaRPr lang="nb-NO"/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49C923E9-0D6E-EACE-AD74-625C7DB84D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algn="ctr"/>
            <a:endParaRPr lang="nb-NO"/>
          </a:p>
          <a:p>
            <a:pPr algn="ctr"/>
            <a:endParaRPr lang="nb-NO"/>
          </a:p>
          <a:p>
            <a:pPr algn="ctr"/>
            <a:endParaRPr lang="nb-NO"/>
          </a:p>
          <a:p>
            <a:pPr algn="ctr"/>
            <a:r>
              <a:rPr lang="nb-NO"/>
              <a:t>Organisering/plan for arbeidet frem mot lansering</a:t>
            </a:r>
          </a:p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5613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bilde 1">
            <a:extLst>
              <a:ext uri="{FF2B5EF4-FFF2-40B4-BE49-F238E27FC236}">
                <a16:creationId xmlns:a16="http://schemas.microsoft.com/office/drawing/2014/main" id="{2162BBA9-71B4-4558-3E59-F5CBAD6AB3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5345C94B-D385-7270-A14A-C2D87091CA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/>
              <a:t>Annet?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82F8FEC3-5D24-CAF3-587B-3673B5AADB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831670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TB/SPP_2022">
  <a:themeElements>
    <a:clrScheme name="Company 202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DF4E6"/>
      </a:accent1>
      <a:accent2>
        <a:srgbClr val="F5E4C7"/>
      </a:accent2>
      <a:accent3>
        <a:srgbClr val="E8F3E1"/>
      </a:accent3>
      <a:accent4>
        <a:srgbClr val="C6E7C1"/>
      </a:accent4>
      <a:accent5>
        <a:srgbClr val="DA291C"/>
      </a:accent5>
      <a:accent6>
        <a:srgbClr val="BF0900"/>
      </a:accent6>
      <a:hlink>
        <a:srgbClr val="BF0900"/>
      </a:hlink>
      <a:folHlink>
        <a:srgbClr val="5B462B"/>
      </a:folHlink>
    </a:clrScheme>
    <a:fontScheme name="Folio">
      <a:majorFont>
        <a:latin typeface="Verdana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Verdana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lIns="144000" tIns="144000" rIns="144000" bIns="144000" rtlCol="0" anchor="t">
        <a:noAutofit/>
      </a:bodyPr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5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orebrand mal" id="{CB74A75F-0686-4AC6-A604-D02FFEA40AE5}" vid="{F108C320-04EF-461D-8E6D-4E2A6F413E58}"/>
    </a:ext>
  </a:extLst>
</a:theme>
</file>

<file path=ppt/theme/theme2.xml><?xml version="1.0" encoding="utf-8"?>
<a:theme xmlns:a="http://schemas.openxmlformats.org/drawingml/2006/main" name="1_STB/SPP_2022">
  <a:themeElements>
    <a:clrScheme name="Company 2022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DF4E6"/>
      </a:accent1>
      <a:accent2>
        <a:srgbClr val="F5E4C7"/>
      </a:accent2>
      <a:accent3>
        <a:srgbClr val="E8F3E1"/>
      </a:accent3>
      <a:accent4>
        <a:srgbClr val="C6E7C1"/>
      </a:accent4>
      <a:accent5>
        <a:srgbClr val="DA291C"/>
      </a:accent5>
      <a:accent6>
        <a:srgbClr val="BF0900"/>
      </a:accent6>
      <a:hlink>
        <a:srgbClr val="BF0900"/>
      </a:hlink>
      <a:folHlink>
        <a:srgbClr val="5B462B"/>
      </a:folHlink>
    </a:clrScheme>
    <a:fontScheme name="Folio">
      <a:majorFont>
        <a:latin typeface="Verdana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Verdana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lIns="144000" tIns="144000" rIns="144000" bIns="144000" rtlCol="0" anchor="t">
        <a:noAutofit/>
      </a:bodyPr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5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orebrand mal" id="{CB74A75F-0686-4AC6-A604-D02FFEA40AE5}" vid="{F108C320-04EF-461D-8E6D-4E2A6F413E58}"/>
    </a:ext>
  </a:extLst>
</a:theme>
</file>

<file path=ppt/theme/theme3.xml><?xml version="1.0" encoding="utf-8"?>
<a:theme xmlns:a="http://schemas.openxmlformats.org/drawingml/2006/main" name="Company 2021">
  <a:themeElements>
    <a:clrScheme name="Company 202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DF4E6"/>
      </a:accent1>
      <a:accent2>
        <a:srgbClr val="F5E4C7"/>
      </a:accent2>
      <a:accent3>
        <a:srgbClr val="E8F3E1"/>
      </a:accent3>
      <a:accent4>
        <a:srgbClr val="C6E7C1"/>
      </a:accent4>
      <a:accent5>
        <a:srgbClr val="DA291C"/>
      </a:accent5>
      <a:accent6>
        <a:srgbClr val="BF0900"/>
      </a:accent6>
      <a:hlink>
        <a:srgbClr val="BF0900"/>
      </a:hlink>
      <a:folHlink>
        <a:srgbClr val="5B462B"/>
      </a:folHlink>
    </a:clrScheme>
    <a:fontScheme name="Folio">
      <a:majorFont>
        <a:latin typeface="Verdana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Verdana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5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1Mal Storebrand.potx" id="{7F0A0B8F-582E-4391-A12A-4AE06402904B}" vid="{8A3F6345-033A-4FB2-A0B0-D53F1E2FCDB5}"/>
    </a:ext>
  </a:extLst>
</a:theme>
</file>

<file path=ppt/theme/theme4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83ab8d-8bf9-4e4b-9234-373895614aa2">
      <Terms xmlns="http://schemas.microsoft.com/office/infopath/2007/PartnerControls"/>
    </lcf76f155ced4ddcb4097134ff3c332f>
    <TaxCatchAll xmlns="eebcfce1-5823-48d2-ad4a-6ffd98389b0d" xsi:nil="true"/>
    <SharedWithUsers xmlns="eebcfce1-5823-48d2-ad4a-6ffd98389b0d">
      <UserInfo>
        <DisplayName/>
        <AccountId xsi:nil="true"/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92797F43A1AA41A73B6984EE5F6563" ma:contentTypeVersion="13" ma:contentTypeDescription="Create a new document." ma:contentTypeScope="" ma:versionID="b91504213670c49cd74b42f5f4707c67">
  <xsd:schema xmlns:xsd="http://www.w3.org/2001/XMLSchema" xmlns:xs="http://www.w3.org/2001/XMLSchema" xmlns:p="http://schemas.microsoft.com/office/2006/metadata/properties" xmlns:ns2="1583ab8d-8bf9-4e4b-9234-373895614aa2" xmlns:ns3="eebcfce1-5823-48d2-ad4a-6ffd98389b0d" targetNamespace="http://schemas.microsoft.com/office/2006/metadata/properties" ma:root="true" ma:fieldsID="07ecd03aefc2d711b1fc489d2e5527e1" ns2:_="" ns3:_="">
    <xsd:import namespace="1583ab8d-8bf9-4e4b-9234-373895614aa2"/>
    <xsd:import namespace="eebcfce1-5823-48d2-ad4a-6ffd98389b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83ab8d-8bf9-4e4b-9234-373895614a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f90f9247-10a2-44e6-a579-5446f749d12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bcfce1-5823-48d2-ad4a-6ffd98389b0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e2ef1c7-27ce-40b9-956e-8907e4257748}" ma:internalName="TaxCatchAll" ma:showField="CatchAllData" ma:web="eebcfce1-5823-48d2-ad4a-6ffd98389b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9B0CF9-FB9C-459B-BB1D-C93CBEFD7B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3E8302-470A-49BF-89A0-A04D7EFD130E}">
  <ds:schemaRefs>
    <ds:schemaRef ds:uri="http://schemas.microsoft.com/office/2006/metadata/properties"/>
    <ds:schemaRef ds:uri="http://schemas.microsoft.com/office/infopath/2007/PartnerControls"/>
    <ds:schemaRef ds:uri="22ea2eb4-4b38-4e44-9fb7-15088ae9fddd"/>
    <ds:schemaRef ds:uri="4c5d1cb6-37e7-467a-aed1-29b552bca35f"/>
  </ds:schemaRefs>
</ds:datastoreItem>
</file>

<file path=customXml/itemProps3.xml><?xml version="1.0" encoding="utf-8"?>
<ds:datastoreItem xmlns:ds="http://schemas.openxmlformats.org/officeDocument/2006/customXml" ds:itemID="{F6F9483D-00EA-4014-9916-812C817DBC50}"/>
</file>

<file path=docMetadata/LabelInfo.xml><?xml version="1.0" encoding="utf-8"?>
<clbl:labelList xmlns:clbl="http://schemas.microsoft.com/office/2020/mipLabelMetadata">
  <clbl:label id="{8c3d8a03-6c4f-48cf-a1a6-1b38e749645c}" enabled="1" method="Standard" siteId="{44b5383f-aeed-4959-a674-24d907b9396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STB/SPP_2022</vt:lpstr>
      <vt:lpstr>1_STB/SPP_2022</vt:lpstr>
      <vt:lpstr>Company 2021</vt:lpstr>
      <vt:lpstr>Storebrand x 24SevenOffice </vt:lpstr>
      <vt:lpstr>Å bli kunde: Integrasjon med Storebrands Bedriftsveileder</vt:lpstr>
      <vt:lpstr>Å være kunde: Integrasjon med Storebrands API for "SMB Dashboard" i 24SO sin løsning</vt:lpstr>
      <vt:lpstr>Månedlig rapportering </vt:lpstr>
      <vt:lpstr>Diverse avklaringer/diskusjonspunkter</vt:lpstr>
      <vt:lpstr>Annet?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Storebrand x 24SevenOffice</dc:title>
  <dc:creator>Øyen, Martin</dc:creator>
  <cp:revision>3</cp:revision>
  <dcterms:created xsi:type="dcterms:W3CDTF">2023-09-15T07:42:19Z</dcterms:created>
  <dcterms:modified xsi:type="dcterms:W3CDTF">2024-07-09T09:27:11Z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0x0101004A92797F43A1AA41A73B6984EE5F6563</vt:lpwstr>
  </property>
  <property fmtid="{D5CDD505-2E9C-101B-9397-08002B2CF9AE}" pid="3" name="MediaServiceImageTags">
    <vt:lpwstr/>
  </property>
  <property fmtid="{D5CDD505-2E9C-101B-9397-08002B2CF9AE}" pid="4" name="Order">
    <vt:r8>700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