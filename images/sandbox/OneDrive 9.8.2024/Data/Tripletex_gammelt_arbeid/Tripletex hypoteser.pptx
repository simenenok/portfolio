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43" r:id="rId4"/>
  </p:sldMasterIdLst>
  <p:notesMasterIdLst>
    <p:notesMasterId r:id="rId23"/>
  </p:notesMasterIdLst>
  <p:sldIdLst>
    <p:sldId id="256" r:id="rId5"/>
    <p:sldId id="2137006009" r:id="rId6"/>
    <p:sldId id="2137006012" r:id="rId7"/>
    <p:sldId id="2137006013" r:id="rId8"/>
    <p:sldId id="2137006011" r:id="rId9"/>
    <p:sldId id="2137006006" r:id="rId10"/>
    <p:sldId id="2137006005" r:id="rId11"/>
    <p:sldId id="2137005999" r:id="rId12"/>
    <p:sldId id="2137005981" r:id="rId13"/>
    <p:sldId id="2137006003" r:id="rId14"/>
    <p:sldId id="2137006004" r:id="rId15"/>
    <p:sldId id="2137006001" r:id="rId16"/>
    <p:sldId id="2137006000" r:id="rId17"/>
    <p:sldId id="2137006008" r:id="rId18"/>
    <p:sldId id="259" r:id="rId19"/>
    <p:sldId id="260" r:id="rId20"/>
    <p:sldId id="2076138888" r:id="rId21"/>
    <p:sldId id="2076138889" r:id="rId22"/>
  </p:sldIdLst>
  <p:sldSz cx="9144000" cy="5143500" type="screen16x9"/>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51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D44FE2-53B3-46FA-9020-C0AD3639F4E0}" v="2552" dt="2022-03-03T14:43:56.664"/>
    <p1510:client id="{DEA150BB-67A7-41D9-9D1E-7B04CD2CC5A3}" v="1695" dt="2022-03-03T14:35:57.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guide pos="5125"/>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Øyen, Martin" userId="S::martin.oyen@storebrand.no::a6c96b3f-fc18-4b26-8157-d8915a1af571" providerId="AD" clId="Web-{815680D6-3622-45DF-A9A5-F471A76D9C2D}"/>
    <pc:docChg chg="modSld">
      <pc:chgData name="Øyen, Martin" userId="S::martin.oyen@storebrand.no::a6c96b3f-fc18-4b26-8157-d8915a1af571" providerId="AD" clId="Web-{815680D6-3622-45DF-A9A5-F471A76D9C2D}" dt="2022-02-28T14:49:47.424" v="26" actId="1076"/>
      <pc:docMkLst>
        <pc:docMk/>
      </pc:docMkLst>
      <pc:sldChg chg="modSp">
        <pc:chgData name="Øyen, Martin" userId="S::martin.oyen@storebrand.no::a6c96b3f-fc18-4b26-8157-d8915a1af571" providerId="AD" clId="Web-{815680D6-3622-45DF-A9A5-F471A76D9C2D}" dt="2022-02-28T14:49:47.424" v="26" actId="1076"/>
        <pc:sldMkLst>
          <pc:docMk/>
          <pc:sldMk cId="4273529760" sldId="2137005981"/>
        </pc:sldMkLst>
        <pc:graphicFrameChg chg="mod">
          <ac:chgData name="Øyen, Martin" userId="S::martin.oyen@storebrand.no::a6c96b3f-fc18-4b26-8157-d8915a1af571" providerId="AD" clId="Web-{815680D6-3622-45DF-A9A5-F471A76D9C2D}" dt="2022-02-28T14:49:47.424" v="26" actId="1076"/>
          <ac:graphicFrameMkLst>
            <pc:docMk/>
            <pc:sldMk cId="4273529760" sldId="2137005981"/>
            <ac:graphicFrameMk id="5" creationId="{D9950DAF-4E69-4EFF-9120-C3D49FE799EA}"/>
          </ac:graphicFrameMkLst>
        </pc:graphicFrameChg>
      </pc:sldChg>
      <pc:sldChg chg="modSp">
        <pc:chgData name="Øyen, Martin" userId="S::martin.oyen@storebrand.no::a6c96b3f-fc18-4b26-8157-d8915a1af571" providerId="AD" clId="Web-{815680D6-3622-45DF-A9A5-F471A76D9C2D}" dt="2022-02-28T14:49:34.143" v="25"/>
        <pc:sldMkLst>
          <pc:docMk/>
          <pc:sldMk cId="3565139094" sldId="2137005999"/>
        </pc:sldMkLst>
        <pc:graphicFrameChg chg="mod modGraphic">
          <ac:chgData name="Øyen, Martin" userId="S::martin.oyen@storebrand.no::a6c96b3f-fc18-4b26-8157-d8915a1af571" providerId="AD" clId="Web-{815680D6-3622-45DF-A9A5-F471A76D9C2D}" dt="2022-02-28T14:49:28.705" v="9"/>
          <ac:graphicFrameMkLst>
            <pc:docMk/>
            <pc:sldMk cId="3565139094" sldId="2137005999"/>
            <ac:graphicFrameMk id="5" creationId="{177443DF-9208-4BB7-A706-CC24C47C1E49}"/>
          </ac:graphicFrameMkLst>
        </pc:graphicFrameChg>
        <pc:graphicFrameChg chg="mod modGraphic">
          <ac:chgData name="Øyen, Martin" userId="S::martin.oyen@storebrand.no::a6c96b3f-fc18-4b26-8157-d8915a1af571" providerId="AD" clId="Web-{815680D6-3622-45DF-A9A5-F471A76D9C2D}" dt="2022-02-28T14:49:34.143" v="25"/>
          <ac:graphicFrameMkLst>
            <pc:docMk/>
            <pc:sldMk cId="3565139094" sldId="2137005999"/>
            <ac:graphicFrameMk id="6" creationId="{C24DBD14-D17B-4719-A428-997BFB8DC6F0}"/>
          </ac:graphicFrameMkLst>
        </pc:graphicFrameChg>
      </pc:sldChg>
    </pc:docChg>
  </pc:docChgLst>
  <pc:docChgLst>
    <pc:chgData name="Sorteberg, Hanne" userId="cb5c66ff-0d5d-4fc0-80d8-f7bc20f0e547" providerId="ADAL" clId="{02D44FE2-53B3-46FA-9020-C0AD3639F4E0}"/>
    <pc:docChg chg="undo custSel addSld modSld sldOrd">
      <pc:chgData name="Sorteberg, Hanne" userId="cb5c66ff-0d5d-4fc0-80d8-f7bc20f0e547" providerId="ADAL" clId="{02D44FE2-53B3-46FA-9020-C0AD3639F4E0}" dt="2022-03-03T14:43:56.664" v="3060" actId="20577"/>
      <pc:docMkLst>
        <pc:docMk/>
      </pc:docMkLst>
      <pc:sldChg chg="addSp delSp modSp mod">
        <pc:chgData name="Sorteberg, Hanne" userId="cb5c66ff-0d5d-4fc0-80d8-f7bc20f0e547" providerId="ADAL" clId="{02D44FE2-53B3-46FA-9020-C0AD3639F4E0}" dt="2022-03-01T10:14:06.636" v="499" actId="108"/>
        <pc:sldMkLst>
          <pc:docMk/>
          <pc:sldMk cId="4273529760" sldId="2137005981"/>
        </pc:sldMkLst>
        <pc:spChg chg="add mod">
          <ac:chgData name="Sorteberg, Hanne" userId="cb5c66ff-0d5d-4fc0-80d8-f7bc20f0e547" providerId="ADAL" clId="{02D44FE2-53B3-46FA-9020-C0AD3639F4E0}" dt="2022-03-01T09:56:31.308" v="139" actId="20577"/>
          <ac:spMkLst>
            <pc:docMk/>
            <pc:sldMk cId="4273529760" sldId="2137005981"/>
            <ac:spMk id="3" creationId="{C4C019DD-6C76-42C8-9DA0-1BEFAB48A042}"/>
          </ac:spMkLst>
        </pc:spChg>
        <pc:spChg chg="add mod">
          <ac:chgData name="Sorteberg, Hanne" userId="cb5c66ff-0d5d-4fc0-80d8-f7bc20f0e547" providerId="ADAL" clId="{02D44FE2-53B3-46FA-9020-C0AD3639F4E0}" dt="2022-03-01T09:56:15.965" v="132" actId="1076"/>
          <ac:spMkLst>
            <pc:docMk/>
            <pc:sldMk cId="4273529760" sldId="2137005981"/>
            <ac:spMk id="6" creationId="{B19E88FC-C113-47D3-9C04-91C46C55EA69}"/>
          </ac:spMkLst>
        </pc:spChg>
        <pc:spChg chg="add mod">
          <ac:chgData name="Sorteberg, Hanne" userId="cb5c66ff-0d5d-4fc0-80d8-f7bc20f0e547" providerId="ADAL" clId="{02D44FE2-53B3-46FA-9020-C0AD3639F4E0}" dt="2022-03-01T09:58:40.630" v="210" actId="207"/>
          <ac:spMkLst>
            <pc:docMk/>
            <pc:sldMk cId="4273529760" sldId="2137005981"/>
            <ac:spMk id="7" creationId="{17B3F1B0-DF39-4E17-B5DB-4A047BD6DD6A}"/>
          </ac:spMkLst>
        </pc:spChg>
        <pc:spChg chg="add mod">
          <ac:chgData name="Sorteberg, Hanne" userId="cb5c66ff-0d5d-4fc0-80d8-f7bc20f0e547" providerId="ADAL" clId="{02D44FE2-53B3-46FA-9020-C0AD3639F4E0}" dt="2022-03-01T09:58:32.708" v="207" actId="1076"/>
          <ac:spMkLst>
            <pc:docMk/>
            <pc:sldMk cId="4273529760" sldId="2137005981"/>
            <ac:spMk id="8" creationId="{BCABE090-7B91-408D-A049-5FE2589E2867}"/>
          </ac:spMkLst>
        </pc:spChg>
        <pc:spChg chg="add mod">
          <ac:chgData name="Sorteberg, Hanne" userId="cb5c66ff-0d5d-4fc0-80d8-f7bc20f0e547" providerId="ADAL" clId="{02D44FE2-53B3-46FA-9020-C0AD3639F4E0}" dt="2022-03-01T10:01:48.563" v="338" actId="20577"/>
          <ac:spMkLst>
            <pc:docMk/>
            <pc:sldMk cId="4273529760" sldId="2137005981"/>
            <ac:spMk id="11" creationId="{02CDFD13-46EB-4A1B-A69A-85E2CA5249A4}"/>
          </ac:spMkLst>
        </pc:spChg>
        <pc:spChg chg="add del mod">
          <ac:chgData name="Sorteberg, Hanne" userId="cb5c66ff-0d5d-4fc0-80d8-f7bc20f0e547" providerId="ADAL" clId="{02D44FE2-53B3-46FA-9020-C0AD3639F4E0}" dt="2022-03-01T10:01:56.153" v="340"/>
          <ac:spMkLst>
            <pc:docMk/>
            <pc:sldMk cId="4273529760" sldId="2137005981"/>
            <ac:spMk id="12" creationId="{D9B34D4D-758A-48C1-AE90-6BF68C1C1E49}"/>
          </ac:spMkLst>
        </pc:spChg>
        <pc:spChg chg="add mod">
          <ac:chgData name="Sorteberg, Hanne" userId="cb5c66ff-0d5d-4fc0-80d8-f7bc20f0e547" providerId="ADAL" clId="{02D44FE2-53B3-46FA-9020-C0AD3639F4E0}" dt="2022-03-01T10:02:00.597" v="342" actId="1076"/>
          <ac:spMkLst>
            <pc:docMk/>
            <pc:sldMk cId="4273529760" sldId="2137005981"/>
            <ac:spMk id="13" creationId="{5F43CE26-940D-4BAB-8842-CA22595765A2}"/>
          </ac:spMkLst>
        </pc:spChg>
        <pc:spChg chg="add mod">
          <ac:chgData name="Sorteberg, Hanne" userId="cb5c66ff-0d5d-4fc0-80d8-f7bc20f0e547" providerId="ADAL" clId="{02D44FE2-53B3-46FA-9020-C0AD3639F4E0}" dt="2022-03-01T10:14:06.636" v="499" actId="108"/>
          <ac:spMkLst>
            <pc:docMk/>
            <pc:sldMk cId="4273529760" sldId="2137005981"/>
            <ac:spMk id="14" creationId="{4EA8AED3-2395-42C8-81AE-8FE4AF90578E}"/>
          </ac:spMkLst>
        </pc:spChg>
        <pc:spChg chg="add mod">
          <ac:chgData name="Sorteberg, Hanne" userId="cb5c66ff-0d5d-4fc0-80d8-f7bc20f0e547" providerId="ADAL" clId="{02D44FE2-53B3-46FA-9020-C0AD3639F4E0}" dt="2022-03-01T10:14:03.781" v="498" actId="208"/>
          <ac:spMkLst>
            <pc:docMk/>
            <pc:sldMk cId="4273529760" sldId="2137005981"/>
            <ac:spMk id="15" creationId="{71439B43-B9D8-4F4A-A860-5C54A45616F5}"/>
          </ac:spMkLst>
        </pc:spChg>
        <pc:cxnChg chg="add">
          <ac:chgData name="Sorteberg, Hanne" userId="cb5c66ff-0d5d-4fc0-80d8-f7bc20f0e547" providerId="ADAL" clId="{02D44FE2-53B3-46FA-9020-C0AD3639F4E0}" dt="2022-03-01T09:58:45.950" v="211" actId="11529"/>
          <ac:cxnSpMkLst>
            <pc:docMk/>
            <pc:sldMk cId="4273529760" sldId="2137005981"/>
            <ac:cxnSpMk id="10" creationId="{7B6384EE-A462-4B90-AFFB-6E57843ECC9B}"/>
          </ac:cxnSpMkLst>
        </pc:cxnChg>
      </pc:sldChg>
      <pc:sldChg chg="addSp modSp mod">
        <pc:chgData name="Sorteberg, Hanne" userId="cb5c66ff-0d5d-4fc0-80d8-f7bc20f0e547" providerId="ADAL" clId="{02D44FE2-53B3-46FA-9020-C0AD3639F4E0}" dt="2022-03-01T09:59:00.056" v="213" actId="1076"/>
        <pc:sldMkLst>
          <pc:docMk/>
          <pc:sldMk cId="3565139094" sldId="2137005999"/>
        </pc:sldMkLst>
        <pc:spChg chg="add mod">
          <ac:chgData name="Sorteberg, Hanne" userId="cb5c66ff-0d5d-4fc0-80d8-f7bc20f0e547" providerId="ADAL" clId="{02D44FE2-53B3-46FA-9020-C0AD3639F4E0}" dt="2022-03-01T09:59:00.056" v="213" actId="1076"/>
          <ac:spMkLst>
            <pc:docMk/>
            <pc:sldMk cId="3565139094" sldId="2137005999"/>
            <ac:spMk id="3" creationId="{6EFF850A-597F-4742-B0E9-4DAB25DECD85}"/>
          </ac:spMkLst>
        </pc:spChg>
        <pc:spChg chg="add mod">
          <ac:chgData name="Sorteberg, Hanne" userId="cb5c66ff-0d5d-4fc0-80d8-f7bc20f0e547" providerId="ADAL" clId="{02D44FE2-53B3-46FA-9020-C0AD3639F4E0}" dt="2022-03-01T09:52:32.053" v="7" actId="207"/>
          <ac:spMkLst>
            <pc:docMk/>
            <pc:sldMk cId="3565139094" sldId="2137005999"/>
            <ac:spMk id="7" creationId="{895ACEF3-494C-4F7E-BC62-156ACDD9FF66}"/>
          </ac:spMkLst>
        </pc:spChg>
        <pc:spChg chg="add mod">
          <ac:chgData name="Sorteberg, Hanne" userId="cb5c66ff-0d5d-4fc0-80d8-f7bc20f0e547" providerId="ADAL" clId="{02D44FE2-53B3-46FA-9020-C0AD3639F4E0}" dt="2022-03-01T09:52:41.268" v="8" actId="1076"/>
          <ac:spMkLst>
            <pc:docMk/>
            <pc:sldMk cId="3565139094" sldId="2137005999"/>
            <ac:spMk id="8" creationId="{C12E171E-3560-4137-A665-4F314AF7E25C}"/>
          </ac:spMkLst>
        </pc:spChg>
      </pc:sldChg>
      <pc:sldChg chg="addSp delSp modSp mod">
        <pc:chgData name="Sorteberg, Hanne" userId="cb5c66ff-0d5d-4fc0-80d8-f7bc20f0e547" providerId="ADAL" clId="{02D44FE2-53B3-46FA-9020-C0AD3639F4E0}" dt="2022-03-01T11:03:35.047" v="505" actId="478"/>
        <pc:sldMkLst>
          <pc:docMk/>
          <pc:sldMk cId="3531383141" sldId="2137006001"/>
        </pc:sldMkLst>
        <pc:spChg chg="add del">
          <ac:chgData name="Sorteberg, Hanne" userId="cb5c66ff-0d5d-4fc0-80d8-f7bc20f0e547" providerId="ADAL" clId="{02D44FE2-53B3-46FA-9020-C0AD3639F4E0}" dt="2022-03-01T10:30:40.549" v="501" actId="22"/>
          <ac:spMkLst>
            <pc:docMk/>
            <pc:sldMk cId="3531383141" sldId="2137006001"/>
            <ac:spMk id="7" creationId="{A6EBDE82-E60C-4663-A8B1-1ED090BCBEFF}"/>
          </ac:spMkLst>
        </pc:spChg>
        <pc:picChg chg="add del mod modCrop">
          <ac:chgData name="Sorteberg, Hanne" userId="cb5c66ff-0d5d-4fc0-80d8-f7bc20f0e547" providerId="ADAL" clId="{02D44FE2-53B3-46FA-9020-C0AD3639F4E0}" dt="2022-03-01T11:03:35.047" v="505" actId="478"/>
          <ac:picMkLst>
            <pc:docMk/>
            <pc:sldMk cId="3531383141" sldId="2137006001"/>
            <ac:picMk id="8" creationId="{95D998D6-AA37-47DC-B11B-6810C4935C7E}"/>
          </ac:picMkLst>
        </pc:picChg>
      </pc:sldChg>
      <pc:sldChg chg="addSp modSp mod">
        <pc:chgData name="Sorteberg, Hanne" userId="cb5c66ff-0d5d-4fc0-80d8-f7bc20f0e547" providerId="ADAL" clId="{02D44FE2-53B3-46FA-9020-C0AD3639F4E0}" dt="2022-03-01T09:57:33.085" v="144" actId="1076"/>
        <pc:sldMkLst>
          <pc:docMk/>
          <pc:sldMk cId="3701230964" sldId="2137006003"/>
        </pc:sldMkLst>
        <pc:spChg chg="add mod">
          <ac:chgData name="Sorteberg, Hanne" userId="cb5c66ff-0d5d-4fc0-80d8-f7bc20f0e547" providerId="ADAL" clId="{02D44FE2-53B3-46FA-9020-C0AD3639F4E0}" dt="2022-03-01T09:57:14.045" v="142" actId="14100"/>
          <ac:spMkLst>
            <pc:docMk/>
            <pc:sldMk cId="3701230964" sldId="2137006003"/>
            <ac:spMk id="6" creationId="{6EC1DEAC-4227-4CFF-AFD1-CACBCCD5646E}"/>
          </ac:spMkLst>
        </pc:spChg>
        <pc:spChg chg="add mod">
          <ac:chgData name="Sorteberg, Hanne" userId="cb5c66ff-0d5d-4fc0-80d8-f7bc20f0e547" providerId="ADAL" clId="{02D44FE2-53B3-46FA-9020-C0AD3639F4E0}" dt="2022-03-01T09:57:33.085" v="144" actId="1076"/>
          <ac:spMkLst>
            <pc:docMk/>
            <pc:sldMk cId="3701230964" sldId="2137006003"/>
            <ac:spMk id="7" creationId="{4AB3DC1F-47AE-4933-9617-955573D7293F}"/>
          </ac:spMkLst>
        </pc:spChg>
      </pc:sldChg>
      <pc:sldChg chg="modSp new mod ord">
        <pc:chgData name="Sorteberg, Hanne" userId="cb5c66ff-0d5d-4fc0-80d8-f7bc20f0e547" providerId="ADAL" clId="{02D44FE2-53B3-46FA-9020-C0AD3639F4E0}" dt="2022-03-03T14:43:56.664" v="3060" actId="20577"/>
        <pc:sldMkLst>
          <pc:docMk/>
          <pc:sldMk cId="2863449445" sldId="2137006009"/>
        </pc:sldMkLst>
        <pc:spChg chg="mod">
          <ac:chgData name="Sorteberg, Hanne" userId="cb5c66ff-0d5d-4fc0-80d8-f7bc20f0e547" providerId="ADAL" clId="{02D44FE2-53B3-46FA-9020-C0AD3639F4E0}" dt="2022-03-03T14:37:25.152" v="2214" actId="20577"/>
          <ac:spMkLst>
            <pc:docMk/>
            <pc:sldMk cId="2863449445" sldId="2137006009"/>
            <ac:spMk id="2" creationId="{CE7AACDD-BD39-4404-8471-0EE36EBA7DDC}"/>
          </ac:spMkLst>
        </pc:spChg>
        <pc:spChg chg="mod">
          <ac:chgData name="Sorteberg, Hanne" userId="cb5c66ff-0d5d-4fc0-80d8-f7bc20f0e547" providerId="ADAL" clId="{02D44FE2-53B3-46FA-9020-C0AD3639F4E0}" dt="2022-03-03T14:43:56.664" v="3060" actId="20577"/>
          <ac:spMkLst>
            <pc:docMk/>
            <pc:sldMk cId="2863449445" sldId="2137006009"/>
            <ac:spMk id="3" creationId="{9BE3CD07-4E8E-400B-B3C8-C9232E2B6A79}"/>
          </ac:spMkLst>
        </pc:spChg>
      </pc:sldChg>
      <pc:sldChg chg="modSp new mod ord">
        <pc:chgData name="Sorteberg, Hanne" userId="cb5c66ff-0d5d-4fc0-80d8-f7bc20f0e547" providerId="ADAL" clId="{02D44FE2-53B3-46FA-9020-C0AD3639F4E0}" dt="2022-03-03T14:39:13.651" v="2232"/>
        <pc:sldMkLst>
          <pc:docMk/>
          <pc:sldMk cId="354569330" sldId="2137006011"/>
        </pc:sldMkLst>
        <pc:spChg chg="mod">
          <ac:chgData name="Sorteberg, Hanne" userId="cb5c66ff-0d5d-4fc0-80d8-f7bc20f0e547" providerId="ADAL" clId="{02D44FE2-53B3-46FA-9020-C0AD3639F4E0}" dt="2022-03-03T14:16:14.456" v="913" actId="20577"/>
          <ac:spMkLst>
            <pc:docMk/>
            <pc:sldMk cId="354569330" sldId="2137006011"/>
            <ac:spMk id="2" creationId="{7B94823C-63F8-4CCC-83F4-63EA21C0EA18}"/>
          </ac:spMkLst>
        </pc:spChg>
        <pc:spChg chg="mod">
          <ac:chgData name="Sorteberg, Hanne" userId="cb5c66ff-0d5d-4fc0-80d8-f7bc20f0e547" providerId="ADAL" clId="{02D44FE2-53B3-46FA-9020-C0AD3639F4E0}" dt="2022-03-03T14:37:17.367" v="2200" actId="20577"/>
          <ac:spMkLst>
            <pc:docMk/>
            <pc:sldMk cId="354569330" sldId="2137006011"/>
            <ac:spMk id="3" creationId="{96790D1A-D97A-40D0-8A04-A2215D3C5FC6}"/>
          </ac:spMkLst>
        </pc:spChg>
      </pc:sldChg>
      <pc:sldChg chg="modSp add mod">
        <pc:chgData name="Sorteberg, Hanne" userId="cb5c66ff-0d5d-4fc0-80d8-f7bc20f0e547" providerId="ADAL" clId="{02D44FE2-53B3-46FA-9020-C0AD3639F4E0}" dt="2022-03-03T14:17:46.409" v="1107" actId="20577"/>
        <pc:sldMkLst>
          <pc:docMk/>
          <pc:sldMk cId="2002991579" sldId="2137006012"/>
        </pc:sldMkLst>
        <pc:spChg chg="mod">
          <ac:chgData name="Sorteberg, Hanne" userId="cb5c66ff-0d5d-4fc0-80d8-f7bc20f0e547" providerId="ADAL" clId="{02D44FE2-53B3-46FA-9020-C0AD3639F4E0}" dt="2022-03-03T14:17:09.494" v="1026" actId="20577"/>
          <ac:spMkLst>
            <pc:docMk/>
            <pc:sldMk cId="2002991579" sldId="2137006012"/>
            <ac:spMk id="2" creationId="{7B94823C-63F8-4CCC-83F4-63EA21C0EA18}"/>
          </ac:spMkLst>
        </pc:spChg>
        <pc:spChg chg="mod">
          <ac:chgData name="Sorteberg, Hanne" userId="cb5c66ff-0d5d-4fc0-80d8-f7bc20f0e547" providerId="ADAL" clId="{02D44FE2-53B3-46FA-9020-C0AD3639F4E0}" dt="2022-03-03T14:17:46.409" v="1107" actId="20577"/>
          <ac:spMkLst>
            <pc:docMk/>
            <pc:sldMk cId="2002991579" sldId="2137006012"/>
            <ac:spMk id="3" creationId="{96790D1A-D97A-40D0-8A04-A2215D3C5FC6}"/>
          </ac:spMkLst>
        </pc:spChg>
      </pc:sldChg>
      <pc:sldChg chg="addSp delSp modSp add mod modClrScheme chgLayout">
        <pc:chgData name="Sorteberg, Hanne" userId="cb5c66ff-0d5d-4fc0-80d8-f7bc20f0e547" providerId="ADAL" clId="{02D44FE2-53B3-46FA-9020-C0AD3639F4E0}" dt="2022-03-03T14:34:20.936" v="2195" actId="1076"/>
        <pc:sldMkLst>
          <pc:docMk/>
          <pc:sldMk cId="1631287875" sldId="2137006013"/>
        </pc:sldMkLst>
        <pc:spChg chg="mod ord">
          <ac:chgData name="Sorteberg, Hanne" userId="cb5c66ff-0d5d-4fc0-80d8-f7bc20f0e547" providerId="ADAL" clId="{02D44FE2-53B3-46FA-9020-C0AD3639F4E0}" dt="2022-03-03T14:26:00.309" v="1892" actId="27636"/>
          <ac:spMkLst>
            <pc:docMk/>
            <pc:sldMk cId="1631287875" sldId="2137006013"/>
            <ac:spMk id="2" creationId="{7B94823C-63F8-4CCC-83F4-63EA21C0EA18}"/>
          </ac:spMkLst>
        </pc:spChg>
        <pc:spChg chg="del mod ord">
          <ac:chgData name="Sorteberg, Hanne" userId="cb5c66ff-0d5d-4fc0-80d8-f7bc20f0e547" providerId="ADAL" clId="{02D44FE2-53B3-46FA-9020-C0AD3639F4E0}" dt="2022-03-03T14:19:25.100" v="1275" actId="700"/>
          <ac:spMkLst>
            <pc:docMk/>
            <pc:sldMk cId="1631287875" sldId="2137006013"/>
            <ac:spMk id="3" creationId="{96790D1A-D97A-40D0-8A04-A2215D3C5FC6}"/>
          </ac:spMkLst>
        </pc:spChg>
        <pc:spChg chg="add mod ord">
          <ac:chgData name="Sorteberg, Hanne" userId="cb5c66ff-0d5d-4fc0-80d8-f7bc20f0e547" providerId="ADAL" clId="{02D44FE2-53B3-46FA-9020-C0AD3639F4E0}" dt="2022-03-03T14:33:48.848" v="2189" actId="1076"/>
          <ac:spMkLst>
            <pc:docMk/>
            <pc:sldMk cId="1631287875" sldId="2137006013"/>
            <ac:spMk id="4" creationId="{3E41C4B8-EEE9-4949-ADFB-74D285F9B994}"/>
          </ac:spMkLst>
        </pc:spChg>
        <pc:spChg chg="add mod ord">
          <ac:chgData name="Sorteberg, Hanne" userId="cb5c66ff-0d5d-4fc0-80d8-f7bc20f0e547" providerId="ADAL" clId="{02D44FE2-53B3-46FA-9020-C0AD3639F4E0}" dt="2022-03-03T14:33:48.848" v="2189" actId="1076"/>
          <ac:spMkLst>
            <pc:docMk/>
            <pc:sldMk cId="1631287875" sldId="2137006013"/>
            <ac:spMk id="5" creationId="{F2E3C304-A63F-4A32-A2EA-70E35F5BF5DF}"/>
          </ac:spMkLst>
        </pc:spChg>
        <pc:spChg chg="add mod ord">
          <ac:chgData name="Sorteberg, Hanne" userId="cb5c66ff-0d5d-4fc0-80d8-f7bc20f0e547" providerId="ADAL" clId="{02D44FE2-53B3-46FA-9020-C0AD3639F4E0}" dt="2022-03-03T14:26:08.425" v="1893" actId="1076"/>
          <ac:spMkLst>
            <pc:docMk/>
            <pc:sldMk cId="1631287875" sldId="2137006013"/>
            <ac:spMk id="6" creationId="{5EFF2613-FEDC-45A9-85CD-7CDB1001185A}"/>
          </ac:spMkLst>
        </pc:spChg>
        <pc:spChg chg="add mod ord">
          <ac:chgData name="Sorteberg, Hanne" userId="cb5c66ff-0d5d-4fc0-80d8-f7bc20f0e547" providerId="ADAL" clId="{02D44FE2-53B3-46FA-9020-C0AD3639F4E0}" dt="2022-03-03T14:26:08.425" v="1893" actId="1076"/>
          <ac:spMkLst>
            <pc:docMk/>
            <pc:sldMk cId="1631287875" sldId="2137006013"/>
            <ac:spMk id="7" creationId="{B5A4C2C9-CDC2-4FDD-9496-DBF37F84A060}"/>
          </ac:spMkLst>
        </pc:spChg>
        <pc:spChg chg="add mod ord">
          <ac:chgData name="Sorteberg, Hanne" userId="cb5c66ff-0d5d-4fc0-80d8-f7bc20f0e547" providerId="ADAL" clId="{02D44FE2-53B3-46FA-9020-C0AD3639F4E0}" dt="2022-03-03T14:33:48.848" v="2189" actId="1076"/>
          <ac:spMkLst>
            <pc:docMk/>
            <pc:sldMk cId="1631287875" sldId="2137006013"/>
            <ac:spMk id="8" creationId="{337D81FE-B610-44A1-9BA3-9F941D2E7C7B}"/>
          </ac:spMkLst>
        </pc:spChg>
        <pc:spChg chg="add mod ord">
          <ac:chgData name="Sorteberg, Hanne" userId="cb5c66ff-0d5d-4fc0-80d8-f7bc20f0e547" providerId="ADAL" clId="{02D44FE2-53B3-46FA-9020-C0AD3639F4E0}" dt="2022-03-03T14:33:48.848" v="2189" actId="1076"/>
          <ac:spMkLst>
            <pc:docMk/>
            <pc:sldMk cId="1631287875" sldId="2137006013"/>
            <ac:spMk id="9" creationId="{94E18BCF-E700-45B4-9414-ACB89B3749D6}"/>
          </ac:spMkLst>
        </pc:spChg>
        <pc:spChg chg="add mod ord">
          <ac:chgData name="Sorteberg, Hanne" userId="cb5c66ff-0d5d-4fc0-80d8-f7bc20f0e547" providerId="ADAL" clId="{02D44FE2-53B3-46FA-9020-C0AD3639F4E0}" dt="2022-03-03T14:26:08.425" v="1893" actId="1076"/>
          <ac:spMkLst>
            <pc:docMk/>
            <pc:sldMk cId="1631287875" sldId="2137006013"/>
            <ac:spMk id="10" creationId="{71FFA734-70E5-4642-AC9C-EF4B4A57A246}"/>
          </ac:spMkLst>
        </pc:spChg>
        <pc:spChg chg="add mod ord">
          <ac:chgData name="Sorteberg, Hanne" userId="cb5c66ff-0d5d-4fc0-80d8-f7bc20f0e547" providerId="ADAL" clId="{02D44FE2-53B3-46FA-9020-C0AD3639F4E0}" dt="2022-03-03T14:26:08.425" v="1893" actId="1076"/>
          <ac:spMkLst>
            <pc:docMk/>
            <pc:sldMk cId="1631287875" sldId="2137006013"/>
            <ac:spMk id="11" creationId="{CD4B6B11-FA52-456B-AB06-F549090FF1A5}"/>
          </ac:spMkLst>
        </pc:spChg>
        <pc:spChg chg="add mod ord">
          <ac:chgData name="Sorteberg, Hanne" userId="cb5c66ff-0d5d-4fc0-80d8-f7bc20f0e547" providerId="ADAL" clId="{02D44FE2-53B3-46FA-9020-C0AD3639F4E0}" dt="2022-03-03T14:32:59.842" v="2178" actId="171"/>
          <ac:spMkLst>
            <pc:docMk/>
            <pc:sldMk cId="1631287875" sldId="2137006013"/>
            <ac:spMk id="12" creationId="{71066802-DE7A-44BC-95BE-A147E18BFA4B}"/>
          </ac:spMkLst>
        </pc:spChg>
        <pc:spChg chg="add del mod">
          <ac:chgData name="Sorteberg, Hanne" userId="cb5c66ff-0d5d-4fc0-80d8-f7bc20f0e547" providerId="ADAL" clId="{02D44FE2-53B3-46FA-9020-C0AD3639F4E0}" dt="2022-03-03T14:28:23.567" v="1910"/>
          <ac:spMkLst>
            <pc:docMk/>
            <pc:sldMk cId="1631287875" sldId="2137006013"/>
            <ac:spMk id="13" creationId="{0ACE2CC4-FBC9-4C8D-8F7B-70B9BE5A83E6}"/>
          </ac:spMkLst>
        </pc:spChg>
        <pc:spChg chg="add mod">
          <ac:chgData name="Sorteberg, Hanne" userId="cb5c66ff-0d5d-4fc0-80d8-f7bc20f0e547" providerId="ADAL" clId="{02D44FE2-53B3-46FA-9020-C0AD3639F4E0}" dt="2022-03-03T14:33:36.001" v="2186" actId="1076"/>
          <ac:spMkLst>
            <pc:docMk/>
            <pc:sldMk cId="1631287875" sldId="2137006013"/>
            <ac:spMk id="14" creationId="{4D2E0F84-F14A-44A6-BABB-F15C67E56E3B}"/>
          </ac:spMkLst>
        </pc:spChg>
        <pc:spChg chg="add mod">
          <ac:chgData name="Sorteberg, Hanne" userId="cb5c66ff-0d5d-4fc0-80d8-f7bc20f0e547" providerId="ADAL" clId="{02D44FE2-53B3-46FA-9020-C0AD3639F4E0}" dt="2022-03-03T14:33:32.569" v="2185" actId="1076"/>
          <ac:spMkLst>
            <pc:docMk/>
            <pc:sldMk cId="1631287875" sldId="2137006013"/>
            <ac:spMk id="18" creationId="{4C41DF0D-AF08-4D65-812A-811D8D0DF835}"/>
          </ac:spMkLst>
        </pc:spChg>
        <pc:spChg chg="add mod">
          <ac:chgData name="Sorteberg, Hanne" userId="cb5c66ff-0d5d-4fc0-80d8-f7bc20f0e547" providerId="ADAL" clId="{02D44FE2-53B3-46FA-9020-C0AD3639F4E0}" dt="2022-03-03T14:33:39.112" v="2187" actId="1076"/>
          <ac:spMkLst>
            <pc:docMk/>
            <pc:sldMk cId="1631287875" sldId="2137006013"/>
            <ac:spMk id="21" creationId="{F9219177-F7C3-4C41-9E16-A2C915B6934F}"/>
          </ac:spMkLst>
        </pc:spChg>
        <pc:spChg chg="add mod">
          <ac:chgData name="Sorteberg, Hanne" userId="cb5c66ff-0d5d-4fc0-80d8-f7bc20f0e547" providerId="ADAL" clId="{02D44FE2-53B3-46FA-9020-C0AD3639F4E0}" dt="2022-03-03T14:33:22.048" v="2183" actId="1076"/>
          <ac:spMkLst>
            <pc:docMk/>
            <pc:sldMk cId="1631287875" sldId="2137006013"/>
            <ac:spMk id="22" creationId="{C961AC23-9A92-4715-BAD4-ABED51CEC0C2}"/>
          </ac:spMkLst>
        </pc:spChg>
        <pc:spChg chg="mod">
          <ac:chgData name="Sorteberg, Hanne" userId="cb5c66ff-0d5d-4fc0-80d8-f7bc20f0e547" providerId="ADAL" clId="{02D44FE2-53B3-46FA-9020-C0AD3639F4E0}" dt="2022-03-03T14:32:25.990" v="2172" actId="1076"/>
          <ac:spMkLst>
            <pc:docMk/>
            <pc:sldMk cId="1631287875" sldId="2137006013"/>
            <ac:spMk id="25" creationId="{C138703A-BC01-4B74-B79D-A6B1CDC88D0C}"/>
          </ac:spMkLst>
        </pc:spChg>
        <pc:spChg chg="add mod">
          <ac:chgData name="Sorteberg, Hanne" userId="cb5c66ff-0d5d-4fc0-80d8-f7bc20f0e547" providerId="ADAL" clId="{02D44FE2-53B3-46FA-9020-C0AD3639F4E0}" dt="2022-03-03T14:32:05.897" v="2164" actId="1076"/>
          <ac:spMkLst>
            <pc:docMk/>
            <pc:sldMk cId="1631287875" sldId="2137006013"/>
            <ac:spMk id="26" creationId="{2EFE76A3-8247-48C6-886C-FF60EF2C9673}"/>
          </ac:spMkLst>
        </pc:spChg>
        <pc:spChg chg="add mod">
          <ac:chgData name="Sorteberg, Hanne" userId="cb5c66ff-0d5d-4fc0-80d8-f7bc20f0e547" providerId="ADAL" clId="{02D44FE2-53B3-46FA-9020-C0AD3639F4E0}" dt="2022-03-03T14:32:02.936" v="2163" actId="1076"/>
          <ac:spMkLst>
            <pc:docMk/>
            <pc:sldMk cId="1631287875" sldId="2137006013"/>
            <ac:spMk id="27" creationId="{53E32A17-59EC-4073-93C9-CAE1C910562B}"/>
          </ac:spMkLst>
        </pc:spChg>
        <pc:spChg chg="mod">
          <ac:chgData name="Sorteberg, Hanne" userId="cb5c66ff-0d5d-4fc0-80d8-f7bc20f0e547" providerId="ADAL" clId="{02D44FE2-53B3-46FA-9020-C0AD3639F4E0}" dt="2022-03-03T14:32:44.481" v="2176" actId="1076"/>
          <ac:spMkLst>
            <pc:docMk/>
            <pc:sldMk cId="1631287875" sldId="2137006013"/>
            <ac:spMk id="33" creationId="{EB76B017-88F7-418F-B665-067D233E833A}"/>
          </ac:spMkLst>
        </pc:spChg>
        <pc:spChg chg="mod ord">
          <ac:chgData name="Sorteberg, Hanne" userId="cb5c66ff-0d5d-4fc0-80d8-f7bc20f0e547" providerId="ADAL" clId="{02D44FE2-53B3-46FA-9020-C0AD3639F4E0}" dt="2022-03-03T14:33:17.634" v="2182" actId="171"/>
          <ac:spMkLst>
            <pc:docMk/>
            <pc:sldMk cId="1631287875" sldId="2137006013"/>
            <ac:spMk id="36" creationId="{9F9511D6-C321-4506-8EA6-5C44D6CFCF91}"/>
          </ac:spMkLst>
        </pc:spChg>
        <pc:spChg chg="mod">
          <ac:chgData name="Sorteberg, Hanne" userId="cb5c66ff-0d5d-4fc0-80d8-f7bc20f0e547" providerId="ADAL" clId="{02D44FE2-53B3-46FA-9020-C0AD3639F4E0}" dt="2022-03-03T14:33:59.214" v="2192" actId="1076"/>
          <ac:spMkLst>
            <pc:docMk/>
            <pc:sldMk cId="1631287875" sldId="2137006013"/>
            <ac:spMk id="38" creationId="{C49FACF7-6E8A-48B8-9D1F-06E3510911AE}"/>
          </ac:spMkLst>
        </pc:spChg>
        <pc:spChg chg="add mod">
          <ac:chgData name="Sorteberg, Hanne" userId="cb5c66ff-0d5d-4fc0-80d8-f7bc20f0e547" providerId="ADAL" clId="{02D44FE2-53B3-46FA-9020-C0AD3639F4E0}" dt="2022-03-03T14:34:09.334" v="2194" actId="1076"/>
          <ac:spMkLst>
            <pc:docMk/>
            <pc:sldMk cId="1631287875" sldId="2137006013"/>
            <ac:spMk id="40" creationId="{11B271DB-1447-4B76-8FA0-085F70E68AFC}"/>
          </ac:spMkLst>
        </pc:spChg>
        <pc:spChg chg="add mod">
          <ac:chgData name="Sorteberg, Hanne" userId="cb5c66ff-0d5d-4fc0-80d8-f7bc20f0e547" providerId="ADAL" clId="{02D44FE2-53B3-46FA-9020-C0AD3639F4E0}" dt="2022-03-03T14:34:09.334" v="2194" actId="1076"/>
          <ac:spMkLst>
            <pc:docMk/>
            <pc:sldMk cId="1631287875" sldId="2137006013"/>
            <ac:spMk id="41" creationId="{063E148A-9F95-4E7D-8589-99B5E803B80B}"/>
          </ac:spMkLst>
        </pc:spChg>
        <pc:spChg chg="mod">
          <ac:chgData name="Sorteberg, Hanne" userId="cb5c66ff-0d5d-4fc0-80d8-f7bc20f0e547" providerId="ADAL" clId="{02D44FE2-53B3-46FA-9020-C0AD3639F4E0}" dt="2022-03-03T14:34:20.936" v="2195" actId="1076"/>
          <ac:spMkLst>
            <pc:docMk/>
            <pc:sldMk cId="1631287875" sldId="2137006013"/>
            <ac:spMk id="44" creationId="{D52AA190-AA4E-4FA3-AD8B-82B47CF366E4}"/>
          </ac:spMkLst>
        </pc:spChg>
        <pc:grpChg chg="add mod">
          <ac:chgData name="Sorteberg, Hanne" userId="cb5c66ff-0d5d-4fc0-80d8-f7bc20f0e547" providerId="ADAL" clId="{02D44FE2-53B3-46FA-9020-C0AD3639F4E0}" dt="2022-03-03T14:30:21.894" v="2079" actId="1076"/>
          <ac:grpSpMkLst>
            <pc:docMk/>
            <pc:sldMk cId="1631287875" sldId="2137006013"/>
            <ac:grpSpMk id="15" creationId="{0B01374E-47AD-476A-9036-95E16FD475B5}"/>
          </ac:grpSpMkLst>
        </pc:grpChg>
        <pc:grpChg chg="add del mod">
          <ac:chgData name="Sorteberg, Hanne" userId="cb5c66ff-0d5d-4fc0-80d8-f7bc20f0e547" providerId="ADAL" clId="{02D44FE2-53B3-46FA-9020-C0AD3639F4E0}" dt="2022-03-03T14:33:43.862" v="2188" actId="478"/>
          <ac:grpSpMkLst>
            <pc:docMk/>
            <pc:sldMk cId="1631287875" sldId="2137006013"/>
            <ac:grpSpMk id="23" creationId="{19272BE1-A0B7-4E8F-9640-764ECB753B63}"/>
          </ac:grpSpMkLst>
        </pc:grpChg>
        <pc:grpChg chg="add del mod">
          <ac:chgData name="Sorteberg, Hanne" userId="cb5c66ff-0d5d-4fc0-80d8-f7bc20f0e547" providerId="ADAL" clId="{02D44FE2-53B3-46FA-9020-C0AD3639F4E0}" dt="2022-03-03T14:33:06.008" v="2180" actId="478"/>
          <ac:grpSpMkLst>
            <pc:docMk/>
            <pc:sldMk cId="1631287875" sldId="2137006013"/>
            <ac:grpSpMk id="31" creationId="{5B9233A0-04E1-4FB5-858C-2ABF8954AD99}"/>
          </ac:grpSpMkLst>
        </pc:grpChg>
        <pc:grpChg chg="add mod">
          <ac:chgData name="Sorteberg, Hanne" userId="cb5c66ff-0d5d-4fc0-80d8-f7bc20f0e547" providerId="ADAL" clId="{02D44FE2-53B3-46FA-9020-C0AD3639F4E0}" dt="2022-03-03T14:33:03.759" v="2179"/>
          <ac:grpSpMkLst>
            <pc:docMk/>
            <pc:sldMk cId="1631287875" sldId="2137006013"/>
            <ac:grpSpMk id="34" creationId="{C52E1227-86A8-4D02-9B82-A2A873FC8532}"/>
          </ac:grpSpMkLst>
        </pc:grpChg>
        <pc:grpChg chg="add mod">
          <ac:chgData name="Sorteberg, Hanne" userId="cb5c66ff-0d5d-4fc0-80d8-f7bc20f0e547" providerId="ADAL" clId="{02D44FE2-53B3-46FA-9020-C0AD3639F4E0}" dt="2022-03-03T14:33:59.214" v="2192" actId="1076"/>
          <ac:grpSpMkLst>
            <pc:docMk/>
            <pc:sldMk cId="1631287875" sldId="2137006013"/>
            <ac:grpSpMk id="37" creationId="{939DE71B-8B18-4E8C-9607-E7095B09B297}"/>
          </ac:grpSpMkLst>
        </pc:grpChg>
        <pc:grpChg chg="add mod">
          <ac:chgData name="Sorteberg, Hanne" userId="cb5c66ff-0d5d-4fc0-80d8-f7bc20f0e547" providerId="ADAL" clId="{02D44FE2-53B3-46FA-9020-C0AD3639F4E0}" dt="2022-03-03T14:34:20.936" v="2195" actId="1076"/>
          <ac:grpSpMkLst>
            <pc:docMk/>
            <pc:sldMk cId="1631287875" sldId="2137006013"/>
            <ac:grpSpMk id="43" creationId="{BCAABEE5-C551-4309-A37F-9D09248B5267}"/>
          </ac:grpSpMkLst>
        </pc:grpChg>
        <pc:picChg chg="add mod">
          <ac:chgData name="Sorteberg, Hanne" userId="cb5c66ff-0d5d-4fc0-80d8-f7bc20f0e547" providerId="ADAL" clId="{02D44FE2-53B3-46FA-9020-C0AD3639F4E0}" dt="2022-03-03T14:30:36.719" v="2081" actId="1076"/>
          <ac:picMkLst>
            <pc:docMk/>
            <pc:sldMk cId="1631287875" sldId="2137006013"/>
            <ac:picMk id="20" creationId="{8280EDD7-C6E0-47C0-A74F-C20A3776FC62}"/>
          </ac:picMkLst>
        </pc:picChg>
        <pc:picChg chg="mod">
          <ac:chgData name="Sorteberg, Hanne" userId="cb5c66ff-0d5d-4fc0-80d8-f7bc20f0e547" providerId="ADAL" clId="{02D44FE2-53B3-46FA-9020-C0AD3639F4E0}" dt="2022-03-03T14:32:25.990" v="2172" actId="1076"/>
          <ac:picMkLst>
            <pc:docMk/>
            <pc:sldMk cId="1631287875" sldId="2137006013"/>
            <ac:picMk id="24" creationId="{C86F9AD7-E3D6-4703-B9DD-B4239152B6F5}"/>
          </ac:picMkLst>
        </pc:picChg>
        <pc:picChg chg="add mod">
          <ac:chgData name="Sorteberg, Hanne" userId="cb5c66ff-0d5d-4fc0-80d8-f7bc20f0e547" providerId="ADAL" clId="{02D44FE2-53B3-46FA-9020-C0AD3639F4E0}" dt="2022-03-03T14:33:52.144" v="2190" actId="1076"/>
          <ac:picMkLst>
            <pc:docMk/>
            <pc:sldMk cId="1631287875" sldId="2137006013"/>
            <ac:picMk id="28" creationId="{2EB534EB-8D07-4AD5-83B7-9646725E72FF}"/>
          </ac:picMkLst>
        </pc:picChg>
        <pc:picChg chg="add del mod">
          <ac:chgData name="Sorteberg, Hanne" userId="cb5c66ff-0d5d-4fc0-80d8-f7bc20f0e547" providerId="ADAL" clId="{02D44FE2-53B3-46FA-9020-C0AD3639F4E0}" dt="2022-03-03T14:32:16.066" v="2168"/>
          <ac:picMkLst>
            <pc:docMk/>
            <pc:sldMk cId="1631287875" sldId="2137006013"/>
            <ac:picMk id="29" creationId="{50C7E124-C0D4-429C-95E1-C4E20613B806}"/>
          </ac:picMkLst>
        </pc:picChg>
        <pc:picChg chg="add del mod">
          <ac:chgData name="Sorteberg, Hanne" userId="cb5c66ff-0d5d-4fc0-80d8-f7bc20f0e547" providerId="ADAL" clId="{02D44FE2-53B3-46FA-9020-C0AD3639F4E0}" dt="2022-03-03T14:32:18.729" v="2170"/>
          <ac:picMkLst>
            <pc:docMk/>
            <pc:sldMk cId="1631287875" sldId="2137006013"/>
            <ac:picMk id="30" creationId="{029660CE-CD7F-41A8-AEF1-54BDB6BBC349}"/>
          </ac:picMkLst>
        </pc:picChg>
        <pc:picChg chg="mod">
          <ac:chgData name="Sorteberg, Hanne" userId="cb5c66ff-0d5d-4fc0-80d8-f7bc20f0e547" providerId="ADAL" clId="{02D44FE2-53B3-46FA-9020-C0AD3639F4E0}" dt="2022-03-03T14:32:44.481" v="2176" actId="1076"/>
          <ac:picMkLst>
            <pc:docMk/>
            <pc:sldMk cId="1631287875" sldId="2137006013"/>
            <ac:picMk id="32" creationId="{1D3DCCEA-79BD-4CC4-9892-4872B1D2B8CF}"/>
          </ac:picMkLst>
        </pc:picChg>
        <pc:picChg chg="mod">
          <ac:chgData name="Sorteberg, Hanne" userId="cb5c66ff-0d5d-4fc0-80d8-f7bc20f0e547" providerId="ADAL" clId="{02D44FE2-53B3-46FA-9020-C0AD3639F4E0}" dt="2022-03-03T14:33:03.759" v="2179"/>
          <ac:picMkLst>
            <pc:docMk/>
            <pc:sldMk cId="1631287875" sldId="2137006013"/>
            <ac:picMk id="35" creationId="{55D903AC-D728-4B9F-A23D-2968BA0CA8F5}"/>
          </ac:picMkLst>
        </pc:picChg>
        <pc:picChg chg="mod">
          <ac:chgData name="Sorteberg, Hanne" userId="cb5c66ff-0d5d-4fc0-80d8-f7bc20f0e547" providerId="ADAL" clId="{02D44FE2-53B3-46FA-9020-C0AD3639F4E0}" dt="2022-03-03T14:33:59.214" v="2192" actId="1076"/>
          <ac:picMkLst>
            <pc:docMk/>
            <pc:sldMk cId="1631287875" sldId="2137006013"/>
            <ac:picMk id="39" creationId="{FEB29351-9C61-469D-9AC3-BB1F04CB99FD}"/>
          </ac:picMkLst>
        </pc:picChg>
        <pc:picChg chg="add mod">
          <ac:chgData name="Sorteberg, Hanne" userId="cb5c66ff-0d5d-4fc0-80d8-f7bc20f0e547" providerId="ADAL" clId="{02D44FE2-53B3-46FA-9020-C0AD3639F4E0}" dt="2022-03-03T14:34:09.334" v="2194" actId="1076"/>
          <ac:picMkLst>
            <pc:docMk/>
            <pc:sldMk cId="1631287875" sldId="2137006013"/>
            <ac:picMk id="42" creationId="{144BAC9D-0362-4E0E-87B3-24ACA474A4DF}"/>
          </ac:picMkLst>
        </pc:picChg>
        <pc:picChg chg="mod">
          <ac:chgData name="Sorteberg, Hanne" userId="cb5c66ff-0d5d-4fc0-80d8-f7bc20f0e547" providerId="ADAL" clId="{02D44FE2-53B3-46FA-9020-C0AD3639F4E0}" dt="2022-03-03T14:34:20.936" v="2195" actId="1076"/>
          <ac:picMkLst>
            <pc:docMk/>
            <pc:sldMk cId="1631287875" sldId="2137006013"/>
            <ac:picMk id="45" creationId="{52F347A7-BD2D-4F6B-AE2E-64D66A534C6B}"/>
          </ac:picMkLst>
        </pc:picChg>
        <pc:picChg chg="add mod">
          <ac:chgData name="Sorteberg, Hanne" userId="cb5c66ff-0d5d-4fc0-80d8-f7bc20f0e547" providerId="ADAL" clId="{02D44FE2-53B3-46FA-9020-C0AD3639F4E0}" dt="2022-03-03T14:29:46.398" v="2070" actId="1076"/>
          <ac:picMkLst>
            <pc:docMk/>
            <pc:sldMk cId="1631287875" sldId="2137006013"/>
            <ac:picMk id="1026" creationId="{BEAB9444-901F-49FE-A15E-89846595484F}"/>
          </ac:picMkLst>
        </pc:picChg>
        <pc:picChg chg="add mod">
          <ac:chgData name="Sorteberg, Hanne" userId="cb5c66ff-0d5d-4fc0-80d8-f7bc20f0e547" providerId="ADAL" clId="{02D44FE2-53B3-46FA-9020-C0AD3639F4E0}" dt="2022-03-03T14:30:21.894" v="2079" actId="1076"/>
          <ac:picMkLst>
            <pc:docMk/>
            <pc:sldMk cId="1631287875" sldId="2137006013"/>
            <ac:picMk id="1028" creationId="{C96CB731-9DCC-425E-A3D6-72EE19956B7A}"/>
          </ac:picMkLst>
        </pc:picChg>
        <pc:picChg chg="add del">
          <ac:chgData name="Sorteberg, Hanne" userId="cb5c66ff-0d5d-4fc0-80d8-f7bc20f0e547" providerId="ADAL" clId="{02D44FE2-53B3-46FA-9020-C0AD3639F4E0}" dt="2022-03-03T14:29:08.515" v="2004"/>
          <ac:picMkLst>
            <pc:docMk/>
            <pc:sldMk cId="1631287875" sldId="2137006013"/>
            <ac:picMk id="1030" creationId="{77B6A1A5-B581-4BF9-94B2-3F34961128BB}"/>
          </ac:picMkLst>
        </pc:picChg>
      </pc:sldChg>
    </pc:docChg>
  </pc:docChgLst>
  <pc:docChgLst>
    <pc:chgData clId="Web-{815680D6-3622-45DF-A9A5-F471A76D9C2D}"/>
    <pc:docChg chg="sldOrd">
      <pc:chgData name="" userId="" providerId="" clId="Web-{815680D6-3622-45DF-A9A5-F471A76D9C2D}" dt="2022-02-28T14:49:18.799" v="0"/>
      <pc:docMkLst>
        <pc:docMk/>
      </pc:docMkLst>
      <pc:sldChg chg="ord">
        <pc:chgData name="" userId="" providerId="" clId="Web-{815680D6-3622-45DF-A9A5-F471A76D9C2D}" dt="2022-02-28T14:49:18.799" v="0"/>
        <pc:sldMkLst>
          <pc:docMk/>
          <pc:sldMk cId="3565139094" sldId="2137005999"/>
        </pc:sldMkLst>
      </pc:sldChg>
    </pc:docChg>
  </pc:docChgLst>
  <pc:docChgLst>
    <pc:chgData name="Martinez Parrondo, Yago" userId="a4d79c8c-60d9-4c88-9d4d-d9ff008ea137" providerId="ADAL" clId="{8B07FECE-41C6-475D-959B-0899E225E4D9}"/>
    <pc:docChg chg="modSld">
      <pc:chgData name="Martinez Parrondo, Yago" userId="a4d79c8c-60d9-4c88-9d4d-d9ff008ea137" providerId="ADAL" clId="{8B07FECE-41C6-475D-959B-0899E225E4D9}" dt="2022-03-01T12:59:45.286" v="0" actId="14100"/>
      <pc:docMkLst>
        <pc:docMk/>
      </pc:docMkLst>
      <pc:sldChg chg="modSp mod">
        <pc:chgData name="Martinez Parrondo, Yago" userId="a4d79c8c-60d9-4c88-9d4d-d9ff008ea137" providerId="ADAL" clId="{8B07FECE-41C6-475D-959B-0899E225E4D9}" dt="2022-03-01T12:59:45.286" v="0" actId="14100"/>
        <pc:sldMkLst>
          <pc:docMk/>
          <pc:sldMk cId="2202249665" sldId="256"/>
        </pc:sldMkLst>
        <pc:spChg chg="mod">
          <ac:chgData name="Martinez Parrondo, Yago" userId="a4d79c8c-60d9-4c88-9d4d-d9ff008ea137" providerId="ADAL" clId="{8B07FECE-41C6-475D-959B-0899E225E4D9}" dt="2022-03-01T12:59:45.286" v="0" actId="14100"/>
          <ac:spMkLst>
            <pc:docMk/>
            <pc:sldMk cId="2202249665" sldId="256"/>
            <ac:spMk id="2" creationId="{12D196C9-C520-4523-8960-89EECA8D402A}"/>
          </ac:spMkLst>
        </pc:spChg>
      </pc:sldChg>
    </pc:docChg>
  </pc:docChgLst>
  <pc:docChgLst>
    <pc:chgData name="Øyen, Martin" userId="a6c96b3f-fc18-4b26-8157-d8915a1af571" providerId="ADAL" clId="{DEA150BB-67A7-41D9-9D1E-7B04CD2CC5A3}"/>
    <pc:docChg chg="undo custSel addSld delSld modSld sldOrd">
      <pc:chgData name="Øyen, Martin" userId="a6c96b3f-fc18-4b26-8157-d8915a1af571" providerId="ADAL" clId="{DEA150BB-67A7-41D9-9D1E-7B04CD2CC5A3}" dt="2022-03-03T14:35:57.482" v="2768"/>
      <pc:docMkLst>
        <pc:docMk/>
      </pc:docMkLst>
      <pc:sldChg chg="add">
        <pc:chgData name="Øyen, Martin" userId="a6c96b3f-fc18-4b26-8157-d8915a1af571" providerId="ADAL" clId="{DEA150BB-67A7-41D9-9D1E-7B04CD2CC5A3}" dt="2022-03-01T10:55:31.291" v="1000"/>
        <pc:sldMkLst>
          <pc:docMk/>
          <pc:sldMk cId="0" sldId="259"/>
        </pc:sldMkLst>
      </pc:sldChg>
      <pc:sldChg chg="add">
        <pc:chgData name="Øyen, Martin" userId="a6c96b3f-fc18-4b26-8157-d8915a1af571" providerId="ADAL" clId="{DEA150BB-67A7-41D9-9D1E-7B04CD2CC5A3}" dt="2022-03-01T10:55:31.291" v="1000"/>
        <pc:sldMkLst>
          <pc:docMk/>
          <pc:sldMk cId="2646282444" sldId="260"/>
        </pc:sldMkLst>
      </pc:sldChg>
      <pc:sldChg chg="add">
        <pc:chgData name="Øyen, Martin" userId="a6c96b3f-fc18-4b26-8157-d8915a1af571" providerId="ADAL" clId="{DEA150BB-67A7-41D9-9D1E-7B04CD2CC5A3}" dt="2022-03-01T10:55:31.291" v="1000"/>
        <pc:sldMkLst>
          <pc:docMk/>
          <pc:sldMk cId="0" sldId="2076138888"/>
        </pc:sldMkLst>
      </pc:sldChg>
      <pc:sldChg chg="add">
        <pc:chgData name="Øyen, Martin" userId="a6c96b3f-fc18-4b26-8157-d8915a1af571" providerId="ADAL" clId="{DEA150BB-67A7-41D9-9D1E-7B04CD2CC5A3}" dt="2022-03-01T10:55:31.291" v="1000"/>
        <pc:sldMkLst>
          <pc:docMk/>
          <pc:sldMk cId="2603434242" sldId="2076138889"/>
        </pc:sldMkLst>
      </pc:sldChg>
      <pc:sldChg chg="modSp mod">
        <pc:chgData name="Øyen, Martin" userId="a6c96b3f-fc18-4b26-8157-d8915a1af571" providerId="ADAL" clId="{DEA150BB-67A7-41D9-9D1E-7B04CD2CC5A3}" dt="2022-03-01T09:54:01.513" v="136" actId="20577"/>
        <pc:sldMkLst>
          <pc:docMk/>
          <pc:sldMk cId="4273529760" sldId="2137005981"/>
        </pc:sldMkLst>
        <pc:graphicFrameChg chg="mod modGraphic">
          <ac:chgData name="Øyen, Martin" userId="a6c96b3f-fc18-4b26-8157-d8915a1af571" providerId="ADAL" clId="{DEA150BB-67A7-41D9-9D1E-7B04CD2CC5A3}" dt="2022-03-01T09:54:01.513" v="136" actId="20577"/>
          <ac:graphicFrameMkLst>
            <pc:docMk/>
            <pc:sldMk cId="4273529760" sldId="2137005981"/>
            <ac:graphicFrameMk id="5" creationId="{D9950DAF-4E69-4EFF-9120-C3D49FE799EA}"/>
          </ac:graphicFrameMkLst>
        </pc:graphicFrameChg>
      </pc:sldChg>
      <pc:sldChg chg="addSp delSp modSp mod">
        <pc:chgData name="Øyen, Martin" userId="a6c96b3f-fc18-4b26-8157-d8915a1af571" providerId="ADAL" clId="{DEA150BB-67A7-41D9-9D1E-7B04CD2CC5A3}" dt="2022-03-01T14:26:08.507" v="1629" actId="21"/>
        <pc:sldMkLst>
          <pc:docMk/>
          <pc:sldMk cId="3565139094" sldId="2137005999"/>
        </pc:sldMkLst>
        <pc:spChg chg="mod">
          <ac:chgData name="Øyen, Martin" userId="a6c96b3f-fc18-4b26-8157-d8915a1af571" providerId="ADAL" clId="{DEA150BB-67A7-41D9-9D1E-7B04CD2CC5A3}" dt="2022-03-01T13:58:03.100" v="1126" actId="1076"/>
          <ac:spMkLst>
            <pc:docMk/>
            <pc:sldMk cId="3565139094" sldId="2137005999"/>
            <ac:spMk id="7" creationId="{895ACEF3-494C-4F7E-BC62-156ACDD9FF66}"/>
          </ac:spMkLst>
        </pc:spChg>
        <pc:spChg chg="add mod">
          <ac:chgData name="Øyen, Martin" userId="a6c96b3f-fc18-4b26-8157-d8915a1af571" providerId="ADAL" clId="{DEA150BB-67A7-41D9-9D1E-7B04CD2CC5A3}" dt="2022-03-01T13:59:50.482" v="1130" actId="207"/>
          <ac:spMkLst>
            <pc:docMk/>
            <pc:sldMk cId="3565139094" sldId="2137005999"/>
            <ac:spMk id="9" creationId="{41835442-04CE-4EE1-BEFA-6DFD28FA93E2}"/>
          </ac:spMkLst>
        </pc:spChg>
        <pc:spChg chg="add del mod">
          <ac:chgData name="Øyen, Martin" userId="a6c96b3f-fc18-4b26-8157-d8915a1af571" providerId="ADAL" clId="{DEA150BB-67A7-41D9-9D1E-7B04CD2CC5A3}" dt="2022-03-01T14:03:14.065" v="1134" actId="478"/>
          <ac:spMkLst>
            <pc:docMk/>
            <pc:sldMk cId="3565139094" sldId="2137005999"/>
            <ac:spMk id="10" creationId="{D52C40AF-CF95-44A1-A535-2226DFE22194}"/>
          </ac:spMkLst>
        </pc:spChg>
        <pc:graphicFrameChg chg="modGraphic">
          <ac:chgData name="Øyen, Martin" userId="a6c96b3f-fc18-4b26-8157-d8915a1af571" providerId="ADAL" clId="{DEA150BB-67A7-41D9-9D1E-7B04CD2CC5A3}" dt="2022-03-01T14:26:08.507" v="1629" actId="21"/>
          <ac:graphicFrameMkLst>
            <pc:docMk/>
            <pc:sldMk cId="3565139094" sldId="2137005999"/>
            <ac:graphicFrameMk id="4" creationId="{BE491B66-DD23-4D04-A255-CC9E4926577E}"/>
          </ac:graphicFrameMkLst>
        </pc:graphicFrameChg>
        <pc:graphicFrameChg chg="mod modGraphic">
          <ac:chgData name="Øyen, Martin" userId="a6c96b3f-fc18-4b26-8157-d8915a1af571" providerId="ADAL" clId="{DEA150BB-67A7-41D9-9D1E-7B04CD2CC5A3}" dt="2022-03-01T14:06:16.353" v="1234" actId="20577"/>
          <ac:graphicFrameMkLst>
            <pc:docMk/>
            <pc:sldMk cId="3565139094" sldId="2137005999"/>
            <ac:graphicFrameMk id="5" creationId="{177443DF-9208-4BB7-A706-CC24C47C1E49}"/>
          </ac:graphicFrameMkLst>
        </pc:graphicFrameChg>
        <pc:graphicFrameChg chg="del mod modGraphic">
          <ac:chgData name="Øyen, Martin" userId="a6c96b3f-fc18-4b26-8157-d8915a1af571" providerId="ADAL" clId="{DEA150BB-67A7-41D9-9D1E-7B04CD2CC5A3}" dt="2022-03-01T09:55:29.675" v="142" actId="21"/>
          <ac:graphicFrameMkLst>
            <pc:docMk/>
            <pc:sldMk cId="3565139094" sldId="2137005999"/>
            <ac:graphicFrameMk id="6" creationId="{C24DBD14-D17B-4719-A428-997BFB8DC6F0}"/>
          </ac:graphicFrameMkLst>
        </pc:graphicFrameChg>
      </pc:sldChg>
      <pc:sldChg chg="addSp delSp modSp add mod ord">
        <pc:chgData name="Øyen, Martin" userId="a6c96b3f-fc18-4b26-8157-d8915a1af571" providerId="ADAL" clId="{DEA150BB-67A7-41D9-9D1E-7B04CD2CC5A3}" dt="2022-03-01T14:25:36.251" v="1627" actId="207"/>
        <pc:sldMkLst>
          <pc:docMk/>
          <pc:sldMk cId="3531383141" sldId="2137006001"/>
        </pc:sldMkLst>
        <pc:spChg chg="add mod">
          <ac:chgData name="Øyen, Martin" userId="a6c96b3f-fc18-4b26-8157-d8915a1af571" providerId="ADAL" clId="{DEA150BB-67A7-41D9-9D1E-7B04CD2CC5A3}" dt="2022-03-01T14:18:33.068" v="1398" actId="1076"/>
          <ac:spMkLst>
            <pc:docMk/>
            <pc:sldMk cId="3531383141" sldId="2137006001"/>
            <ac:spMk id="7" creationId="{0E211610-D0E6-4BEC-950A-B3288F1693FA}"/>
          </ac:spMkLst>
        </pc:spChg>
        <pc:spChg chg="add mod">
          <ac:chgData name="Øyen, Martin" userId="a6c96b3f-fc18-4b26-8157-d8915a1af571" providerId="ADAL" clId="{DEA150BB-67A7-41D9-9D1E-7B04CD2CC5A3}" dt="2022-03-01T14:25:36.251" v="1627" actId="207"/>
          <ac:spMkLst>
            <pc:docMk/>
            <pc:sldMk cId="3531383141" sldId="2137006001"/>
            <ac:spMk id="9" creationId="{F4966617-8606-471E-9357-2D9FF8E2A681}"/>
          </ac:spMkLst>
        </pc:spChg>
        <pc:graphicFrameChg chg="mod modGraphic">
          <ac:chgData name="Øyen, Martin" userId="a6c96b3f-fc18-4b26-8157-d8915a1af571" providerId="ADAL" clId="{DEA150BB-67A7-41D9-9D1E-7B04CD2CC5A3}" dt="2022-03-01T14:24:56.570" v="1626" actId="2164"/>
          <ac:graphicFrameMkLst>
            <pc:docMk/>
            <pc:sldMk cId="3531383141" sldId="2137006001"/>
            <ac:graphicFrameMk id="4" creationId="{BE491B66-DD23-4D04-A255-CC9E4926577E}"/>
          </ac:graphicFrameMkLst>
        </pc:graphicFrameChg>
        <pc:graphicFrameChg chg="del modGraphic">
          <ac:chgData name="Øyen, Martin" userId="a6c96b3f-fc18-4b26-8157-d8915a1af571" providerId="ADAL" clId="{DEA150BB-67A7-41D9-9D1E-7B04CD2CC5A3}" dt="2022-03-01T09:31:39.280" v="10" actId="478"/>
          <ac:graphicFrameMkLst>
            <pc:docMk/>
            <pc:sldMk cId="3531383141" sldId="2137006001"/>
            <ac:graphicFrameMk id="5" creationId="{D9950DAF-4E69-4EFF-9120-C3D49FE799EA}"/>
          </ac:graphicFrameMkLst>
        </pc:graphicFrameChg>
        <pc:graphicFrameChg chg="add mod modGraphic">
          <ac:chgData name="Øyen, Martin" userId="a6c96b3f-fc18-4b26-8157-d8915a1af571" providerId="ADAL" clId="{DEA150BB-67A7-41D9-9D1E-7B04CD2CC5A3}" dt="2022-03-01T14:24:03.978" v="1621" actId="20577"/>
          <ac:graphicFrameMkLst>
            <pc:docMk/>
            <pc:sldMk cId="3531383141" sldId="2137006001"/>
            <ac:graphicFrameMk id="6" creationId="{6CCE866C-40EC-4000-94A3-DC8FB2929B7B}"/>
          </ac:graphicFrameMkLst>
        </pc:graphicFrameChg>
      </pc:sldChg>
      <pc:sldChg chg="delSp modSp add del mod">
        <pc:chgData name="Øyen, Martin" userId="a6c96b3f-fc18-4b26-8157-d8915a1af571" providerId="ADAL" clId="{DEA150BB-67A7-41D9-9D1E-7B04CD2CC5A3}" dt="2022-03-01T09:38:39.683" v="47" actId="47"/>
        <pc:sldMkLst>
          <pc:docMk/>
          <pc:sldMk cId="3210866713" sldId="2137006002"/>
        </pc:sldMkLst>
        <pc:graphicFrameChg chg="del mod modGraphic">
          <ac:chgData name="Øyen, Martin" userId="a6c96b3f-fc18-4b26-8157-d8915a1af571" providerId="ADAL" clId="{DEA150BB-67A7-41D9-9D1E-7B04CD2CC5A3}" dt="2022-03-01T09:38:24.747" v="44" actId="21"/>
          <ac:graphicFrameMkLst>
            <pc:docMk/>
            <pc:sldMk cId="3210866713" sldId="2137006002"/>
            <ac:graphicFrameMk id="4" creationId="{BE491B66-DD23-4D04-A255-CC9E4926577E}"/>
          </ac:graphicFrameMkLst>
        </pc:graphicFrameChg>
      </pc:sldChg>
      <pc:sldChg chg="addSp modSp add mod ord">
        <pc:chgData name="Øyen, Martin" userId="a6c96b3f-fc18-4b26-8157-d8915a1af571" providerId="ADAL" clId="{DEA150BB-67A7-41D9-9D1E-7B04CD2CC5A3}" dt="2022-03-01T14:13:55.879" v="1291" actId="20577"/>
        <pc:sldMkLst>
          <pc:docMk/>
          <pc:sldMk cId="3701230964" sldId="2137006003"/>
        </pc:sldMkLst>
        <pc:spChg chg="mod">
          <ac:chgData name="Øyen, Martin" userId="a6c96b3f-fc18-4b26-8157-d8915a1af571" providerId="ADAL" clId="{DEA150BB-67A7-41D9-9D1E-7B04CD2CC5A3}" dt="2022-03-01T14:13:30.717" v="1262" actId="207"/>
          <ac:spMkLst>
            <pc:docMk/>
            <pc:sldMk cId="3701230964" sldId="2137006003"/>
            <ac:spMk id="6" creationId="{6EC1DEAC-4227-4CFF-AFD1-CACBCCD5646E}"/>
          </ac:spMkLst>
        </pc:spChg>
        <pc:spChg chg="mod">
          <ac:chgData name="Øyen, Martin" userId="a6c96b3f-fc18-4b26-8157-d8915a1af571" providerId="ADAL" clId="{DEA150BB-67A7-41D9-9D1E-7B04CD2CC5A3}" dt="2022-03-01T14:13:12.856" v="1261" actId="1076"/>
          <ac:spMkLst>
            <pc:docMk/>
            <pc:sldMk cId="3701230964" sldId="2137006003"/>
            <ac:spMk id="7" creationId="{4AB3DC1F-47AE-4933-9617-955573D7293F}"/>
          </ac:spMkLst>
        </pc:spChg>
        <pc:graphicFrameChg chg="mod modGraphic">
          <ac:chgData name="Øyen, Martin" userId="a6c96b3f-fc18-4b26-8157-d8915a1af571" providerId="ADAL" clId="{DEA150BB-67A7-41D9-9D1E-7B04CD2CC5A3}" dt="2022-03-01T14:13:51.199" v="1278" actId="20577"/>
          <ac:graphicFrameMkLst>
            <pc:docMk/>
            <pc:sldMk cId="3701230964" sldId="2137006003"/>
            <ac:graphicFrameMk id="4" creationId="{BE491B66-DD23-4D04-A255-CC9E4926577E}"/>
          </ac:graphicFrameMkLst>
        </pc:graphicFrameChg>
        <pc:graphicFrameChg chg="add mod modGraphic">
          <ac:chgData name="Øyen, Martin" userId="a6c96b3f-fc18-4b26-8157-d8915a1af571" providerId="ADAL" clId="{DEA150BB-67A7-41D9-9D1E-7B04CD2CC5A3}" dt="2022-03-01T14:13:55.879" v="1291" actId="20577"/>
          <ac:graphicFrameMkLst>
            <pc:docMk/>
            <pc:sldMk cId="3701230964" sldId="2137006003"/>
            <ac:graphicFrameMk id="5" creationId="{4F55959A-BD08-4BE5-A11F-20D243F9F383}"/>
          </ac:graphicFrameMkLst>
        </pc:graphicFrameChg>
      </pc:sldChg>
      <pc:sldChg chg="addSp delSp modSp add mod">
        <pc:chgData name="Øyen, Martin" userId="a6c96b3f-fc18-4b26-8157-d8915a1af571" providerId="ADAL" clId="{DEA150BB-67A7-41D9-9D1E-7B04CD2CC5A3}" dt="2022-03-01T14:18:13.694" v="1396" actId="207"/>
        <pc:sldMkLst>
          <pc:docMk/>
          <pc:sldMk cId="2785433372" sldId="2137006004"/>
        </pc:sldMkLst>
        <pc:spChg chg="add mod">
          <ac:chgData name="Øyen, Martin" userId="a6c96b3f-fc18-4b26-8157-d8915a1af571" providerId="ADAL" clId="{DEA150BB-67A7-41D9-9D1E-7B04CD2CC5A3}" dt="2022-03-01T14:18:13.694" v="1396" actId="207"/>
          <ac:spMkLst>
            <pc:docMk/>
            <pc:sldMk cId="2785433372" sldId="2137006004"/>
            <ac:spMk id="7" creationId="{6BB12CC3-7421-452C-A8E3-930B216DEAAF}"/>
          </ac:spMkLst>
        </pc:spChg>
        <pc:graphicFrameChg chg="del">
          <ac:chgData name="Øyen, Martin" userId="a6c96b3f-fc18-4b26-8157-d8915a1af571" providerId="ADAL" clId="{DEA150BB-67A7-41D9-9D1E-7B04CD2CC5A3}" dt="2022-03-01T09:55:23.127" v="141" actId="478"/>
          <ac:graphicFrameMkLst>
            <pc:docMk/>
            <pc:sldMk cId="2785433372" sldId="2137006004"/>
            <ac:graphicFrameMk id="4" creationId="{BE491B66-DD23-4D04-A255-CC9E4926577E}"/>
          </ac:graphicFrameMkLst>
        </pc:graphicFrameChg>
        <pc:graphicFrameChg chg="del">
          <ac:chgData name="Øyen, Martin" userId="a6c96b3f-fc18-4b26-8157-d8915a1af571" providerId="ADAL" clId="{DEA150BB-67A7-41D9-9D1E-7B04CD2CC5A3}" dt="2022-03-01T09:55:23.127" v="141" actId="478"/>
          <ac:graphicFrameMkLst>
            <pc:docMk/>
            <pc:sldMk cId="2785433372" sldId="2137006004"/>
            <ac:graphicFrameMk id="5" creationId="{4F55959A-BD08-4BE5-A11F-20D243F9F383}"/>
          </ac:graphicFrameMkLst>
        </pc:graphicFrameChg>
        <pc:graphicFrameChg chg="add mod modGraphic">
          <ac:chgData name="Øyen, Martin" userId="a6c96b3f-fc18-4b26-8157-d8915a1af571" providerId="ADAL" clId="{DEA150BB-67A7-41D9-9D1E-7B04CD2CC5A3}" dt="2022-03-01T14:17:09.926" v="1393" actId="2164"/>
          <ac:graphicFrameMkLst>
            <pc:docMk/>
            <pc:sldMk cId="2785433372" sldId="2137006004"/>
            <ac:graphicFrameMk id="6" creationId="{D8DBE9C6-CADA-46D5-831B-162F412D0CEB}"/>
          </ac:graphicFrameMkLst>
        </pc:graphicFrameChg>
      </pc:sldChg>
      <pc:sldChg chg="modSp new mod ord">
        <pc:chgData name="Øyen, Martin" userId="a6c96b3f-fc18-4b26-8157-d8915a1af571" providerId="ADAL" clId="{DEA150BB-67A7-41D9-9D1E-7B04CD2CC5A3}" dt="2022-03-03T14:10:49.292" v="2705"/>
        <pc:sldMkLst>
          <pc:docMk/>
          <pc:sldMk cId="1032411053" sldId="2137006005"/>
        </pc:sldMkLst>
        <pc:spChg chg="mod">
          <ac:chgData name="Øyen, Martin" userId="a6c96b3f-fc18-4b26-8157-d8915a1af571" providerId="ADAL" clId="{DEA150BB-67A7-41D9-9D1E-7B04CD2CC5A3}" dt="2022-03-01T10:02:50.839" v="563" actId="20577"/>
          <ac:spMkLst>
            <pc:docMk/>
            <pc:sldMk cId="1032411053" sldId="2137006005"/>
            <ac:spMk id="2" creationId="{E3C2CF7A-702E-457B-BEF1-B08E3584DB71}"/>
          </ac:spMkLst>
        </pc:spChg>
        <pc:spChg chg="mod">
          <ac:chgData name="Øyen, Martin" userId="a6c96b3f-fc18-4b26-8157-d8915a1af571" providerId="ADAL" clId="{DEA150BB-67A7-41D9-9D1E-7B04CD2CC5A3}" dt="2022-03-01T10:06:56.188" v="766" actId="5793"/>
          <ac:spMkLst>
            <pc:docMk/>
            <pc:sldMk cId="1032411053" sldId="2137006005"/>
            <ac:spMk id="3" creationId="{A7B76C13-4C3C-4ECD-984A-9560F09D6BC0}"/>
          </ac:spMkLst>
        </pc:spChg>
      </pc:sldChg>
      <pc:sldChg chg="modSp new mod">
        <pc:chgData name="Øyen, Martin" userId="a6c96b3f-fc18-4b26-8157-d8915a1af571" providerId="ADAL" clId="{DEA150BB-67A7-41D9-9D1E-7B04CD2CC5A3}" dt="2022-03-01T10:07:17.611" v="783" actId="20577"/>
        <pc:sldMkLst>
          <pc:docMk/>
          <pc:sldMk cId="383035242" sldId="2137006006"/>
        </pc:sldMkLst>
        <pc:spChg chg="mod">
          <ac:chgData name="Øyen, Martin" userId="a6c96b3f-fc18-4b26-8157-d8915a1af571" providerId="ADAL" clId="{DEA150BB-67A7-41D9-9D1E-7B04CD2CC5A3}" dt="2022-03-01T10:07:17.611" v="783" actId="20577"/>
          <ac:spMkLst>
            <pc:docMk/>
            <pc:sldMk cId="383035242" sldId="2137006006"/>
            <ac:spMk id="2" creationId="{DFF82017-F9D4-4F94-88E5-27C6841A335E}"/>
          </ac:spMkLst>
        </pc:spChg>
      </pc:sldChg>
      <pc:sldChg chg="addSp delSp modSp new del mod ord">
        <pc:chgData name="Øyen, Martin" userId="a6c96b3f-fc18-4b26-8157-d8915a1af571" providerId="ADAL" clId="{DEA150BB-67A7-41D9-9D1E-7B04CD2CC5A3}" dt="2022-03-03T14:35:39.171" v="2764" actId="47"/>
        <pc:sldMkLst>
          <pc:docMk/>
          <pc:sldMk cId="1234428464" sldId="2137006007"/>
        </pc:sldMkLst>
        <pc:spChg chg="mod">
          <ac:chgData name="Øyen, Martin" userId="a6c96b3f-fc18-4b26-8157-d8915a1af571" providerId="ADAL" clId="{DEA150BB-67A7-41D9-9D1E-7B04CD2CC5A3}" dt="2022-03-03T14:14:12.384" v="2748" actId="27636"/>
          <ac:spMkLst>
            <pc:docMk/>
            <pc:sldMk cId="1234428464" sldId="2137006007"/>
            <ac:spMk id="2" creationId="{C181EC8B-2FEC-4EA6-A25B-EF2E81E53192}"/>
          </ac:spMkLst>
        </pc:spChg>
        <pc:spChg chg="del">
          <ac:chgData name="Øyen, Martin" userId="a6c96b3f-fc18-4b26-8157-d8915a1af571" providerId="ADAL" clId="{DEA150BB-67A7-41D9-9D1E-7B04CD2CC5A3}" dt="2022-03-01T10:07:57.349" v="849" actId="478"/>
          <ac:spMkLst>
            <pc:docMk/>
            <pc:sldMk cId="1234428464" sldId="2137006007"/>
            <ac:spMk id="3" creationId="{00BA23FB-9E79-4ECE-BC2F-08D4D2C870E9}"/>
          </ac:spMkLst>
        </pc:spChg>
        <pc:graphicFrameChg chg="add mod modGraphic">
          <ac:chgData name="Øyen, Martin" userId="a6c96b3f-fc18-4b26-8157-d8915a1af571" providerId="ADAL" clId="{DEA150BB-67A7-41D9-9D1E-7B04CD2CC5A3}" dt="2022-03-03T14:14:53.939" v="2756" actId="20577"/>
          <ac:graphicFrameMkLst>
            <pc:docMk/>
            <pc:sldMk cId="1234428464" sldId="2137006007"/>
            <ac:graphicFrameMk id="4" creationId="{52AD961F-3076-4960-9FEE-5306C5C0842F}"/>
          </ac:graphicFrameMkLst>
        </pc:graphicFrameChg>
      </pc:sldChg>
      <pc:sldChg chg="modSp new mod ord">
        <pc:chgData name="Øyen, Martin" userId="a6c96b3f-fc18-4b26-8157-d8915a1af571" providerId="ADAL" clId="{DEA150BB-67A7-41D9-9D1E-7B04CD2CC5A3}" dt="2022-03-01T10:55:30.077" v="999"/>
        <pc:sldMkLst>
          <pc:docMk/>
          <pc:sldMk cId="1270469463" sldId="2137006008"/>
        </pc:sldMkLst>
        <pc:spChg chg="mod">
          <ac:chgData name="Øyen, Martin" userId="a6c96b3f-fc18-4b26-8157-d8915a1af571" providerId="ADAL" clId="{DEA150BB-67A7-41D9-9D1E-7B04CD2CC5A3}" dt="2022-03-01T10:55:27.304" v="997" actId="20577"/>
          <ac:spMkLst>
            <pc:docMk/>
            <pc:sldMk cId="1270469463" sldId="2137006008"/>
            <ac:spMk id="2" creationId="{C3DB4DC4-047E-46DA-B5B9-2CABAC209F7C}"/>
          </ac:spMkLst>
        </pc:spChg>
      </pc:sldChg>
      <pc:sldChg chg="add del mod modShow">
        <pc:chgData name="Øyen, Martin" userId="a6c96b3f-fc18-4b26-8157-d8915a1af571" providerId="ADAL" clId="{DEA150BB-67A7-41D9-9D1E-7B04CD2CC5A3}" dt="2022-03-03T14:35:38.681" v="2763" actId="47"/>
        <pc:sldMkLst>
          <pc:docMk/>
          <pc:sldMk cId="2417777289" sldId="2137006010"/>
        </pc:sldMkLst>
      </pc:sldChg>
      <pc:sldChg chg="addSp delSp modSp mod">
        <pc:chgData name="Øyen, Martin" userId="a6c96b3f-fc18-4b26-8157-d8915a1af571" providerId="ADAL" clId="{DEA150BB-67A7-41D9-9D1E-7B04CD2CC5A3}" dt="2022-03-03T14:30:01.449" v="2759" actId="22"/>
        <pc:sldMkLst>
          <pc:docMk/>
          <pc:sldMk cId="2002991579" sldId="2137006012"/>
        </pc:sldMkLst>
        <pc:spChg chg="del mod">
          <ac:chgData name="Øyen, Martin" userId="a6c96b3f-fc18-4b26-8157-d8915a1af571" providerId="ADAL" clId="{DEA150BB-67A7-41D9-9D1E-7B04CD2CC5A3}" dt="2022-03-03T14:30:01.449" v="2759" actId="22"/>
          <ac:spMkLst>
            <pc:docMk/>
            <pc:sldMk cId="2002991579" sldId="2137006012"/>
            <ac:spMk id="3" creationId="{96790D1A-D97A-40D0-8A04-A2215D3C5FC6}"/>
          </ac:spMkLst>
        </pc:spChg>
        <pc:picChg chg="add mod ord">
          <ac:chgData name="Øyen, Martin" userId="a6c96b3f-fc18-4b26-8157-d8915a1af571" providerId="ADAL" clId="{DEA150BB-67A7-41D9-9D1E-7B04CD2CC5A3}" dt="2022-03-03T14:30:01.449" v="2759" actId="22"/>
          <ac:picMkLst>
            <pc:docMk/>
            <pc:sldMk cId="2002991579" sldId="2137006012"/>
            <ac:picMk id="5" creationId="{D5DDA73B-2CB4-4A92-8C7C-9D319840DBF5}"/>
          </ac:picMkLst>
        </pc:picChg>
      </pc:sldChg>
      <pc:sldChg chg="ord">
        <pc:chgData name="Øyen, Martin" userId="a6c96b3f-fc18-4b26-8157-d8915a1af571" providerId="ADAL" clId="{DEA150BB-67A7-41D9-9D1E-7B04CD2CC5A3}" dt="2022-03-03T14:35:57.482" v="2768"/>
        <pc:sldMkLst>
          <pc:docMk/>
          <pc:sldMk cId="1631287875" sldId="213700601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46400" cy="495300"/>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49688" y="0"/>
            <a:ext cx="2946400" cy="495300"/>
          </a:xfrm>
          <a:prstGeom prst="rect">
            <a:avLst/>
          </a:prstGeom>
        </p:spPr>
        <p:txBody>
          <a:bodyPr vert="horz" lIns="91440" tIns="45720" rIns="91440" bIns="45720" rtlCol="0"/>
          <a:lstStyle>
            <a:lvl1pPr algn="r">
              <a:defRPr sz="1200"/>
            </a:lvl1pPr>
          </a:lstStyle>
          <a:p>
            <a:fld id="{A8817F9E-DAD4-42F9-996B-01A9F6C3E229}" type="datetimeFigureOut">
              <a:rPr lang="nb-NO" smtClean="0"/>
              <a:t>03.03.2022</a:t>
            </a:fld>
            <a:endParaRPr lang="nb-NO"/>
          </a:p>
        </p:txBody>
      </p:sp>
      <p:sp>
        <p:nvSpPr>
          <p:cNvPr id="4" name="Plassholder for lysbilde 3"/>
          <p:cNvSpPr>
            <a:spLocks noGrp="1" noRot="1" noChangeAspect="1"/>
          </p:cNvSpPr>
          <p:nvPr>
            <p:ph type="sldImg" idx="2"/>
          </p:nvPr>
        </p:nvSpPr>
        <p:spPr>
          <a:xfrm>
            <a:off x="438150" y="1233488"/>
            <a:ext cx="5921375" cy="3332162"/>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79450" y="4751388"/>
            <a:ext cx="5438775" cy="3887787"/>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9377363"/>
            <a:ext cx="2946400" cy="495300"/>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49688" y="9377363"/>
            <a:ext cx="2946400" cy="495300"/>
          </a:xfrm>
          <a:prstGeom prst="rect">
            <a:avLst/>
          </a:prstGeom>
        </p:spPr>
        <p:txBody>
          <a:bodyPr vert="horz" lIns="91440" tIns="45720" rIns="91440" bIns="45720" rtlCol="0" anchor="b"/>
          <a:lstStyle>
            <a:lvl1pPr algn="r">
              <a:defRPr sz="1200"/>
            </a:lvl1pPr>
          </a:lstStyle>
          <a:p>
            <a:fld id="{507A657A-AF07-44DB-A1EB-A9ED52CA9450}" type="slidenum">
              <a:rPr lang="nb-NO" smtClean="0"/>
              <a:t>‹#›</a:t>
            </a:fld>
            <a:endParaRPr lang="nb-NO"/>
          </a:p>
        </p:txBody>
      </p:sp>
    </p:spTree>
    <p:extLst>
      <p:ext uri="{BB962C8B-B14F-4D97-AF65-F5344CB8AC3E}">
        <p14:creationId xmlns:p14="http://schemas.microsoft.com/office/powerpoint/2010/main" val="2484082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ed9dd0f367_0_13:notes"/>
          <p:cNvSpPr>
            <a:spLocks noGrp="1" noRot="1" noChangeAspect="1"/>
          </p:cNvSpPr>
          <p:nvPr>
            <p:ph type="sldImg" idx="2"/>
          </p:nvPr>
        </p:nvSpPr>
        <p:spPr>
          <a:xfrm>
            <a:off x="438150" y="1233488"/>
            <a:ext cx="5921375" cy="33321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ged9dd0f367_0_13:notes"/>
          <p:cNvSpPr txBox="1">
            <a:spLocks noGrp="1"/>
          </p:cNvSpPr>
          <p:nvPr>
            <p:ph type="body" idx="1"/>
          </p:nvPr>
        </p:nvSpPr>
        <p:spPr>
          <a:xfrm>
            <a:off x="679450" y="4751388"/>
            <a:ext cx="5438700" cy="3887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ged9dd0f367_0_13:notes"/>
          <p:cNvSpPr txBox="1">
            <a:spLocks noGrp="1"/>
          </p:cNvSpPr>
          <p:nvPr>
            <p:ph type="sldNum" idx="12"/>
          </p:nvPr>
        </p:nvSpPr>
        <p:spPr>
          <a:xfrm>
            <a:off x="3849688" y="9377363"/>
            <a:ext cx="2946300" cy="4953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o-NO"/>
              <a:t>15</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AD6CD526-F10B-4175-B8B9-886FC1E5D8F1}" type="slidenum">
              <a:rPr lang="nb-NO" smtClean="0"/>
              <a:t>16</a:t>
            </a:fld>
            <a:endParaRPr lang="nb-NO"/>
          </a:p>
        </p:txBody>
      </p:sp>
    </p:spTree>
    <p:extLst>
      <p:ext uri="{BB962C8B-B14F-4D97-AF65-F5344CB8AC3E}">
        <p14:creationId xmlns:p14="http://schemas.microsoft.com/office/powerpoint/2010/main" val="491926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11:notes"/>
          <p:cNvSpPr txBox="1">
            <a:spLocks noGrp="1"/>
          </p:cNvSpPr>
          <p:nvPr>
            <p:ph type="body" idx="1"/>
          </p:nvPr>
        </p:nvSpPr>
        <p:spPr>
          <a:xfrm>
            <a:off x="679450" y="4751388"/>
            <a:ext cx="5438775" cy="38877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11:notes"/>
          <p:cNvSpPr>
            <a:spLocks noGrp="1" noRot="1" noChangeAspect="1"/>
          </p:cNvSpPr>
          <p:nvPr>
            <p:ph type="sldImg" idx="2"/>
          </p:nvPr>
        </p:nvSpPr>
        <p:spPr>
          <a:xfrm>
            <a:off x="438150" y="1233488"/>
            <a:ext cx="5921375" cy="3332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3 circle beige">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5897F539-4998-4F3A-974F-8971EA9C9D05}"/>
              </a:ext>
            </a:extLst>
          </p:cNvPr>
          <p:cNvSpPr/>
          <p:nvPr/>
        </p:nvSpPr>
        <p:spPr>
          <a:xfrm>
            <a:off x="0" y="836501"/>
            <a:ext cx="9150492" cy="43069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40" name="Friform 39">
            <a:extLst>
              <a:ext uri="{FF2B5EF4-FFF2-40B4-BE49-F238E27FC236}">
                <a16:creationId xmlns:a16="http://schemas.microsoft.com/office/drawing/2014/main" id="{90B0AA4D-713B-F647-880F-22FA178EC2E4}"/>
              </a:ext>
            </a:extLst>
          </p:cNvPr>
          <p:cNvSpPr>
            <a:spLocks noGrp="1"/>
          </p:cNvSpPr>
          <p:nvPr>
            <p:ph type="pic" sz="quarter" idx="13" hasCustomPrompt="1"/>
          </p:nvPr>
        </p:nvSpPr>
        <p:spPr>
          <a:xfrm>
            <a:off x="3279964" y="837900"/>
            <a:ext cx="5870536" cy="4305600"/>
          </a:xfrm>
          <a:custGeom>
            <a:avLst/>
            <a:gdLst>
              <a:gd name="connsiteX0" fmla="*/ 0 w 5870536"/>
              <a:gd name="connsiteY0" fmla="*/ 0 h 4305600"/>
              <a:gd name="connsiteX1" fmla="*/ 5870536 w 5870536"/>
              <a:gd name="connsiteY1" fmla="*/ 0 h 4305600"/>
              <a:gd name="connsiteX2" fmla="*/ 5870536 w 5870536"/>
              <a:gd name="connsiteY2" fmla="*/ 4305600 h 4305600"/>
              <a:gd name="connsiteX3" fmla="*/ 0 w 5870536"/>
              <a:gd name="connsiteY3" fmla="*/ 4305600 h 4305600"/>
              <a:gd name="connsiteX4" fmla="*/ 0 w 5870536"/>
              <a:gd name="connsiteY4" fmla="*/ 4299135 h 4305600"/>
              <a:gd name="connsiteX5" fmla="*/ 92081 w 5870536"/>
              <a:gd name="connsiteY5" fmla="*/ 4294486 h 4305600"/>
              <a:gd name="connsiteX6" fmla="*/ 2024769 w 5870536"/>
              <a:gd name="connsiteY6" fmla="*/ 2152800 h 4305600"/>
              <a:gd name="connsiteX7" fmla="*/ 92081 w 5870536"/>
              <a:gd name="connsiteY7" fmla="*/ 11115 h 4305600"/>
              <a:gd name="connsiteX8" fmla="*/ 0 w 5870536"/>
              <a:gd name="connsiteY8" fmla="*/ 6465 h 430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36" h="4305600">
                <a:moveTo>
                  <a:pt x="0" y="0"/>
                </a:moveTo>
                <a:lnTo>
                  <a:pt x="5870536" y="0"/>
                </a:lnTo>
                <a:lnTo>
                  <a:pt x="5870536" y="4305600"/>
                </a:lnTo>
                <a:lnTo>
                  <a:pt x="0" y="4305600"/>
                </a:lnTo>
                <a:lnTo>
                  <a:pt x="0" y="4299135"/>
                </a:lnTo>
                <a:lnTo>
                  <a:pt x="92081" y="4294486"/>
                </a:lnTo>
                <a:cubicBezTo>
                  <a:pt x="1177643" y="4184241"/>
                  <a:pt x="2024769" y="3267449"/>
                  <a:pt x="2024769" y="2152800"/>
                </a:cubicBezTo>
                <a:cubicBezTo>
                  <a:pt x="2024769" y="1038151"/>
                  <a:pt x="1177643" y="121360"/>
                  <a:pt x="92081" y="11115"/>
                </a:cubicBezTo>
                <a:lnTo>
                  <a:pt x="0" y="6465"/>
                </a:lnTo>
                <a:close/>
              </a:path>
            </a:pathLst>
          </a:custGeom>
          <a:solidFill>
            <a:schemeClr val="accent1"/>
          </a:solidFill>
        </p:spPr>
        <p:txBody>
          <a:bodyPr wrap="square" lIns="2160000" tIns="360000" rIns="720000" anchor="t" anchorCtr="1">
            <a:noAutofit/>
          </a:bodyPr>
          <a:lstStyle>
            <a:lvl1pPr marL="0" marR="0" indent="0" algn="r" defTabSz="457200" rtl="0" eaLnBrk="1" fontAlgn="auto" latinLnBrk="0" hangingPunct="1">
              <a:lnSpc>
                <a:spcPct val="100000"/>
              </a:lnSpc>
              <a:spcBef>
                <a:spcPts val="1200"/>
              </a:spcBef>
              <a:spcAft>
                <a:spcPts val="0"/>
              </a:spcAft>
              <a:buClr>
                <a:schemeClr val="tx2"/>
              </a:buClr>
              <a:buSzTx/>
              <a:buFont typeface="Arial"/>
              <a:buNone/>
              <a:tabLst/>
              <a:defRPr sz="900" baseline="0">
                <a:solidFill>
                  <a:schemeClr val="tx1"/>
                </a:solidFill>
              </a:defRPr>
            </a:lvl1pPr>
          </a:lstStyle>
          <a:p>
            <a:pPr marL="0" marR="0" lvl="0" indent="0" algn="l" defTabSz="457200" rtl="0" eaLnBrk="1" fontAlgn="auto" latinLnBrk="0" hangingPunct="1">
              <a:lnSpc>
                <a:spcPct val="100000"/>
              </a:lnSpc>
              <a:spcBef>
                <a:spcPts val="1200"/>
              </a:spcBef>
              <a:spcAft>
                <a:spcPts val="0"/>
              </a:spcAft>
              <a:buClr>
                <a:schemeClr val="tx2"/>
              </a:buClr>
              <a:buSzTx/>
              <a:buFont typeface="Arial"/>
              <a:buNone/>
              <a:tabLst/>
              <a:defRPr/>
            </a:pPr>
            <a:r>
              <a:rPr lang="nb-NO" err="1"/>
              <a:t>Add</a:t>
            </a:r>
            <a:r>
              <a:rPr lang="nb-NO"/>
              <a:t> </a:t>
            </a:r>
            <a:r>
              <a:rPr lang="nb-NO" err="1"/>
              <a:t>picture</a:t>
            </a:r>
            <a:r>
              <a:rPr lang="nb-NO"/>
              <a:t> by drag &amp; </a:t>
            </a:r>
            <a:r>
              <a:rPr lang="nb-NO" err="1"/>
              <a:t>drop</a:t>
            </a:r>
            <a:r>
              <a:rPr lang="nb-NO"/>
              <a:t> or </a:t>
            </a:r>
            <a:r>
              <a:rPr lang="nb-NO" err="1"/>
              <a:t>insert</a:t>
            </a:r>
            <a:r>
              <a:rPr lang="nb-NO"/>
              <a:t> </a:t>
            </a:r>
            <a:r>
              <a:rPr lang="nb-NO" err="1"/>
              <a:t>picture</a:t>
            </a:r>
            <a:r>
              <a:rPr lang="nb-NO"/>
              <a:t>. </a:t>
            </a:r>
            <a:r>
              <a:rPr lang="nb-NO" noProof="1"/>
              <a:t>Use picture tools to adjust.</a:t>
            </a:r>
          </a:p>
        </p:txBody>
      </p:sp>
      <p:grpSp>
        <p:nvGrpSpPr>
          <p:cNvPr id="115" name="Gruppe 114">
            <a:extLst>
              <a:ext uri="{FF2B5EF4-FFF2-40B4-BE49-F238E27FC236}">
                <a16:creationId xmlns:a16="http://schemas.microsoft.com/office/drawing/2014/main" id="{41E97E57-5157-4765-A889-FD768F44AD8B}"/>
              </a:ext>
            </a:extLst>
          </p:cNvPr>
          <p:cNvGrpSpPr/>
          <p:nvPr/>
        </p:nvGrpSpPr>
        <p:grpSpPr>
          <a:xfrm>
            <a:off x="0" y="5297788"/>
            <a:ext cx="9144000" cy="180000"/>
            <a:chOff x="0" y="5297788"/>
            <a:chExt cx="9144000" cy="372979"/>
          </a:xfrm>
        </p:grpSpPr>
        <p:cxnSp>
          <p:nvCxnSpPr>
            <p:cNvPr id="116" name="Rett linje 115">
              <a:extLst>
                <a:ext uri="{FF2B5EF4-FFF2-40B4-BE49-F238E27FC236}">
                  <a16:creationId xmlns:a16="http://schemas.microsoft.com/office/drawing/2014/main" id="{CB4EC828-AA64-4B3B-BA7F-3939F0DDCC1D}"/>
                </a:ext>
              </a:extLst>
            </p:cNvPr>
            <p:cNvCxnSpPr/>
            <p:nvPr/>
          </p:nvCxnSpPr>
          <p:spPr>
            <a:xfrm>
              <a:off x="9144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7" name="Rett linje 116">
              <a:extLst>
                <a:ext uri="{FF2B5EF4-FFF2-40B4-BE49-F238E27FC236}">
                  <a16:creationId xmlns:a16="http://schemas.microsoft.com/office/drawing/2014/main" id="{FC708BC3-AF6A-4C2A-A040-E7D2584F5679}"/>
                </a:ext>
              </a:extLst>
            </p:cNvPr>
            <p:cNvCxnSpPr/>
            <p:nvPr/>
          </p:nvCxnSpPr>
          <p:spPr>
            <a:xfrm>
              <a:off x="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8" name="Rett linje 117">
              <a:extLst>
                <a:ext uri="{FF2B5EF4-FFF2-40B4-BE49-F238E27FC236}">
                  <a16:creationId xmlns:a16="http://schemas.microsoft.com/office/drawing/2014/main" id="{6116CDD8-8FA0-499C-8024-98736A2A45BE}"/>
                </a:ext>
              </a:extLst>
            </p:cNvPr>
            <p:cNvCxnSpPr/>
            <p:nvPr/>
          </p:nvCxnSpPr>
          <p:spPr>
            <a:xfrm>
              <a:off x="4572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9" name="Rett linje 118">
              <a:extLst>
                <a:ext uri="{FF2B5EF4-FFF2-40B4-BE49-F238E27FC236}">
                  <a16:creationId xmlns:a16="http://schemas.microsoft.com/office/drawing/2014/main" id="{F87D2C52-DF01-487F-94E1-3B4808498D4C}"/>
                </a:ext>
              </a:extLst>
            </p:cNvPr>
            <p:cNvCxnSpPr/>
            <p:nvPr/>
          </p:nvCxnSpPr>
          <p:spPr>
            <a:xfrm>
              <a:off x="6858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0" name="Rett linje 119">
              <a:extLst>
                <a:ext uri="{FF2B5EF4-FFF2-40B4-BE49-F238E27FC236}">
                  <a16:creationId xmlns:a16="http://schemas.microsoft.com/office/drawing/2014/main" id="{D23653C0-3C9E-4DC9-9B20-7CB67F5F9553}"/>
                </a:ext>
              </a:extLst>
            </p:cNvPr>
            <p:cNvCxnSpPr/>
            <p:nvPr/>
          </p:nvCxnSpPr>
          <p:spPr>
            <a:xfrm>
              <a:off x="2286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1" name="Rett linje 120">
              <a:extLst>
                <a:ext uri="{FF2B5EF4-FFF2-40B4-BE49-F238E27FC236}">
                  <a16:creationId xmlns:a16="http://schemas.microsoft.com/office/drawing/2014/main" id="{2BD9608F-579A-4E69-946E-738146576D95}"/>
                </a:ext>
              </a:extLst>
            </p:cNvPr>
            <p:cNvCxnSpPr/>
            <p:nvPr/>
          </p:nvCxnSpPr>
          <p:spPr>
            <a:xfrm>
              <a:off x="8001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2" name="Rett linje 121">
              <a:extLst>
                <a:ext uri="{FF2B5EF4-FFF2-40B4-BE49-F238E27FC236}">
                  <a16:creationId xmlns:a16="http://schemas.microsoft.com/office/drawing/2014/main" id="{7C61F4DE-2E50-462D-A392-B853CA21D799}"/>
                </a:ext>
              </a:extLst>
            </p:cNvPr>
            <p:cNvCxnSpPr/>
            <p:nvPr/>
          </p:nvCxnSpPr>
          <p:spPr>
            <a:xfrm>
              <a:off x="5715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3" name="Rett linje 122">
              <a:extLst>
                <a:ext uri="{FF2B5EF4-FFF2-40B4-BE49-F238E27FC236}">
                  <a16:creationId xmlns:a16="http://schemas.microsoft.com/office/drawing/2014/main" id="{C04DF60F-3682-4D29-A6CE-7D6AAA8FA5CC}"/>
                </a:ext>
              </a:extLst>
            </p:cNvPr>
            <p:cNvCxnSpPr/>
            <p:nvPr/>
          </p:nvCxnSpPr>
          <p:spPr>
            <a:xfrm>
              <a:off x="3429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4" name="Rett linje 123">
              <a:extLst>
                <a:ext uri="{FF2B5EF4-FFF2-40B4-BE49-F238E27FC236}">
                  <a16:creationId xmlns:a16="http://schemas.microsoft.com/office/drawing/2014/main" id="{E042CA0E-47DC-47FC-897F-70F70BFB366F}"/>
                </a:ext>
              </a:extLst>
            </p:cNvPr>
            <p:cNvCxnSpPr/>
            <p:nvPr/>
          </p:nvCxnSpPr>
          <p:spPr>
            <a:xfrm>
              <a:off x="1143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5" name="Rett linje 124">
              <a:extLst>
                <a:ext uri="{FF2B5EF4-FFF2-40B4-BE49-F238E27FC236}">
                  <a16:creationId xmlns:a16="http://schemas.microsoft.com/office/drawing/2014/main" id="{3863232C-D53F-48D6-A0E7-CC9B4C60E264}"/>
                </a:ext>
              </a:extLst>
            </p:cNvPr>
            <p:cNvCxnSpPr/>
            <p:nvPr/>
          </p:nvCxnSpPr>
          <p:spPr>
            <a:xfrm>
              <a:off x="8572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6" name="Rett linje 125">
              <a:extLst>
                <a:ext uri="{FF2B5EF4-FFF2-40B4-BE49-F238E27FC236}">
                  <a16:creationId xmlns:a16="http://schemas.microsoft.com/office/drawing/2014/main" id="{6275ADF1-B804-49A7-96BE-70D8AFECB88C}"/>
                </a:ext>
              </a:extLst>
            </p:cNvPr>
            <p:cNvCxnSpPr/>
            <p:nvPr/>
          </p:nvCxnSpPr>
          <p:spPr>
            <a:xfrm>
              <a:off x="7429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7" name="Rett linje 126">
              <a:extLst>
                <a:ext uri="{FF2B5EF4-FFF2-40B4-BE49-F238E27FC236}">
                  <a16:creationId xmlns:a16="http://schemas.microsoft.com/office/drawing/2014/main" id="{6A12681A-6F23-4F31-ACA4-1A2E0006D537}"/>
                </a:ext>
              </a:extLst>
            </p:cNvPr>
            <p:cNvCxnSpPr/>
            <p:nvPr/>
          </p:nvCxnSpPr>
          <p:spPr>
            <a:xfrm>
              <a:off x="6286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8" name="Rett linje 127">
              <a:extLst>
                <a:ext uri="{FF2B5EF4-FFF2-40B4-BE49-F238E27FC236}">
                  <a16:creationId xmlns:a16="http://schemas.microsoft.com/office/drawing/2014/main" id="{6CC3DE73-64F8-4D3E-B3A9-935C5F8AA878}"/>
                </a:ext>
              </a:extLst>
            </p:cNvPr>
            <p:cNvCxnSpPr/>
            <p:nvPr/>
          </p:nvCxnSpPr>
          <p:spPr>
            <a:xfrm>
              <a:off x="5143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9" name="Rett linje 128">
              <a:extLst>
                <a:ext uri="{FF2B5EF4-FFF2-40B4-BE49-F238E27FC236}">
                  <a16:creationId xmlns:a16="http://schemas.microsoft.com/office/drawing/2014/main" id="{FAC273D9-8153-4188-B7CA-F30670E78B13}"/>
                </a:ext>
              </a:extLst>
            </p:cNvPr>
            <p:cNvCxnSpPr/>
            <p:nvPr/>
          </p:nvCxnSpPr>
          <p:spPr>
            <a:xfrm>
              <a:off x="4000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0" name="Rett linje 129">
              <a:extLst>
                <a:ext uri="{FF2B5EF4-FFF2-40B4-BE49-F238E27FC236}">
                  <a16:creationId xmlns:a16="http://schemas.microsoft.com/office/drawing/2014/main" id="{916C3980-C8A1-45C7-AA35-A88DD771F2A1}"/>
                </a:ext>
              </a:extLst>
            </p:cNvPr>
            <p:cNvCxnSpPr/>
            <p:nvPr/>
          </p:nvCxnSpPr>
          <p:spPr>
            <a:xfrm>
              <a:off x="2857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1" name="Rett linje 130">
              <a:extLst>
                <a:ext uri="{FF2B5EF4-FFF2-40B4-BE49-F238E27FC236}">
                  <a16:creationId xmlns:a16="http://schemas.microsoft.com/office/drawing/2014/main" id="{E99AC163-1D5E-4BFA-BE31-B64B3B6121BF}"/>
                </a:ext>
              </a:extLst>
            </p:cNvPr>
            <p:cNvCxnSpPr/>
            <p:nvPr/>
          </p:nvCxnSpPr>
          <p:spPr>
            <a:xfrm>
              <a:off x="1714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Rett linje 131">
              <a:extLst>
                <a:ext uri="{FF2B5EF4-FFF2-40B4-BE49-F238E27FC236}">
                  <a16:creationId xmlns:a16="http://schemas.microsoft.com/office/drawing/2014/main" id="{E1A62F24-69EB-4117-B6FE-6407220526C9}"/>
                </a:ext>
              </a:extLst>
            </p:cNvPr>
            <p:cNvCxnSpPr/>
            <p:nvPr/>
          </p:nvCxnSpPr>
          <p:spPr>
            <a:xfrm>
              <a:off x="571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33" name="Gruppe 132">
            <a:extLst>
              <a:ext uri="{FF2B5EF4-FFF2-40B4-BE49-F238E27FC236}">
                <a16:creationId xmlns:a16="http://schemas.microsoft.com/office/drawing/2014/main" id="{DD3A4283-61B4-4CE7-98B3-DD15277A1CA4}"/>
              </a:ext>
            </a:extLst>
          </p:cNvPr>
          <p:cNvGrpSpPr/>
          <p:nvPr/>
        </p:nvGrpSpPr>
        <p:grpSpPr>
          <a:xfrm>
            <a:off x="-339073" y="1"/>
            <a:ext cx="180000" cy="4246200"/>
            <a:chOff x="-583532" y="1"/>
            <a:chExt cx="372980" cy="4246200"/>
          </a:xfrm>
        </p:grpSpPr>
        <p:cxnSp>
          <p:nvCxnSpPr>
            <p:cNvPr id="166" name="Rett linje 165">
              <a:extLst>
                <a:ext uri="{FF2B5EF4-FFF2-40B4-BE49-F238E27FC236}">
                  <a16:creationId xmlns:a16="http://schemas.microsoft.com/office/drawing/2014/main" id="{AE79378C-6DE6-4A62-A57A-8ADA616F5468}"/>
                </a:ext>
              </a:extLst>
            </p:cNvPr>
            <p:cNvCxnSpPr>
              <a:cxnSpLocks/>
            </p:cNvCxnSpPr>
            <p:nvPr/>
          </p:nvCxnSpPr>
          <p:spPr>
            <a:xfrm rot="16200000">
              <a:off x="-397042" y="-186489"/>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69" name="Rett linje 168">
              <a:extLst>
                <a:ext uri="{FF2B5EF4-FFF2-40B4-BE49-F238E27FC236}">
                  <a16:creationId xmlns:a16="http://schemas.microsoft.com/office/drawing/2014/main" id="{DA872C10-59C3-4434-A633-E66C99353B11}"/>
                </a:ext>
              </a:extLst>
            </p:cNvPr>
            <p:cNvCxnSpPr>
              <a:cxnSpLocks/>
            </p:cNvCxnSpPr>
            <p:nvPr/>
          </p:nvCxnSpPr>
          <p:spPr>
            <a:xfrm rot="16200000">
              <a:off x="-397042" y="2239911"/>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0" name="Rett linje 169">
              <a:extLst>
                <a:ext uri="{FF2B5EF4-FFF2-40B4-BE49-F238E27FC236}">
                  <a16:creationId xmlns:a16="http://schemas.microsoft.com/office/drawing/2014/main" id="{71B24215-F01A-485B-A939-3F00F3A22D33}"/>
                </a:ext>
              </a:extLst>
            </p:cNvPr>
            <p:cNvCxnSpPr>
              <a:cxnSpLocks/>
            </p:cNvCxnSpPr>
            <p:nvPr/>
          </p:nvCxnSpPr>
          <p:spPr>
            <a:xfrm rot="16200000">
              <a:off x="-318552" y="1105201"/>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1" name="Rett linje 170">
              <a:extLst>
                <a:ext uri="{FF2B5EF4-FFF2-40B4-BE49-F238E27FC236}">
                  <a16:creationId xmlns:a16="http://schemas.microsoft.com/office/drawing/2014/main" id="{ADCFBA45-D34E-4289-B179-5626BD5E2E81}"/>
                </a:ext>
              </a:extLst>
            </p:cNvPr>
            <p:cNvCxnSpPr>
              <a:cxnSpLocks/>
            </p:cNvCxnSpPr>
            <p:nvPr/>
          </p:nvCxnSpPr>
          <p:spPr>
            <a:xfrm rot="16200000">
              <a:off x="-318552" y="3531601"/>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2" name="Rett linje 171">
              <a:extLst>
                <a:ext uri="{FF2B5EF4-FFF2-40B4-BE49-F238E27FC236}">
                  <a16:creationId xmlns:a16="http://schemas.microsoft.com/office/drawing/2014/main" id="{C8991031-407D-4BDF-A817-F5AE7F4EAEA1}"/>
                </a:ext>
              </a:extLst>
            </p:cNvPr>
            <p:cNvCxnSpPr>
              <a:cxnSpLocks/>
            </p:cNvCxnSpPr>
            <p:nvPr/>
          </p:nvCxnSpPr>
          <p:spPr>
            <a:xfrm rot="16200000">
              <a:off x="-300553" y="5166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73" name="Rett linje 172">
              <a:extLst>
                <a:ext uri="{FF2B5EF4-FFF2-40B4-BE49-F238E27FC236}">
                  <a16:creationId xmlns:a16="http://schemas.microsoft.com/office/drawing/2014/main" id="{7610412E-A155-4674-8251-7706FBEE8D0F}"/>
                </a:ext>
              </a:extLst>
            </p:cNvPr>
            <p:cNvCxnSpPr>
              <a:cxnSpLocks/>
            </p:cNvCxnSpPr>
            <p:nvPr/>
          </p:nvCxnSpPr>
          <p:spPr>
            <a:xfrm rot="16200000">
              <a:off x="-300552" y="17298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74" name="Rett linje 173">
              <a:extLst>
                <a:ext uri="{FF2B5EF4-FFF2-40B4-BE49-F238E27FC236}">
                  <a16:creationId xmlns:a16="http://schemas.microsoft.com/office/drawing/2014/main" id="{B43C8BAA-7CFD-4FF4-A348-82C4B4D4433E}"/>
                </a:ext>
              </a:extLst>
            </p:cNvPr>
            <p:cNvCxnSpPr>
              <a:cxnSpLocks/>
            </p:cNvCxnSpPr>
            <p:nvPr/>
          </p:nvCxnSpPr>
          <p:spPr>
            <a:xfrm rot="16200000">
              <a:off x="-300552" y="29430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75" name="Rett linje 174">
              <a:extLst>
                <a:ext uri="{FF2B5EF4-FFF2-40B4-BE49-F238E27FC236}">
                  <a16:creationId xmlns:a16="http://schemas.microsoft.com/office/drawing/2014/main" id="{2223CED3-2D78-4D56-9B33-66CAD9F8948A}"/>
                </a:ext>
              </a:extLst>
            </p:cNvPr>
            <p:cNvCxnSpPr>
              <a:cxnSpLocks/>
            </p:cNvCxnSpPr>
            <p:nvPr/>
          </p:nvCxnSpPr>
          <p:spPr>
            <a:xfrm rot="16200000">
              <a:off x="-300552" y="41562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sp>
        <p:nvSpPr>
          <p:cNvPr id="52" name="Title 1">
            <a:extLst>
              <a:ext uri="{FF2B5EF4-FFF2-40B4-BE49-F238E27FC236}">
                <a16:creationId xmlns:a16="http://schemas.microsoft.com/office/drawing/2014/main" id="{D9CC3CC4-9519-4F39-AF45-4B0686864F56}"/>
              </a:ext>
            </a:extLst>
          </p:cNvPr>
          <p:cNvSpPr>
            <a:spLocks noGrp="1"/>
          </p:cNvSpPr>
          <p:nvPr>
            <p:ph type="ctrTitle" hasCustomPrompt="1"/>
          </p:nvPr>
        </p:nvSpPr>
        <p:spPr>
          <a:xfrm>
            <a:off x="999133" y="836502"/>
            <a:ext cx="4305600" cy="4306998"/>
          </a:xfrm>
          <a:prstGeom prst="ellipse">
            <a:avLst/>
          </a:prstGeom>
          <a:solidFill>
            <a:schemeClr val="accent2"/>
          </a:solidFill>
        </p:spPr>
        <p:txBody>
          <a:bodyPr lIns="180000" tIns="540000" rIns="180000" bIns="540000" anchor="t">
            <a:normAutofit/>
          </a:bodyPr>
          <a:lstStyle>
            <a:lvl1pPr algn="ctr">
              <a:lnSpc>
                <a:spcPct val="100000"/>
              </a:lnSpc>
              <a:defRPr sz="2500">
                <a:solidFill>
                  <a:schemeClr val="tx1"/>
                </a:solidFill>
                <a:latin typeface="+mj-lt"/>
                <a:cs typeface="Calibri" panose="020F0502020204030204" pitchFamily="34" charset="0"/>
              </a:defRPr>
            </a:lvl1pPr>
          </a:lstStyle>
          <a:p>
            <a:r>
              <a:rPr lang="nb-NO" noProof="0" err="1"/>
              <a:t>Click</a:t>
            </a:r>
            <a:r>
              <a:rPr lang="nb-NO" noProof="0"/>
              <a:t> to </a:t>
            </a:r>
            <a:r>
              <a:rPr lang="nb-NO" noProof="0" err="1"/>
              <a:t>add</a:t>
            </a:r>
            <a:r>
              <a:rPr lang="nb-NO" noProof="0"/>
              <a:t> </a:t>
            </a:r>
            <a:r>
              <a:rPr lang="nb-NO" noProof="0" err="1"/>
              <a:t>title</a:t>
            </a:r>
            <a:endParaRPr lang="nb-NO" noProof="0"/>
          </a:p>
        </p:txBody>
      </p:sp>
      <p:sp>
        <p:nvSpPr>
          <p:cNvPr id="4" name="Plassholder for tekst 3">
            <a:extLst>
              <a:ext uri="{FF2B5EF4-FFF2-40B4-BE49-F238E27FC236}">
                <a16:creationId xmlns:a16="http://schemas.microsoft.com/office/drawing/2014/main" id="{CCF5EDEC-7BE2-4E2E-A936-F04462A3D2AE}"/>
              </a:ext>
            </a:extLst>
          </p:cNvPr>
          <p:cNvSpPr>
            <a:spLocks noGrp="1"/>
          </p:cNvSpPr>
          <p:nvPr>
            <p:ph type="body" sz="quarter" idx="15" hasCustomPrompt="1"/>
          </p:nvPr>
        </p:nvSpPr>
        <p:spPr>
          <a:xfrm>
            <a:off x="2004930" y="4244315"/>
            <a:ext cx="2305878" cy="398195"/>
          </a:xfrm>
        </p:spPr>
        <p:txBody>
          <a:bodyPr anchor="t" anchorCtr="0">
            <a:normAutofit/>
          </a:bodyPr>
          <a:lstStyle>
            <a:lvl1pPr marL="0" indent="0" algn="ctr">
              <a:buNone/>
              <a:defRPr sz="1200"/>
            </a:lvl1pPr>
          </a:lstStyle>
          <a:p>
            <a:r>
              <a:rPr lang="nb-NO" noProof="0" err="1"/>
              <a:t>Click</a:t>
            </a:r>
            <a:r>
              <a:rPr lang="nb-NO" noProof="0"/>
              <a:t> to </a:t>
            </a:r>
            <a:r>
              <a:rPr lang="nb-NO" noProof="0" err="1"/>
              <a:t>add</a:t>
            </a:r>
            <a:r>
              <a:rPr lang="nb-NO" noProof="0"/>
              <a:t> </a:t>
            </a:r>
            <a:r>
              <a:rPr lang="nb-NO" noProof="0" err="1"/>
              <a:t>subtitle</a:t>
            </a:r>
            <a:r>
              <a:rPr lang="nb-NO" noProof="0"/>
              <a:t>, date and presenter</a:t>
            </a:r>
          </a:p>
        </p:txBody>
      </p:sp>
      <p:pic>
        <p:nvPicPr>
          <p:cNvPr id="39" name="Picture 7">
            <a:extLst>
              <a:ext uri="{FF2B5EF4-FFF2-40B4-BE49-F238E27FC236}">
                <a16:creationId xmlns:a16="http://schemas.microsoft.com/office/drawing/2014/main" id="{0157A21E-843C-47D9-9FED-931B78DA68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1500" y="321469"/>
            <a:ext cx="1645920" cy="239406"/>
          </a:xfrm>
          <a:prstGeom prst="rect">
            <a:avLst/>
          </a:prstGeom>
        </p:spPr>
      </p:pic>
    </p:spTree>
    <p:extLst>
      <p:ext uri="{BB962C8B-B14F-4D97-AF65-F5344CB8AC3E}">
        <p14:creationId xmlns:p14="http://schemas.microsoft.com/office/powerpoint/2010/main" val="1544386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with Picture 3 circle beige">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5897F539-4998-4F3A-974F-8971EA9C9D05}"/>
              </a:ext>
            </a:extLst>
          </p:cNvPr>
          <p:cNvSpPr/>
          <p:nvPr/>
        </p:nvSpPr>
        <p:spPr>
          <a:xfrm>
            <a:off x="0" y="836501"/>
            <a:ext cx="9143999" cy="43069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grpSp>
        <p:nvGrpSpPr>
          <p:cNvPr id="115" name="Gruppe 114">
            <a:extLst>
              <a:ext uri="{FF2B5EF4-FFF2-40B4-BE49-F238E27FC236}">
                <a16:creationId xmlns:a16="http://schemas.microsoft.com/office/drawing/2014/main" id="{41E97E57-5157-4765-A889-FD768F44AD8B}"/>
              </a:ext>
            </a:extLst>
          </p:cNvPr>
          <p:cNvGrpSpPr/>
          <p:nvPr/>
        </p:nvGrpSpPr>
        <p:grpSpPr>
          <a:xfrm>
            <a:off x="0" y="5297788"/>
            <a:ext cx="9144000" cy="180000"/>
            <a:chOff x="0" y="5297788"/>
            <a:chExt cx="9144000" cy="372979"/>
          </a:xfrm>
        </p:grpSpPr>
        <p:cxnSp>
          <p:nvCxnSpPr>
            <p:cNvPr id="116" name="Rett linje 115">
              <a:extLst>
                <a:ext uri="{FF2B5EF4-FFF2-40B4-BE49-F238E27FC236}">
                  <a16:creationId xmlns:a16="http://schemas.microsoft.com/office/drawing/2014/main" id="{CB4EC828-AA64-4B3B-BA7F-3939F0DDCC1D}"/>
                </a:ext>
              </a:extLst>
            </p:cNvPr>
            <p:cNvCxnSpPr/>
            <p:nvPr/>
          </p:nvCxnSpPr>
          <p:spPr>
            <a:xfrm>
              <a:off x="9144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7" name="Rett linje 116">
              <a:extLst>
                <a:ext uri="{FF2B5EF4-FFF2-40B4-BE49-F238E27FC236}">
                  <a16:creationId xmlns:a16="http://schemas.microsoft.com/office/drawing/2014/main" id="{FC708BC3-AF6A-4C2A-A040-E7D2584F5679}"/>
                </a:ext>
              </a:extLst>
            </p:cNvPr>
            <p:cNvCxnSpPr/>
            <p:nvPr/>
          </p:nvCxnSpPr>
          <p:spPr>
            <a:xfrm>
              <a:off x="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8" name="Rett linje 117">
              <a:extLst>
                <a:ext uri="{FF2B5EF4-FFF2-40B4-BE49-F238E27FC236}">
                  <a16:creationId xmlns:a16="http://schemas.microsoft.com/office/drawing/2014/main" id="{6116CDD8-8FA0-499C-8024-98736A2A45BE}"/>
                </a:ext>
              </a:extLst>
            </p:cNvPr>
            <p:cNvCxnSpPr/>
            <p:nvPr/>
          </p:nvCxnSpPr>
          <p:spPr>
            <a:xfrm>
              <a:off x="4572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9" name="Rett linje 118">
              <a:extLst>
                <a:ext uri="{FF2B5EF4-FFF2-40B4-BE49-F238E27FC236}">
                  <a16:creationId xmlns:a16="http://schemas.microsoft.com/office/drawing/2014/main" id="{F87D2C52-DF01-487F-94E1-3B4808498D4C}"/>
                </a:ext>
              </a:extLst>
            </p:cNvPr>
            <p:cNvCxnSpPr/>
            <p:nvPr/>
          </p:nvCxnSpPr>
          <p:spPr>
            <a:xfrm>
              <a:off x="6858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0" name="Rett linje 119">
              <a:extLst>
                <a:ext uri="{FF2B5EF4-FFF2-40B4-BE49-F238E27FC236}">
                  <a16:creationId xmlns:a16="http://schemas.microsoft.com/office/drawing/2014/main" id="{D23653C0-3C9E-4DC9-9B20-7CB67F5F9553}"/>
                </a:ext>
              </a:extLst>
            </p:cNvPr>
            <p:cNvCxnSpPr/>
            <p:nvPr/>
          </p:nvCxnSpPr>
          <p:spPr>
            <a:xfrm>
              <a:off x="2286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1" name="Rett linje 120">
              <a:extLst>
                <a:ext uri="{FF2B5EF4-FFF2-40B4-BE49-F238E27FC236}">
                  <a16:creationId xmlns:a16="http://schemas.microsoft.com/office/drawing/2014/main" id="{2BD9608F-579A-4E69-946E-738146576D95}"/>
                </a:ext>
              </a:extLst>
            </p:cNvPr>
            <p:cNvCxnSpPr/>
            <p:nvPr/>
          </p:nvCxnSpPr>
          <p:spPr>
            <a:xfrm>
              <a:off x="8001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2" name="Rett linje 121">
              <a:extLst>
                <a:ext uri="{FF2B5EF4-FFF2-40B4-BE49-F238E27FC236}">
                  <a16:creationId xmlns:a16="http://schemas.microsoft.com/office/drawing/2014/main" id="{7C61F4DE-2E50-462D-A392-B853CA21D799}"/>
                </a:ext>
              </a:extLst>
            </p:cNvPr>
            <p:cNvCxnSpPr/>
            <p:nvPr/>
          </p:nvCxnSpPr>
          <p:spPr>
            <a:xfrm>
              <a:off x="5715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3" name="Rett linje 122">
              <a:extLst>
                <a:ext uri="{FF2B5EF4-FFF2-40B4-BE49-F238E27FC236}">
                  <a16:creationId xmlns:a16="http://schemas.microsoft.com/office/drawing/2014/main" id="{C04DF60F-3682-4D29-A6CE-7D6AAA8FA5CC}"/>
                </a:ext>
              </a:extLst>
            </p:cNvPr>
            <p:cNvCxnSpPr/>
            <p:nvPr/>
          </p:nvCxnSpPr>
          <p:spPr>
            <a:xfrm>
              <a:off x="3429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4" name="Rett linje 123">
              <a:extLst>
                <a:ext uri="{FF2B5EF4-FFF2-40B4-BE49-F238E27FC236}">
                  <a16:creationId xmlns:a16="http://schemas.microsoft.com/office/drawing/2014/main" id="{E042CA0E-47DC-47FC-897F-70F70BFB366F}"/>
                </a:ext>
              </a:extLst>
            </p:cNvPr>
            <p:cNvCxnSpPr/>
            <p:nvPr/>
          </p:nvCxnSpPr>
          <p:spPr>
            <a:xfrm>
              <a:off x="1143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5" name="Rett linje 124">
              <a:extLst>
                <a:ext uri="{FF2B5EF4-FFF2-40B4-BE49-F238E27FC236}">
                  <a16:creationId xmlns:a16="http://schemas.microsoft.com/office/drawing/2014/main" id="{3863232C-D53F-48D6-A0E7-CC9B4C60E264}"/>
                </a:ext>
              </a:extLst>
            </p:cNvPr>
            <p:cNvCxnSpPr/>
            <p:nvPr/>
          </p:nvCxnSpPr>
          <p:spPr>
            <a:xfrm>
              <a:off x="8572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6" name="Rett linje 125">
              <a:extLst>
                <a:ext uri="{FF2B5EF4-FFF2-40B4-BE49-F238E27FC236}">
                  <a16:creationId xmlns:a16="http://schemas.microsoft.com/office/drawing/2014/main" id="{6275ADF1-B804-49A7-96BE-70D8AFECB88C}"/>
                </a:ext>
              </a:extLst>
            </p:cNvPr>
            <p:cNvCxnSpPr/>
            <p:nvPr/>
          </p:nvCxnSpPr>
          <p:spPr>
            <a:xfrm>
              <a:off x="7429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7" name="Rett linje 126">
              <a:extLst>
                <a:ext uri="{FF2B5EF4-FFF2-40B4-BE49-F238E27FC236}">
                  <a16:creationId xmlns:a16="http://schemas.microsoft.com/office/drawing/2014/main" id="{6A12681A-6F23-4F31-ACA4-1A2E0006D537}"/>
                </a:ext>
              </a:extLst>
            </p:cNvPr>
            <p:cNvCxnSpPr/>
            <p:nvPr/>
          </p:nvCxnSpPr>
          <p:spPr>
            <a:xfrm>
              <a:off x="6286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8" name="Rett linje 127">
              <a:extLst>
                <a:ext uri="{FF2B5EF4-FFF2-40B4-BE49-F238E27FC236}">
                  <a16:creationId xmlns:a16="http://schemas.microsoft.com/office/drawing/2014/main" id="{6CC3DE73-64F8-4D3E-B3A9-935C5F8AA878}"/>
                </a:ext>
              </a:extLst>
            </p:cNvPr>
            <p:cNvCxnSpPr/>
            <p:nvPr/>
          </p:nvCxnSpPr>
          <p:spPr>
            <a:xfrm>
              <a:off x="5143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9" name="Rett linje 128">
              <a:extLst>
                <a:ext uri="{FF2B5EF4-FFF2-40B4-BE49-F238E27FC236}">
                  <a16:creationId xmlns:a16="http://schemas.microsoft.com/office/drawing/2014/main" id="{FAC273D9-8153-4188-B7CA-F30670E78B13}"/>
                </a:ext>
              </a:extLst>
            </p:cNvPr>
            <p:cNvCxnSpPr/>
            <p:nvPr/>
          </p:nvCxnSpPr>
          <p:spPr>
            <a:xfrm>
              <a:off x="4000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0" name="Rett linje 129">
              <a:extLst>
                <a:ext uri="{FF2B5EF4-FFF2-40B4-BE49-F238E27FC236}">
                  <a16:creationId xmlns:a16="http://schemas.microsoft.com/office/drawing/2014/main" id="{916C3980-C8A1-45C7-AA35-A88DD771F2A1}"/>
                </a:ext>
              </a:extLst>
            </p:cNvPr>
            <p:cNvCxnSpPr/>
            <p:nvPr/>
          </p:nvCxnSpPr>
          <p:spPr>
            <a:xfrm>
              <a:off x="2857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1" name="Rett linje 130">
              <a:extLst>
                <a:ext uri="{FF2B5EF4-FFF2-40B4-BE49-F238E27FC236}">
                  <a16:creationId xmlns:a16="http://schemas.microsoft.com/office/drawing/2014/main" id="{E99AC163-1D5E-4BFA-BE31-B64B3B6121BF}"/>
                </a:ext>
              </a:extLst>
            </p:cNvPr>
            <p:cNvCxnSpPr/>
            <p:nvPr/>
          </p:nvCxnSpPr>
          <p:spPr>
            <a:xfrm>
              <a:off x="1714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Rett linje 131">
              <a:extLst>
                <a:ext uri="{FF2B5EF4-FFF2-40B4-BE49-F238E27FC236}">
                  <a16:creationId xmlns:a16="http://schemas.microsoft.com/office/drawing/2014/main" id="{E1A62F24-69EB-4117-B6FE-6407220526C9}"/>
                </a:ext>
              </a:extLst>
            </p:cNvPr>
            <p:cNvCxnSpPr/>
            <p:nvPr/>
          </p:nvCxnSpPr>
          <p:spPr>
            <a:xfrm>
              <a:off x="571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33" name="Gruppe 132">
            <a:extLst>
              <a:ext uri="{FF2B5EF4-FFF2-40B4-BE49-F238E27FC236}">
                <a16:creationId xmlns:a16="http://schemas.microsoft.com/office/drawing/2014/main" id="{DD3A4283-61B4-4CE7-98B3-DD15277A1CA4}"/>
              </a:ext>
            </a:extLst>
          </p:cNvPr>
          <p:cNvGrpSpPr/>
          <p:nvPr/>
        </p:nvGrpSpPr>
        <p:grpSpPr>
          <a:xfrm>
            <a:off x="-339073" y="1"/>
            <a:ext cx="180000" cy="4246200"/>
            <a:chOff x="-583532" y="1"/>
            <a:chExt cx="372980" cy="4246200"/>
          </a:xfrm>
        </p:grpSpPr>
        <p:cxnSp>
          <p:nvCxnSpPr>
            <p:cNvPr id="166" name="Rett linje 165">
              <a:extLst>
                <a:ext uri="{FF2B5EF4-FFF2-40B4-BE49-F238E27FC236}">
                  <a16:creationId xmlns:a16="http://schemas.microsoft.com/office/drawing/2014/main" id="{AE79378C-6DE6-4A62-A57A-8ADA616F5468}"/>
                </a:ext>
              </a:extLst>
            </p:cNvPr>
            <p:cNvCxnSpPr>
              <a:cxnSpLocks/>
            </p:cNvCxnSpPr>
            <p:nvPr/>
          </p:nvCxnSpPr>
          <p:spPr>
            <a:xfrm rot="16200000">
              <a:off x="-397042" y="-186489"/>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69" name="Rett linje 168">
              <a:extLst>
                <a:ext uri="{FF2B5EF4-FFF2-40B4-BE49-F238E27FC236}">
                  <a16:creationId xmlns:a16="http://schemas.microsoft.com/office/drawing/2014/main" id="{DA872C10-59C3-4434-A633-E66C99353B11}"/>
                </a:ext>
              </a:extLst>
            </p:cNvPr>
            <p:cNvCxnSpPr>
              <a:cxnSpLocks/>
            </p:cNvCxnSpPr>
            <p:nvPr/>
          </p:nvCxnSpPr>
          <p:spPr>
            <a:xfrm rot="16200000">
              <a:off x="-397042" y="2239911"/>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0" name="Rett linje 169">
              <a:extLst>
                <a:ext uri="{FF2B5EF4-FFF2-40B4-BE49-F238E27FC236}">
                  <a16:creationId xmlns:a16="http://schemas.microsoft.com/office/drawing/2014/main" id="{71B24215-F01A-485B-A939-3F00F3A22D33}"/>
                </a:ext>
              </a:extLst>
            </p:cNvPr>
            <p:cNvCxnSpPr>
              <a:cxnSpLocks/>
            </p:cNvCxnSpPr>
            <p:nvPr/>
          </p:nvCxnSpPr>
          <p:spPr>
            <a:xfrm rot="16200000">
              <a:off x="-318552" y="1105201"/>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1" name="Rett linje 170">
              <a:extLst>
                <a:ext uri="{FF2B5EF4-FFF2-40B4-BE49-F238E27FC236}">
                  <a16:creationId xmlns:a16="http://schemas.microsoft.com/office/drawing/2014/main" id="{ADCFBA45-D34E-4289-B179-5626BD5E2E81}"/>
                </a:ext>
              </a:extLst>
            </p:cNvPr>
            <p:cNvCxnSpPr>
              <a:cxnSpLocks/>
            </p:cNvCxnSpPr>
            <p:nvPr/>
          </p:nvCxnSpPr>
          <p:spPr>
            <a:xfrm rot="16200000">
              <a:off x="-318552" y="3531601"/>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2" name="Rett linje 171">
              <a:extLst>
                <a:ext uri="{FF2B5EF4-FFF2-40B4-BE49-F238E27FC236}">
                  <a16:creationId xmlns:a16="http://schemas.microsoft.com/office/drawing/2014/main" id="{C8991031-407D-4BDF-A817-F5AE7F4EAEA1}"/>
                </a:ext>
              </a:extLst>
            </p:cNvPr>
            <p:cNvCxnSpPr>
              <a:cxnSpLocks/>
            </p:cNvCxnSpPr>
            <p:nvPr/>
          </p:nvCxnSpPr>
          <p:spPr>
            <a:xfrm rot="16200000">
              <a:off x="-300553" y="5166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73" name="Rett linje 172">
              <a:extLst>
                <a:ext uri="{FF2B5EF4-FFF2-40B4-BE49-F238E27FC236}">
                  <a16:creationId xmlns:a16="http://schemas.microsoft.com/office/drawing/2014/main" id="{7610412E-A155-4674-8251-7706FBEE8D0F}"/>
                </a:ext>
              </a:extLst>
            </p:cNvPr>
            <p:cNvCxnSpPr>
              <a:cxnSpLocks/>
            </p:cNvCxnSpPr>
            <p:nvPr/>
          </p:nvCxnSpPr>
          <p:spPr>
            <a:xfrm rot="16200000">
              <a:off x="-300552" y="17298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74" name="Rett linje 173">
              <a:extLst>
                <a:ext uri="{FF2B5EF4-FFF2-40B4-BE49-F238E27FC236}">
                  <a16:creationId xmlns:a16="http://schemas.microsoft.com/office/drawing/2014/main" id="{B43C8BAA-7CFD-4FF4-A348-82C4B4D4433E}"/>
                </a:ext>
              </a:extLst>
            </p:cNvPr>
            <p:cNvCxnSpPr>
              <a:cxnSpLocks/>
            </p:cNvCxnSpPr>
            <p:nvPr/>
          </p:nvCxnSpPr>
          <p:spPr>
            <a:xfrm rot="16200000">
              <a:off x="-300552" y="29430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75" name="Rett linje 174">
              <a:extLst>
                <a:ext uri="{FF2B5EF4-FFF2-40B4-BE49-F238E27FC236}">
                  <a16:creationId xmlns:a16="http://schemas.microsoft.com/office/drawing/2014/main" id="{2223CED3-2D78-4D56-9B33-66CAD9F8948A}"/>
                </a:ext>
              </a:extLst>
            </p:cNvPr>
            <p:cNvCxnSpPr>
              <a:cxnSpLocks/>
            </p:cNvCxnSpPr>
            <p:nvPr/>
          </p:nvCxnSpPr>
          <p:spPr>
            <a:xfrm rot="16200000">
              <a:off x="-300552" y="41562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sp>
        <p:nvSpPr>
          <p:cNvPr id="52" name="Title 1">
            <a:extLst>
              <a:ext uri="{FF2B5EF4-FFF2-40B4-BE49-F238E27FC236}">
                <a16:creationId xmlns:a16="http://schemas.microsoft.com/office/drawing/2014/main" id="{D9CC3CC4-9519-4F39-AF45-4B0686864F56}"/>
              </a:ext>
            </a:extLst>
          </p:cNvPr>
          <p:cNvSpPr>
            <a:spLocks noGrp="1"/>
          </p:cNvSpPr>
          <p:nvPr>
            <p:ph type="ctrTitle" hasCustomPrompt="1"/>
          </p:nvPr>
        </p:nvSpPr>
        <p:spPr>
          <a:xfrm>
            <a:off x="999133" y="837900"/>
            <a:ext cx="4306172" cy="4305600"/>
          </a:xfrm>
          <a:prstGeom prst="ellipse">
            <a:avLst/>
          </a:prstGeom>
          <a:solidFill>
            <a:schemeClr val="accent5"/>
          </a:solidFill>
        </p:spPr>
        <p:txBody>
          <a:bodyPr lIns="180000" tIns="540000" rIns="180000" bIns="540000" anchor="t">
            <a:normAutofit/>
          </a:bodyPr>
          <a:lstStyle>
            <a:lvl1pPr algn="ctr">
              <a:lnSpc>
                <a:spcPct val="100000"/>
              </a:lnSpc>
              <a:defRPr sz="2500">
                <a:solidFill>
                  <a:schemeClr val="bg1"/>
                </a:solidFill>
                <a:latin typeface="+mj-lt"/>
                <a:cs typeface="Calibri" panose="020F0502020204030204" pitchFamily="34" charset="0"/>
              </a:defRPr>
            </a:lvl1pPr>
          </a:lstStyle>
          <a:p>
            <a:r>
              <a:rPr lang="nb-NO" noProof="0" err="1"/>
              <a:t>Click</a:t>
            </a:r>
            <a:r>
              <a:rPr lang="nb-NO" noProof="0"/>
              <a:t> to </a:t>
            </a:r>
            <a:r>
              <a:rPr lang="nb-NO" noProof="0" err="1"/>
              <a:t>add</a:t>
            </a:r>
            <a:r>
              <a:rPr lang="nb-NO" noProof="0"/>
              <a:t> </a:t>
            </a:r>
            <a:r>
              <a:rPr lang="nb-NO" noProof="0" err="1"/>
              <a:t>title</a:t>
            </a:r>
            <a:endParaRPr lang="nb-NO" noProof="0"/>
          </a:p>
        </p:txBody>
      </p:sp>
      <p:sp>
        <p:nvSpPr>
          <p:cNvPr id="4" name="Plassholder for tekst 3">
            <a:extLst>
              <a:ext uri="{FF2B5EF4-FFF2-40B4-BE49-F238E27FC236}">
                <a16:creationId xmlns:a16="http://schemas.microsoft.com/office/drawing/2014/main" id="{CCF5EDEC-7BE2-4E2E-A936-F04462A3D2AE}"/>
              </a:ext>
            </a:extLst>
          </p:cNvPr>
          <p:cNvSpPr>
            <a:spLocks noGrp="1"/>
          </p:cNvSpPr>
          <p:nvPr>
            <p:ph type="body" sz="quarter" idx="15" hasCustomPrompt="1"/>
          </p:nvPr>
        </p:nvSpPr>
        <p:spPr>
          <a:xfrm>
            <a:off x="2004930" y="4244315"/>
            <a:ext cx="2305878" cy="398195"/>
          </a:xfrm>
        </p:spPr>
        <p:txBody>
          <a:bodyPr anchor="t" anchorCtr="0">
            <a:normAutofit/>
          </a:bodyPr>
          <a:lstStyle>
            <a:lvl1pPr marL="0" indent="0" algn="ctr">
              <a:buNone/>
              <a:defRPr sz="1200">
                <a:solidFill>
                  <a:schemeClr val="bg1"/>
                </a:solidFill>
              </a:defRPr>
            </a:lvl1pPr>
          </a:lstStyle>
          <a:p>
            <a:r>
              <a:rPr lang="nb-NO" noProof="0" err="1"/>
              <a:t>Click</a:t>
            </a:r>
            <a:r>
              <a:rPr lang="nb-NO" noProof="0"/>
              <a:t> to </a:t>
            </a:r>
            <a:r>
              <a:rPr lang="nb-NO" noProof="0" err="1"/>
              <a:t>add</a:t>
            </a:r>
            <a:r>
              <a:rPr lang="nb-NO" noProof="0"/>
              <a:t> </a:t>
            </a:r>
            <a:r>
              <a:rPr lang="nb-NO" noProof="0" err="1"/>
              <a:t>subtitle</a:t>
            </a:r>
            <a:r>
              <a:rPr lang="nb-NO" noProof="0"/>
              <a:t>, date and presenter</a:t>
            </a:r>
          </a:p>
        </p:txBody>
      </p:sp>
      <p:sp>
        <p:nvSpPr>
          <p:cNvPr id="39" name="Friform 38">
            <a:extLst>
              <a:ext uri="{FF2B5EF4-FFF2-40B4-BE49-F238E27FC236}">
                <a16:creationId xmlns:a16="http://schemas.microsoft.com/office/drawing/2014/main" id="{04DD660F-55F5-D349-B4A8-09F41F30CC11}"/>
              </a:ext>
            </a:extLst>
          </p:cNvPr>
          <p:cNvSpPr>
            <a:spLocks noGrp="1"/>
          </p:cNvSpPr>
          <p:nvPr>
            <p:ph type="pic" sz="quarter" idx="13" hasCustomPrompt="1"/>
          </p:nvPr>
        </p:nvSpPr>
        <p:spPr>
          <a:xfrm>
            <a:off x="3279964" y="837900"/>
            <a:ext cx="5870536" cy="4305600"/>
          </a:xfrm>
          <a:custGeom>
            <a:avLst/>
            <a:gdLst>
              <a:gd name="connsiteX0" fmla="*/ 0 w 5870536"/>
              <a:gd name="connsiteY0" fmla="*/ 0 h 4305600"/>
              <a:gd name="connsiteX1" fmla="*/ 5870536 w 5870536"/>
              <a:gd name="connsiteY1" fmla="*/ 0 h 4305600"/>
              <a:gd name="connsiteX2" fmla="*/ 5870536 w 5870536"/>
              <a:gd name="connsiteY2" fmla="*/ 4305600 h 4305600"/>
              <a:gd name="connsiteX3" fmla="*/ 0 w 5870536"/>
              <a:gd name="connsiteY3" fmla="*/ 4305600 h 4305600"/>
              <a:gd name="connsiteX4" fmla="*/ 0 w 5870536"/>
              <a:gd name="connsiteY4" fmla="*/ 4299135 h 4305600"/>
              <a:gd name="connsiteX5" fmla="*/ 92081 w 5870536"/>
              <a:gd name="connsiteY5" fmla="*/ 4294486 h 4305600"/>
              <a:gd name="connsiteX6" fmla="*/ 2024769 w 5870536"/>
              <a:gd name="connsiteY6" fmla="*/ 2152800 h 4305600"/>
              <a:gd name="connsiteX7" fmla="*/ 92081 w 5870536"/>
              <a:gd name="connsiteY7" fmla="*/ 11115 h 4305600"/>
              <a:gd name="connsiteX8" fmla="*/ 0 w 5870536"/>
              <a:gd name="connsiteY8" fmla="*/ 6465 h 430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0536" h="4305600">
                <a:moveTo>
                  <a:pt x="0" y="0"/>
                </a:moveTo>
                <a:lnTo>
                  <a:pt x="5870536" y="0"/>
                </a:lnTo>
                <a:lnTo>
                  <a:pt x="5870536" y="4305600"/>
                </a:lnTo>
                <a:lnTo>
                  <a:pt x="0" y="4305600"/>
                </a:lnTo>
                <a:lnTo>
                  <a:pt x="0" y="4299135"/>
                </a:lnTo>
                <a:lnTo>
                  <a:pt x="92081" y="4294486"/>
                </a:lnTo>
                <a:cubicBezTo>
                  <a:pt x="1177643" y="4184241"/>
                  <a:pt x="2024769" y="3267449"/>
                  <a:pt x="2024769" y="2152800"/>
                </a:cubicBezTo>
                <a:cubicBezTo>
                  <a:pt x="2024769" y="1038151"/>
                  <a:pt x="1177643" y="121360"/>
                  <a:pt x="92081" y="11115"/>
                </a:cubicBezTo>
                <a:lnTo>
                  <a:pt x="0" y="6465"/>
                </a:lnTo>
                <a:close/>
              </a:path>
            </a:pathLst>
          </a:custGeom>
          <a:solidFill>
            <a:schemeClr val="accent1"/>
          </a:solidFill>
        </p:spPr>
        <p:txBody>
          <a:bodyPr wrap="square" lIns="2160000" tIns="360000" rIns="720000" anchor="t" anchorCtr="1">
            <a:noAutofit/>
          </a:bodyPr>
          <a:lstStyle>
            <a:lvl1pPr marL="0" marR="0" indent="0" algn="r" defTabSz="457200" rtl="0" eaLnBrk="1" fontAlgn="auto" latinLnBrk="0" hangingPunct="1">
              <a:lnSpc>
                <a:spcPct val="100000"/>
              </a:lnSpc>
              <a:spcBef>
                <a:spcPts val="1200"/>
              </a:spcBef>
              <a:spcAft>
                <a:spcPts val="0"/>
              </a:spcAft>
              <a:buClr>
                <a:schemeClr val="tx2"/>
              </a:buClr>
              <a:buSzTx/>
              <a:buFont typeface="Arial"/>
              <a:buNone/>
              <a:tabLst/>
              <a:defRPr sz="900" baseline="0">
                <a:solidFill>
                  <a:schemeClr val="tx1"/>
                </a:solidFill>
              </a:defRPr>
            </a:lvl1pPr>
          </a:lstStyle>
          <a:p>
            <a:pPr marL="0" marR="0" lvl="0" indent="0" algn="l" defTabSz="457200" rtl="0" eaLnBrk="1" fontAlgn="auto" latinLnBrk="0" hangingPunct="1">
              <a:lnSpc>
                <a:spcPct val="100000"/>
              </a:lnSpc>
              <a:spcBef>
                <a:spcPts val="1200"/>
              </a:spcBef>
              <a:spcAft>
                <a:spcPts val="0"/>
              </a:spcAft>
              <a:buClr>
                <a:schemeClr val="tx2"/>
              </a:buClr>
              <a:buSzTx/>
              <a:buFont typeface="Arial"/>
              <a:buNone/>
              <a:tabLst/>
              <a:defRPr/>
            </a:pPr>
            <a:r>
              <a:rPr lang="nb-NO" err="1"/>
              <a:t>Add</a:t>
            </a:r>
            <a:r>
              <a:rPr lang="nb-NO"/>
              <a:t> </a:t>
            </a:r>
            <a:r>
              <a:rPr lang="nb-NO" err="1"/>
              <a:t>picture</a:t>
            </a:r>
            <a:r>
              <a:rPr lang="nb-NO"/>
              <a:t> by drag &amp; </a:t>
            </a:r>
            <a:r>
              <a:rPr lang="nb-NO" err="1"/>
              <a:t>drop</a:t>
            </a:r>
            <a:r>
              <a:rPr lang="nb-NO"/>
              <a:t> or </a:t>
            </a:r>
            <a:r>
              <a:rPr lang="nb-NO" err="1"/>
              <a:t>insert</a:t>
            </a:r>
            <a:r>
              <a:rPr lang="nb-NO"/>
              <a:t> </a:t>
            </a:r>
            <a:r>
              <a:rPr lang="nb-NO" err="1"/>
              <a:t>picture</a:t>
            </a:r>
            <a:r>
              <a:rPr lang="nb-NO"/>
              <a:t>. </a:t>
            </a:r>
            <a:r>
              <a:rPr lang="nb-NO" noProof="1"/>
              <a:t>Use picture tools to adjust.</a:t>
            </a:r>
          </a:p>
        </p:txBody>
      </p:sp>
      <p:pic>
        <p:nvPicPr>
          <p:cNvPr id="41" name="Picture 7">
            <a:extLst>
              <a:ext uri="{FF2B5EF4-FFF2-40B4-BE49-F238E27FC236}">
                <a16:creationId xmlns:a16="http://schemas.microsoft.com/office/drawing/2014/main" id="{7134585D-7D89-499D-AE4A-08D66B6839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1500" y="321469"/>
            <a:ext cx="1645920" cy="239406"/>
          </a:xfrm>
          <a:prstGeom prst="rect">
            <a:avLst/>
          </a:prstGeom>
        </p:spPr>
      </p:pic>
    </p:spTree>
    <p:extLst>
      <p:ext uri="{BB962C8B-B14F-4D97-AF65-F5344CB8AC3E}">
        <p14:creationId xmlns:p14="http://schemas.microsoft.com/office/powerpoint/2010/main" val="3033649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4 circle transparent">
    <p:spTree>
      <p:nvGrpSpPr>
        <p:cNvPr id="1" name=""/>
        <p:cNvGrpSpPr/>
        <p:nvPr/>
      </p:nvGrpSpPr>
      <p:grpSpPr>
        <a:xfrm>
          <a:off x="0" y="0"/>
          <a:ext cx="0" cy="0"/>
          <a:chOff x="0" y="0"/>
          <a:chExt cx="0" cy="0"/>
        </a:xfrm>
      </p:grpSpPr>
      <p:sp>
        <p:nvSpPr>
          <p:cNvPr id="107" name="Plassholder for bilde 68">
            <a:extLst>
              <a:ext uri="{FF2B5EF4-FFF2-40B4-BE49-F238E27FC236}">
                <a16:creationId xmlns:a16="http://schemas.microsoft.com/office/drawing/2014/main" id="{2D72BCA1-2054-40FB-9E68-F6EC5885D031}"/>
              </a:ext>
            </a:extLst>
          </p:cNvPr>
          <p:cNvSpPr>
            <a:spLocks noGrp="1"/>
          </p:cNvSpPr>
          <p:nvPr>
            <p:ph type="pic" sz="quarter" idx="13" hasCustomPrompt="1"/>
          </p:nvPr>
        </p:nvSpPr>
        <p:spPr>
          <a:xfrm>
            <a:off x="1" y="843207"/>
            <a:ext cx="9150500" cy="4300289"/>
          </a:xfrm>
          <a:prstGeom prst="rect">
            <a:avLst/>
          </a:prstGeom>
          <a:solidFill>
            <a:schemeClr val="accent1"/>
          </a:solidFill>
        </p:spPr>
        <p:txBody>
          <a:bodyPr wrap="square" lIns="5760000" tIns="360000" rIns="360000">
            <a:noAutofit/>
          </a:bodyPr>
          <a:lstStyle>
            <a:lvl1pPr marL="0" marR="0" indent="0" algn="just" defTabSz="457200" rtl="0" eaLnBrk="1" fontAlgn="auto" latinLnBrk="0" hangingPunct="1">
              <a:lnSpc>
                <a:spcPct val="100000"/>
              </a:lnSpc>
              <a:spcBef>
                <a:spcPts val="1200"/>
              </a:spcBef>
              <a:spcAft>
                <a:spcPts val="0"/>
              </a:spcAft>
              <a:buClr>
                <a:schemeClr val="tx2"/>
              </a:buClr>
              <a:buSzTx/>
              <a:buFont typeface="Arial"/>
              <a:buNone/>
              <a:tabLst/>
              <a:defRPr sz="900" baseline="0">
                <a:solidFill>
                  <a:schemeClr val="tx1"/>
                </a:solidFill>
              </a:defRPr>
            </a:lvl1pPr>
          </a:lstStyle>
          <a:p>
            <a:pPr marL="0" marR="0" lvl="0" indent="0" algn="l" defTabSz="457200" rtl="0" eaLnBrk="1" fontAlgn="auto" latinLnBrk="0" hangingPunct="1">
              <a:lnSpc>
                <a:spcPct val="100000"/>
              </a:lnSpc>
              <a:spcBef>
                <a:spcPts val="1200"/>
              </a:spcBef>
              <a:spcAft>
                <a:spcPts val="0"/>
              </a:spcAft>
              <a:buClr>
                <a:schemeClr val="tx2"/>
              </a:buClr>
              <a:buSzTx/>
              <a:buFont typeface="Arial"/>
              <a:buNone/>
              <a:tabLst/>
              <a:defRPr/>
            </a:pPr>
            <a:r>
              <a:rPr lang="nb-NO" err="1"/>
              <a:t>Add</a:t>
            </a:r>
            <a:r>
              <a:rPr lang="nb-NO"/>
              <a:t> </a:t>
            </a:r>
            <a:r>
              <a:rPr lang="nb-NO" err="1"/>
              <a:t>picture</a:t>
            </a:r>
            <a:r>
              <a:rPr lang="nb-NO"/>
              <a:t> by drag &amp; </a:t>
            </a:r>
            <a:r>
              <a:rPr lang="nb-NO" err="1"/>
              <a:t>drop</a:t>
            </a:r>
            <a:r>
              <a:rPr lang="nb-NO"/>
              <a:t> or </a:t>
            </a:r>
            <a:r>
              <a:rPr lang="nb-NO" err="1"/>
              <a:t>insert</a:t>
            </a:r>
            <a:r>
              <a:rPr lang="nb-NO"/>
              <a:t> </a:t>
            </a:r>
            <a:r>
              <a:rPr lang="nb-NO" err="1"/>
              <a:t>picture</a:t>
            </a:r>
            <a:r>
              <a:rPr lang="nb-NO"/>
              <a:t>. </a:t>
            </a:r>
            <a:r>
              <a:rPr lang="nb-NO" noProof="1"/>
              <a:t>Use picture tools to adjust. </a:t>
            </a:r>
          </a:p>
          <a:p>
            <a:r>
              <a:rPr lang="nb-NO" noProof="1"/>
              <a:t> </a:t>
            </a:r>
          </a:p>
        </p:txBody>
      </p:sp>
      <p:grpSp>
        <p:nvGrpSpPr>
          <p:cNvPr id="110" name="Gruppe 109">
            <a:extLst>
              <a:ext uri="{FF2B5EF4-FFF2-40B4-BE49-F238E27FC236}">
                <a16:creationId xmlns:a16="http://schemas.microsoft.com/office/drawing/2014/main" id="{1B3532F1-75B2-4B89-8D54-B558D3A0381A}"/>
              </a:ext>
            </a:extLst>
          </p:cNvPr>
          <p:cNvGrpSpPr/>
          <p:nvPr/>
        </p:nvGrpSpPr>
        <p:grpSpPr>
          <a:xfrm>
            <a:off x="0" y="5297788"/>
            <a:ext cx="9144000" cy="180000"/>
            <a:chOff x="0" y="5297788"/>
            <a:chExt cx="9144000" cy="372979"/>
          </a:xfrm>
        </p:grpSpPr>
        <p:cxnSp>
          <p:nvCxnSpPr>
            <p:cNvPr id="111" name="Rett linje 110">
              <a:extLst>
                <a:ext uri="{FF2B5EF4-FFF2-40B4-BE49-F238E27FC236}">
                  <a16:creationId xmlns:a16="http://schemas.microsoft.com/office/drawing/2014/main" id="{527937BC-D6B0-49F0-86F5-A93DE3740C8B}"/>
                </a:ext>
              </a:extLst>
            </p:cNvPr>
            <p:cNvCxnSpPr/>
            <p:nvPr/>
          </p:nvCxnSpPr>
          <p:spPr>
            <a:xfrm>
              <a:off x="9144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2" name="Rett linje 111">
              <a:extLst>
                <a:ext uri="{FF2B5EF4-FFF2-40B4-BE49-F238E27FC236}">
                  <a16:creationId xmlns:a16="http://schemas.microsoft.com/office/drawing/2014/main" id="{91E1C51D-B6BE-4B47-B10A-B03BCDA0AABA}"/>
                </a:ext>
              </a:extLst>
            </p:cNvPr>
            <p:cNvCxnSpPr/>
            <p:nvPr/>
          </p:nvCxnSpPr>
          <p:spPr>
            <a:xfrm>
              <a:off x="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3" name="Rett linje 112">
              <a:extLst>
                <a:ext uri="{FF2B5EF4-FFF2-40B4-BE49-F238E27FC236}">
                  <a16:creationId xmlns:a16="http://schemas.microsoft.com/office/drawing/2014/main" id="{967F5C84-191E-457D-A864-B29EC08F0B6F}"/>
                </a:ext>
              </a:extLst>
            </p:cNvPr>
            <p:cNvCxnSpPr/>
            <p:nvPr/>
          </p:nvCxnSpPr>
          <p:spPr>
            <a:xfrm>
              <a:off x="4572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4" name="Rett linje 113">
              <a:extLst>
                <a:ext uri="{FF2B5EF4-FFF2-40B4-BE49-F238E27FC236}">
                  <a16:creationId xmlns:a16="http://schemas.microsoft.com/office/drawing/2014/main" id="{DE4F3DC6-A2E4-4567-8252-264776AF36CF}"/>
                </a:ext>
              </a:extLst>
            </p:cNvPr>
            <p:cNvCxnSpPr/>
            <p:nvPr/>
          </p:nvCxnSpPr>
          <p:spPr>
            <a:xfrm>
              <a:off x="6858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5" name="Rett linje 114">
              <a:extLst>
                <a:ext uri="{FF2B5EF4-FFF2-40B4-BE49-F238E27FC236}">
                  <a16:creationId xmlns:a16="http://schemas.microsoft.com/office/drawing/2014/main" id="{D621A3D7-7C09-4DE4-93E0-8866786801E2}"/>
                </a:ext>
              </a:extLst>
            </p:cNvPr>
            <p:cNvCxnSpPr/>
            <p:nvPr/>
          </p:nvCxnSpPr>
          <p:spPr>
            <a:xfrm>
              <a:off x="2286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6" name="Rett linje 115">
              <a:extLst>
                <a:ext uri="{FF2B5EF4-FFF2-40B4-BE49-F238E27FC236}">
                  <a16:creationId xmlns:a16="http://schemas.microsoft.com/office/drawing/2014/main" id="{A2D3573C-C4BE-4A7C-8A65-ECC0A791F821}"/>
                </a:ext>
              </a:extLst>
            </p:cNvPr>
            <p:cNvCxnSpPr/>
            <p:nvPr/>
          </p:nvCxnSpPr>
          <p:spPr>
            <a:xfrm>
              <a:off x="8001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7" name="Rett linje 116">
              <a:extLst>
                <a:ext uri="{FF2B5EF4-FFF2-40B4-BE49-F238E27FC236}">
                  <a16:creationId xmlns:a16="http://schemas.microsoft.com/office/drawing/2014/main" id="{52FB9399-120E-4F03-993D-B32CD505FC90}"/>
                </a:ext>
              </a:extLst>
            </p:cNvPr>
            <p:cNvCxnSpPr/>
            <p:nvPr/>
          </p:nvCxnSpPr>
          <p:spPr>
            <a:xfrm>
              <a:off x="5715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8" name="Rett linje 117">
              <a:extLst>
                <a:ext uri="{FF2B5EF4-FFF2-40B4-BE49-F238E27FC236}">
                  <a16:creationId xmlns:a16="http://schemas.microsoft.com/office/drawing/2014/main" id="{7E898101-6865-407F-AAA6-5CABDB47FDF2}"/>
                </a:ext>
              </a:extLst>
            </p:cNvPr>
            <p:cNvCxnSpPr/>
            <p:nvPr/>
          </p:nvCxnSpPr>
          <p:spPr>
            <a:xfrm>
              <a:off x="3429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9" name="Rett linje 118">
              <a:extLst>
                <a:ext uri="{FF2B5EF4-FFF2-40B4-BE49-F238E27FC236}">
                  <a16:creationId xmlns:a16="http://schemas.microsoft.com/office/drawing/2014/main" id="{ABB597C0-915A-4164-8A8F-11634CA3BDDD}"/>
                </a:ext>
              </a:extLst>
            </p:cNvPr>
            <p:cNvCxnSpPr/>
            <p:nvPr/>
          </p:nvCxnSpPr>
          <p:spPr>
            <a:xfrm>
              <a:off x="1143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0" name="Rett linje 119">
              <a:extLst>
                <a:ext uri="{FF2B5EF4-FFF2-40B4-BE49-F238E27FC236}">
                  <a16:creationId xmlns:a16="http://schemas.microsoft.com/office/drawing/2014/main" id="{8F63A98A-1D73-4A0C-BE12-77B597748CB4}"/>
                </a:ext>
              </a:extLst>
            </p:cNvPr>
            <p:cNvCxnSpPr/>
            <p:nvPr/>
          </p:nvCxnSpPr>
          <p:spPr>
            <a:xfrm>
              <a:off x="8572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1" name="Rett linje 120">
              <a:extLst>
                <a:ext uri="{FF2B5EF4-FFF2-40B4-BE49-F238E27FC236}">
                  <a16:creationId xmlns:a16="http://schemas.microsoft.com/office/drawing/2014/main" id="{9900E21B-838D-4A29-9FC9-6A9F8F0BF0E8}"/>
                </a:ext>
              </a:extLst>
            </p:cNvPr>
            <p:cNvCxnSpPr/>
            <p:nvPr/>
          </p:nvCxnSpPr>
          <p:spPr>
            <a:xfrm>
              <a:off x="7429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Rett linje 121">
              <a:extLst>
                <a:ext uri="{FF2B5EF4-FFF2-40B4-BE49-F238E27FC236}">
                  <a16:creationId xmlns:a16="http://schemas.microsoft.com/office/drawing/2014/main" id="{385C1CEC-E3FB-444C-B81F-AD20A2AC6ED8}"/>
                </a:ext>
              </a:extLst>
            </p:cNvPr>
            <p:cNvCxnSpPr/>
            <p:nvPr/>
          </p:nvCxnSpPr>
          <p:spPr>
            <a:xfrm>
              <a:off x="6286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3" name="Rett linje 122">
              <a:extLst>
                <a:ext uri="{FF2B5EF4-FFF2-40B4-BE49-F238E27FC236}">
                  <a16:creationId xmlns:a16="http://schemas.microsoft.com/office/drawing/2014/main" id="{83E866E0-84AB-43E4-B18A-E8C67B02D1D0}"/>
                </a:ext>
              </a:extLst>
            </p:cNvPr>
            <p:cNvCxnSpPr/>
            <p:nvPr/>
          </p:nvCxnSpPr>
          <p:spPr>
            <a:xfrm>
              <a:off x="5143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4" name="Rett linje 123">
              <a:extLst>
                <a:ext uri="{FF2B5EF4-FFF2-40B4-BE49-F238E27FC236}">
                  <a16:creationId xmlns:a16="http://schemas.microsoft.com/office/drawing/2014/main" id="{03345610-7724-433B-A6E6-E952730169C8}"/>
                </a:ext>
              </a:extLst>
            </p:cNvPr>
            <p:cNvCxnSpPr/>
            <p:nvPr/>
          </p:nvCxnSpPr>
          <p:spPr>
            <a:xfrm>
              <a:off x="4000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5" name="Rett linje 124">
              <a:extLst>
                <a:ext uri="{FF2B5EF4-FFF2-40B4-BE49-F238E27FC236}">
                  <a16:creationId xmlns:a16="http://schemas.microsoft.com/office/drawing/2014/main" id="{21E8E08D-4961-41A3-BA37-C4A85E58CB3B}"/>
                </a:ext>
              </a:extLst>
            </p:cNvPr>
            <p:cNvCxnSpPr/>
            <p:nvPr/>
          </p:nvCxnSpPr>
          <p:spPr>
            <a:xfrm>
              <a:off x="2857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6" name="Rett linje 125">
              <a:extLst>
                <a:ext uri="{FF2B5EF4-FFF2-40B4-BE49-F238E27FC236}">
                  <a16:creationId xmlns:a16="http://schemas.microsoft.com/office/drawing/2014/main" id="{42CEEA11-3C6F-419B-9A41-D98FC00664C8}"/>
                </a:ext>
              </a:extLst>
            </p:cNvPr>
            <p:cNvCxnSpPr/>
            <p:nvPr/>
          </p:nvCxnSpPr>
          <p:spPr>
            <a:xfrm>
              <a:off x="1714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7" name="Rett linje 126">
              <a:extLst>
                <a:ext uri="{FF2B5EF4-FFF2-40B4-BE49-F238E27FC236}">
                  <a16:creationId xmlns:a16="http://schemas.microsoft.com/office/drawing/2014/main" id="{3FCFEB0B-4112-4FFA-BF3C-F51CA53ED454}"/>
                </a:ext>
              </a:extLst>
            </p:cNvPr>
            <p:cNvCxnSpPr/>
            <p:nvPr/>
          </p:nvCxnSpPr>
          <p:spPr>
            <a:xfrm>
              <a:off x="571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28" name="Gruppe 127">
            <a:extLst>
              <a:ext uri="{FF2B5EF4-FFF2-40B4-BE49-F238E27FC236}">
                <a16:creationId xmlns:a16="http://schemas.microsoft.com/office/drawing/2014/main" id="{3694025E-2D26-460A-8C04-2695F577ED1A}"/>
              </a:ext>
            </a:extLst>
          </p:cNvPr>
          <p:cNvGrpSpPr/>
          <p:nvPr/>
        </p:nvGrpSpPr>
        <p:grpSpPr>
          <a:xfrm>
            <a:off x="-339073" y="1"/>
            <a:ext cx="180000" cy="4246200"/>
            <a:chOff x="-583532" y="1"/>
            <a:chExt cx="372980" cy="4246200"/>
          </a:xfrm>
        </p:grpSpPr>
        <p:cxnSp>
          <p:nvCxnSpPr>
            <p:cNvPr id="129" name="Rett linje 128">
              <a:extLst>
                <a:ext uri="{FF2B5EF4-FFF2-40B4-BE49-F238E27FC236}">
                  <a16:creationId xmlns:a16="http://schemas.microsoft.com/office/drawing/2014/main" id="{09420FB4-778D-47AD-B4F6-F02261DAE978}"/>
                </a:ext>
              </a:extLst>
            </p:cNvPr>
            <p:cNvCxnSpPr>
              <a:cxnSpLocks/>
            </p:cNvCxnSpPr>
            <p:nvPr/>
          </p:nvCxnSpPr>
          <p:spPr>
            <a:xfrm rot="16200000">
              <a:off x="-397042" y="-186489"/>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0" name="Rett linje 129">
              <a:extLst>
                <a:ext uri="{FF2B5EF4-FFF2-40B4-BE49-F238E27FC236}">
                  <a16:creationId xmlns:a16="http://schemas.microsoft.com/office/drawing/2014/main" id="{0E64E137-181E-4F59-BFC0-26B0D4553D0D}"/>
                </a:ext>
              </a:extLst>
            </p:cNvPr>
            <p:cNvCxnSpPr>
              <a:cxnSpLocks/>
            </p:cNvCxnSpPr>
            <p:nvPr/>
          </p:nvCxnSpPr>
          <p:spPr>
            <a:xfrm rot="16200000">
              <a:off x="-397042" y="2239911"/>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1" name="Rett linje 130">
              <a:extLst>
                <a:ext uri="{FF2B5EF4-FFF2-40B4-BE49-F238E27FC236}">
                  <a16:creationId xmlns:a16="http://schemas.microsoft.com/office/drawing/2014/main" id="{F2CCD71F-364D-4FCA-9957-C2AB2849C7FC}"/>
                </a:ext>
              </a:extLst>
            </p:cNvPr>
            <p:cNvCxnSpPr>
              <a:cxnSpLocks/>
            </p:cNvCxnSpPr>
            <p:nvPr/>
          </p:nvCxnSpPr>
          <p:spPr>
            <a:xfrm rot="16200000">
              <a:off x="-318552" y="1105201"/>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2" name="Rett linje 131">
              <a:extLst>
                <a:ext uri="{FF2B5EF4-FFF2-40B4-BE49-F238E27FC236}">
                  <a16:creationId xmlns:a16="http://schemas.microsoft.com/office/drawing/2014/main" id="{81327B8B-BB12-4BD4-9C1F-887ED48A5587}"/>
                </a:ext>
              </a:extLst>
            </p:cNvPr>
            <p:cNvCxnSpPr>
              <a:cxnSpLocks/>
            </p:cNvCxnSpPr>
            <p:nvPr/>
          </p:nvCxnSpPr>
          <p:spPr>
            <a:xfrm rot="16200000">
              <a:off x="-318552" y="3531601"/>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3" name="Rett linje 132">
              <a:extLst>
                <a:ext uri="{FF2B5EF4-FFF2-40B4-BE49-F238E27FC236}">
                  <a16:creationId xmlns:a16="http://schemas.microsoft.com/office/drawing/2014/main" id="{D80CC957-8B3D-4BDD-9CE5-BAB79B931129}"/>
                </a:ext>
              </a:extLst>
            </p:cNvPr>
            <p:cNvCxnSpPr>
              <a:cxnSpLocks/>
            </p:cNvCxnSpPr>
            <p:nvPr/>
          </p:nvCxnSpPr>
          <p:spPr>
            <a:xfrm rot="16200000">
              <a:off x="-300553" y="5166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4" name="Rett linje 133">
              <a:extLst>
                <a:ext uri="{FF2B5EF4-FFF2-40B4-BE49-F238E27FC236}">
                  <a16:creationId xmlns:a16="http://schemas.microsoft.com/office/drawing/2014/main" id="{1AFE4748-6AE4-4A10-A07A-5D7E444BFA43}"/>
                </a:ext>
              </a:extLst>
            </p:cNvPr>
            <p:cNvCxnSpPr>
              <a:cxnSpLocks/>
            </p:cNvCxnSpPr>
            <p:nvPr/>
          </p:nvCxnSpPr>
          <p:spPr>
            <a:xfrm rot="16200000">
              <a:off x="-300552" y="17298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5" name="Rett linje 134">
              <a:extLst>
                <a:ext uri="{FF2B5EF4-FFF2-40B4-BE49-F238E27FC236}">
                  <a16:creationId xmlns:a16="http://schemas.microsoft.com/office/drawing/2014/main" id="{5478521E-9441-4E47-9364-2EC7B3819440}"/>
                </a:ext>
              </a:extLst>
            </p:cNvPr>
            <p:cNvCxnSpPr>
              <a:cxnSpLocks/>
            </p:cNvCxnSpPr>
            <p:nvPr/>
          </p:nvCxnSpPr>
          <p:spPr>
            <a:xfrm rot="16200000">
              <a:off x="-300552" y="29430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6" name="Rett linje 135">
              <a:extLst>
                <a:ext uri="{FF2B5EF4-FFF2-40B4-BE49-F238E27FC236}">
                  <a16:creationId xmlns:a16="http://schemas.microsoft.com/office/drawing/2014/main" id="{2CDCF340-1AF5-4414-BFB0-1764E129FF35}"/>
                </a:ext>
              </a:extLst>
            </p:cNvPr>
            <p:cNvCxnSpPr>
              <a:cxnSpLocks/>
            </p:cNvCxnSpPr>
            <p:nvPr/>
          </p:nvCxnSpPr>
          <p:spPr>
            <a:xfrm rot="16200000">
              <a:off x="-300552" y="4156201"/>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sp>
        <p:nvSpPr>
          <p:cNvPr id="139" name="Title 1">
            <a:extLst>
              <a:ext uri="{FF2B5EF4-FFF2-40B4-BE49-F238E27FC236}">
                <a16:creationId xmlns:a16="http://schemas.microsoft.com/office/drawing/2014/main" id="{6A11A90F-BED1-423B-A488-9D1A82039A2A}"/>
              </a:ext>
            </a:extLst>
          </p:cNvPr>
          <p:cNvSpPr>
            <a:spLocks noGrp="1"/>
          </p:cNvSpPr>
          <p:nvPr>
            <p:ph type="ctrTitle" hasCustomPrompt="1"/>
          </p:nvPr>
        </p:nvSpPr>
        <p:spPr>
          <a:xfrm>
            <a:off x="999133" y="837900"/>
            <a:ext cx="4306172" cy="4305600"/>
          </a:xfrm>
          <a:prstGeom prst="ellipse">
            <a:avLst/>
          </a:prstGeom>
          <a:solidFill>
            <a:schemeClr val="bg1">
              <a:alpha val="60000"/>
            </a:schemeClr>
          </a:solidFill>
        </p:spPr>
        <p:txBody>
          <a:bodyPr lIns="180000" tIns="540000" rIns="180000" bIns="540000" anchor="t">
            <a:normAutofit/>
          </a:bodyPr>
          <a:lstStyle>
            <a:lvl1pPr algn="ctr">
              <a:lnSpc>
                <a:spcPct val="100000"/>
              </a:lnSpc>
              <a:defRPr sz="2500">
                <a:solidFill>
                  <a:schemeClr val="tx2"/>
                </a:solidFill>
                <a:latin typeface="+mj-lt"/>
                <a:cs typeface="Calibri" panose="020F0502020204030204" pitchFamily="34" charset="0"/>
              </a:defRPr>
            </a:lvl1pPr>
          </a:lstStyle>
          <a:p>
            <a:r>
              <a:rPr lang="nb-NO" noProof="0" err="1"/>
              <a:t>Click</a:t>
            </a:r>
            <a:r>
              <a:rPr lang="nb-NO" noProof="0"/>
              <a:t> to </a:t>
            </a:r>
            <a:r>
              <a:rPr lang="nb-NO" noProof="0" err="1"/>
              <a:t>add</a:t>
            </a:r>
            <a:r>
              <a:rPr lang="nb-NO" noProof="0"/>
              <a:t> </a:t>
            </a:r>
            <a:r>
              <a:rPr lang="nb-NO" noProof="0" err="1"/>
              <a:t>title</a:t>
            </a:r>
            <a:endParaRPr lang="nb-NO" noProof="0"/>
          </a:p>
        </p:txBody>
      </p:sp>
      <p:sp>
        <p:nvSpPr>
          <p:cNvPr id="140" name="Plassholder for tekst 3">
            <a:extLst>
              <a:ext uri="{FF2B5EF4-FFF2-40B4-BE49-F238E27FC236}">
                <a16:creationId xmlns:a16="http://schemas.microsoft.com/office/drawing/2014/main" id="{0F64306D-751C-4500-887B-BA4C098C0234}"/>
              </a:ext>
            </a:extLst>
          </p:cNvPr>
          <p:cNvSpPr>
            <a:spLocks noGrp="1"/>
          </p:cNvSpPr>
          <p:nvPr>
            <p:ph type="body" sz="quarter" idx="15" hasCustomPrompt="1"/>
          </p:nvPr>
        </p:nvSpPr>
        <p:spPr>
          <a:xfrm>
            <a:off x="2004930" y="4244315"/>
            <a:ext cx="2305878" cy="398195"/>
          </a:xfrm>
        </p:spPr>
        <p:txBody>
          <a:bodyPr anchor="t" anchorCtr="0">
            <a:normAutofit/>
          </a:bodyPr>
          <a:lstStyle>
            <a:lvl1pPr marL="0" indent="0" algn="ctr">
              <a:buNone/>
              <a:defRPr sz="1200">
                <a:solidFill>
                  <a:schemeClr val="tx2"/>
                </a:solidFill>
              </a:defRPr>
            </a:lvl1pPr>
          </a:lstStyle>
          <a:p>
            <a:r>
              <a:rPr lang="nb-NO" noProof="0" err="1"/>
              <a:t>Click</a:t>
            </a:r>
            <a:r>
              <a:rPr lang="nb-NO" noProof="0"/>
              <a:t> to </a:t>
            </a:r>
            <a:r>
              <a:rPr lang="nb-NO" noProof="0" err="1"/>
              <a:t>add</a:t>
            </a:r>
            <a:r>
              <a:rPr lang="nb-NO" noProof="0"/>
              <a:t> </a:t>
            </a:r>
            <a:r>
              <a:rPr lang="nb-NO" noProof="0" err="1"/>
              <a:t>subtitle</a:t>
            </a:r>
            <a:r>
              <a:rPr lang="nb-NO" noProof="0"/>
              <a:t>, date and presenter</a:t>
            </a:r>
          </a:p>
        </p:txBody>
      </p:sp>
      <p:pic>
        <p:nvPicPr>
          <p:cNvPr id="39" name="Picture 7">
            <a:extLst>
              <a:ext uri="{FF2B5EF4-FFF2-40B4-BE49-F238E27FC236}">
                <a16:creationId xmlns:a16="http://schemas.microsoft.com/office/drawing/2014/main" id="{D495E331-F42F-4B80-A97B-F35B5AC2FC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1500" y="321469"/>
            <a:ext cx="1645920" cy="239406"/>
          </a:xfrm>
          <a:prstGeom prst="rect">
            <a:avLst/>
          </a:prstGeom>
        </p:spPr>
      </p:pic>
    </p:spTree>
    <p:extLst>
      <p:ext uri="{BB962C8B-B14F-4D97-AF65-F5344CB8AC3E}">
        <p14:creationId xmlns:p14="http://schemas.microsoft.com/office/powerpoint/2010/main" val="2592298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 setup 1">
    <p:spTree>
      <p:nvGrpSpPr>
        <p:cNvPr id="1" name=""/>
        <p:cNvGrpSpPr/>
        <p:nvPr/>
      </p:nvGrpSpPr>
      <p:grpSpPr>
        <a:xfrm>
          <a:off x="0" y="0"/>
          <a:ext cx="0" cy="0"/>
          <a:chOff x="0" y="0"/>
          <a:chExt cx="0" cy="0"/>
        </a:xfrm>
      </p:grpSpPr>
      <p:sp>
        <p:nvSpPr>
          <p:cNvPr id="109" name="Title 1">
            <a:extLst>
              <a:ext uri="{FF2B5EF4-FFF2-40B4-BE49-F238E27FC236}">
                <a16:creationId xmlns:a16="http://schemas.microsoft.com/office/drawing/2014/main" id="{0FDB234A-25BE-4ED9-8E5C-E01BC39A973C}"/>
              </a:ext>
            </a:extLst>
          </p:cNvPr>
          <p:cNvSpPr>
            <a:spLocks noGrp="1"/>
          </p:cNvSpPr>
          <p:nvPr>
            <p:ph type="ctrTitle" hasCustomPrompt="1"/>
          </p:nvPr>
        </p:nvSpPr>
        <p:spPr>
          <a:xfrm>
            <a:off x="3033" y="843208"/>
            <a:ext cx="4003199" cy="4317664"/>
          </a:xfrm>
          <a:prstGeom prst="rect">
            <a:avLst/>
          </a:prstGeom>
          <a:solidFill>
            <a:schemeClr val="accent1"/>
          </a:solidFill>
        </p:spPr>
        <p:txBody>
          <a:bodyPr lIns="540000" tIns="720000" rIns="540000" anchor="t">
            <a:normAutofit/>
          </a:bodyPr>
          <a:lstStyle>
            <a:lvl1pPr algn="l">
              <a:lnSpc>
                <a:spcPct val="100000"/>
              </a:lnSpc>
              <a:defRPr sz="2500">
                <a:solidFill>
                  <a:schemeClr val="tx1"/>
                </a:solidFill>
                <a:latin typeface="+mj-lt"/>
                <a:cs typeface="Calibri" panose="020F0502020204030204" pitchFamily="34" charset="0"/>
              </a:defRPr>
            </a:lvl1pPr>
          </a:lstStyle>
          <a:p>
            <a:r>
              <a:rPr lang="nb-NO" noProof="0" err="1"/>
              <a:t>Click</a:t>
            </a:r>
            <a:r>
              <a:rPr lang="nb-NO" noProof="0"/>
              <a:t> to </a:t>
            </a:r>
            <a:r>
              <a:rPr lang="nb-NO" noProof="0" err="1"/>
              <a:t>add</a:t>
            </a:r>
            <a:r>
              <a:rPr lang="nb-NO" noProof="0"/>
              <a:t> </a:t>
            </a:r>
            <a:r>
              <a:rPr lang="nb-NO" noProof="0" err="1"/>
              <a:t>title</a:t>
            </a:r>
            <a:endParaRPr lang="nb-NO" noProof="0"/>
          </a:p>
        </p:txBody>
      </p:sp>
      <p:sp>
        <p:nvSpPr>
          <p:cNvPr id="107" name="Plassholder for bilde 68">
            <a:extLst>
              <a:ext uri="{FF2B5EF4-FFF2-40B4-BE49-F238E27FC236}">
                <a16:creationId xmlns:a16="http://schemas.microsoft.com/office/drawing/2014/main" id="{5F9EABFC-F39B-42BE-AB00-4A421627968C}"/>
              </a:ext>
            </a:extLst>
          </p:cNvPr>
          <p:cNvSpPr>
            <a:spLocks noGrp="1"/>
          </p:cNvSpPr>
          <p:nvPr>
            <p:ph type="pic" sz="quarter" idx="13" hasCustomPrompt="1"/>
          </p:nvPr>
        </p:nvSpPr>
        <p:spPr>
          <a:xfrm>
            <a:off x="4006999" y="843207"/>
            <a:ext cx="5143501" cy="4300289"/>
          </a:xfrm>
          <a:prstGeom prst="rect">
            <a:avLst/>
          </a:prstGeom>
          <a:solidFill>
            <a:schemeClr val="accent1"/>
          </a:solidFill>
        </p:spPr>
        <p:txBody>
          <a:bodyPr wrap="square" lIns="360000" tIns="360000" rIns="360000">
            <a:noAutofit/>
          </a:bodyPr>
          <a:lstStyle>
            <a:lvl1pPr marL="0" marR="0" indent="0" algn="l" defTabSz="457200" rtl="0" eaLnBrk="1" fontAlgn="auto" latinLnBrk="0" hangingPunct="1">
              <a:lnSpc>
                <a:spcPct val="100000"/>
              </a:lnSpc>
              <a:spcBef>
                <a:spcPts val="1200"/>
              </a:spcBef>
              <a:spcAft>
                <a:spcPts val="0"/>
              </a:spcAft>
              <a:buClr>
                <a:schemeClr val="tx2"/>
              </a:buClr>
              <a:buSzTx/>
              <a:buFont typeface="Arial"/>
              <a:buNone/>
              <a:tabLst/>
              <a:defRPr sz="900" baseline="0">
                <a:solidFill>
                  <a:schemeClr val="tx1"/>
                </a:solidFill>
              </a:defRPr>
            </a:lvl1pPr>
          </a:lstStyle>
          <a:p>
            <a:pPr marL="0" marR="0" lvl="0" indent="0" algn="l" defTabSz="457200" rtl="0" eaLnBrk="1" fontAlgn="auto" latinLnBrk="0" hangingPunct="1">
              <a:lnSpc>
                <a:spcPct val="100000"/>
              </a:lnSpc>
              <a:spcBef>
                <a:spcPts val="1200"/>
              </a:spcBef>
              <a:spcAft>
                <a:spcPts val="0"/>
              </a:spcAft>
              <a:buClr>
                <a:schemeClr val="tx2"/>
              </a:buClr>
              <a:buSzTx/>
              <a:buFont typeface="Arial"/>
              <a:buNone/>
              <a:tabLst/>
              <a:defRPr/>
            </a:pPr>
            <a:r>
              <a:rPr lang="nb-NO" err="1"/>
              <a:t>Add</a:t>
            </a:r>
            <a:r>
              <a:rPr lang="nb-NO"/>
              <a:t> </a:t>
            </a:r>
            <a:r>
              <a:rPr lang="nb-NO" err="1"/>
              <a:t>picture</a:t>
            </a:r>
            <a:r>
              <a:rPr lang="nb-NO"/>
              <a:t> by drag &amp; </a:t>
            </a:r>
            <a:r>
              <a:rPr lang="nb-NO" err="1"/>
              <a:t>drop</a:t>
            </a:r>
            <a:r>
              <a:rPr lang="nb-NO"/>
              <a:t> or </a:t>
            </a:r>
            <a:r>
              <a:rPr lang="nb-NO" err="1"/>
              <a:t>insert</a:t>
            </a:r>
            <a:r>
              <a:rPr lang="nb-NO"/>
              <a:t> </a:t>
            </a:r>
            <a:r>
              <a:rPr lang="nb-NO" err="1"/>
              <a:t>picture</a:t>
            </a:r>
            <a:r>
              <a:rPr lang="nb-NO"/>
              <a:t>. </a:t>
            </a:r>
            <a:r>
              <a:rPr lang="nb-NO" noProof="1"/>
              <a:t>Use picture tools to adjust. </a:t>
            </a:r>
          </a:p>
          <a:p>
            <a:r>
              <a:rPr lang="nb-NO" noProof="1"/>
              <a:t> </a:t>
            </a:r>
          </a:p>
        </p:txBody>
      </p:sp>
      <p:sp>
        <p:nvSpPr>
          <p:cNvPr id="110" name="Subtitle 2">
            <a:extLst>
              <a:ext uri="{FF2B5EF4-FFF2-40B4-BE49-F238E27FC236}">
                <a16:creationId xmlns:a16="http://schemas.microsoft.com/office/drawing/2014/main" id="{E1B6D29B-6F5E-44C0-911C-6F4BB653BB9A}"/>
              </a:ext>
            </a:extLst>
          </p:cNvPr>
          <p:cNvSpPr>
            <a:spLocks noGrp="1"/>
          </p:cNvSpPr>
          <p:nvPr>
            <p:ph type="subTitle" idx="1" hasCustomPrompt="1"/>
          </p:nvPr>
        </p:nvSpPr>
        <p:spPr>
          <a:xfrm>
            <a:off x="0" y="3339830"/>
            <a:ext cx="4002301" cy="1821041"/>
          </a:xfrm>
          <a:prstGeom prst="rect">
            <a:avLst/>
          </a:prstGeom>
        </p:spPr>
        <p:txBody>
          <a:bodyPr lIns="540000" tIns="0" rIns="540000" bIns="540000" anchor="b" anchorCtr="0">
            <a:normAutofit/>
          </a:bodyPr>
          <a:lstStyle>
            <a:lvl1pPr marL="0" indent="0" algn="l">
              <a:spcBef>
                <a:spcPts val="0"/>
              </a:spcBef>
              <a:buNone/>
              <a:defRPr sz="12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b-NO" noProof="0" err="1"/>
              <a:t>Click</a:t>
            </a:r>
            <a:r>
              <a:rPr lang="nb-NO" noProof="0"/>
              <a:t> to </a:t>
            </a:r>
            <a:r>
              <a:rPr lang="nb-NO" noProof="0" err="1"/>
              <a:t>add</a:t>
            </a:r>
            <a:r>
              <a:rPr lang="nb-NO" noProof="0"/>
              <a:t> </a:t>
            </a:r>
            <a:r>
              <a:rPr lang="nb-NO" noProof="0" err="1"/>
              <a:t>subtitle</a:t>
            </a:r>
            <a:r>
              <a:rPr lang="nb-NO" noProof="0"/>
              <a:t>, date and presenter</a:t>
            </a:r>
          </a:p>
        </p:txBody>
      </p:sp>
      <p:grpSp>
        <p:nvGrpSpPr>
          <p:cNvPr id="111" name="Gruppe 110">
            <a:extLst>
              <a:ext uri="{FF2B5EF4-FFF2-40B4-BE49-F238E27FC236}">
                <a16:creationId xmlns:a16="http://schemas.microsoft.com/office/drawing/2014/main" id="{65D51732-CDC3-4788-B527-FA9742D603EB}"/>
              </a:ext>
            </a:extLst>
          </p:cNvPr>
          <p:cNvGrpSpPr/>
          <p:nvPr/>
        </p:nvGrpSpPr>
        <p:grpSpPr>
          <a:xfrm>
            <a:off x="-1143002" y="0"/>
            <a:ext cx="372980" cy="1213200"/>
            <a:chOff x="-431132" y="152401"/>
            <a:chExt cx="372980" cy="1213200"/>
          </a:xfrm>
        </p:grpSpPr>
        <p:cxnSp>
          <p:nvCxnSpPr>
            <p:cNvPr id="112" name="Rett linje 111">
              <a:extLst>
                <a:ext uri="{FF2B5EF4-FFF2-40B4-BE49-F238E27FC236}">
                  <a16:creationId xmlns:a16="http://schemas.microsoft.com/office/drawing/2014/main" id="{A35DAAA4-97FE-4121-AEC7-1A262BE3877F}"/>
                </a:ext>
              </a:extLst>
            </p:cNvPr>
            <p:cNvCxnSpPr>
              <a:cxnSpLocks/>
            </p:cNvCxnSpPr>
            <p:nvPr/>
          </p:nvCxnSpPr>
          <p:spPr>
            <a:xfrm rot="16200000">
              <a:off x="-244642" y="-34089"/>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3" name="Rett linje 112">
              <a:extLst>
                <a:ext uri="{FF2B5EF4-FFF2-40B4-BE49-F238E27FC236}">
                  <a16:creationId xmlns:a16="http://schemas.microsoft.com/office/drawing/2014/main" id="{CCF048B8-0393-43A7-9D28-82086BCAE8FB}"/>
                </a:ext>
              </a:extLst>
            </p:cNvPr>
            <p:cNvCxnSpPr>
              <a:cxnSpLocks/>
            </p:cNvCxnSpPr>
            <p:nvPr/>
          </p:nvCxnSpPr>
          <p:spPr>
            <a:xfrm rot="16200000">
              <a:off x="-166152" y="1257601"/>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115" name="Gruppe 114">
            <a:extLst>
              <a:ext uri="{FF2B5EF4-FFF2-40B4-BE49-F238E27FC236}">
                <a16:creationId xmlns:a16="http://schemas.microsoft.com/office/drawing/2014/main" id="{41E97E57-5157-4765-A889-FD768F44AD8B}"/>
              </a:ext>
            </a:extLst>
          </p:cNvPr>
          <p:cNvGrpSpPr/>
          <p:nvPr/>
        </p:nvGrpSpPr>
        <p:grpSpPr>
          <a:xfrm>
            <a:off x="0" y="5297788"/>
            <a:ext cx="9144000" cy="180000"/>
            <a:chOff x="0" y="5297788"/>
            <a:chExt cx="9144000" cy="372979"/>
          </a:xfrm>
        </p:grpSpPr>
        <p:cxnSp>
          <p:nvCxnSpPr>
            <p:cNvPr id="116" name="Rett linje 115">
              <a:extLst>
                <a:ext uri="{FF2B5EF4-FFF2-40B4-BE49-F238E27FC236}">
                  <a16:creationId xmlns:a16="http://schemas.microsoft.com/office/drawing/2014/main" id="{CB4EC828-AA64-4B3B-BA7F-3939F0DDCC1D}"/>
                </a:ext>
              </a:extLst>
            </p:cNvPr>
            <p:cNvCxnSpPr/>
            <p:nvPr/>
          </p:nvCxnSpPr>
          <p:spPr>
            <a:xfrm>
              <a:off x="9144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7" name="Rett linje 116">
              <a:extLst>
                <a:ext uri="{FF2B5EF4-FFF2-40B4-BE49-F238E27FC236}">
                  <a16:creationId xmlns:a16="http://schemas.microsoft.com/office/drawing/2014/main" id="{FC708BC3-AF6A-4C2A-A040-E7D2584F5679}"/>
                </a:ext>
              </a:extLst>
            </p:cNvPr>
            <p:cNvCxnSpPr/>
            <p:nvPr/>
          </p:nvCxnSpPr>
          <p:spPr>
            <a:xfrm>
              <a:off x="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8" name="Rett linje 117">
              <a:extLst>
                <a:ext uri="{FF2B5EF4-FFF2-40B4-BE49-F238E27FC236}">
                  <a16:creationId xmlns:a16="http://schemas.microsoft.com/office/drawing/2014/main" id="{6116CDD8-8FA0-499C-8024-98736A2A45BE}"/>
                </a:ext>
              </a:extLst>
            </p:cNvPr>
            <p:cNvCxnSpPr/>
            <p:nvPr/>
          </p:nvCxnSpPr>
          <p:spPr>
            <a:xfrm>
              <a:off x="4572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9" name="Rett linje 118">
              <a:extLst>
                <a:ext uri="{FF2B5EF4-FFF2-40B4-BE49-F238E27FC236}">
                  <a16:creationId xmlns:a16="http://schemas.microsoft.com/office/drawing/2014/main" id="{F87D2C52-DF01-487F-94E1-3B4808498D4C}"/>
                </a:ext>
              </a:extLst>
            </p:cNvPr>
            <p:cNvCxnSpPr/>
            <p:nvPr/>
          </p:nvCxnSpPr>
          <p:spPr>
            <a:xfrm>
              <a:off x="6858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0" name="Rett linje 119">
              <a:extLst>
                <a:ext uri="{FF2B5EF4-FFF2-40B4-BE49-F238E27FC236}">
                  <a16:creationId xmlns:a16="http://schemas.microsoft.com/office/drawing/2014/main" id="{D23653C0-3C9E-4DC9-9B20-7CB67F5F9553}"/>
                </a:ext>
              </a:extLst>
            </p:cNvPr>
            <p:cNvCxnSpPr/>
            <p:nvPr/>
          </p:nvCxnSpPr>
          <p:spPr>
            <a:xfrm>
              <a:off x="2286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1" name="Rett linje 120">
              <a:extLst>
                <a:ext uri="{FF2B5EF4-FFF2-40B4-BE49-F238E27FC236}">
                  <a16:creationId xmlns:a16="http://schemas.microsoft.com/office/drawing/2014/main" id="{2BD9608F-579A-4E69-946E-738146576D95}"/>
                </a:ext>
              </a:extLst>
            </p:cNvPr>
            <p:cNvCxnSpPr/>
            <p:nvPr/>
          </p:nvCxnSpPr>
          <p:spPr>
            <a:xfrm>
              <a:off x="8001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2" name="Rett linje 121">
              <a:extLst>
                <a:ext uri="{FF2B5EF4-FFF2-40B4-BE49-F238E27FC236}">
                  <a16:creationId xmlns:a16="http://schemas.microsoft.com/office/drawing/2014/main" id="{7C61F4DE-2E50-462D-A392-B853CA21D799}"/>
                </a:ext>
              </a:extLst>
            </p:cNvPr>
            <p:cNvCxnSpPr/>
            <p:nvPr/>
          </p:nvCxnSpPr>
          <p:spPr>
            <a:xfrm>
              <a:off x="5715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3" name="Rett linje 122">
              <a:extLst>
                <a:ext uri="{FF2B5EF4-FFF2-40B4-BE49-F238E27FC236}">
                  <a16:creationId xmlns:a16="http://schemas.microsoft.com/office/drawing/2014/main" id="{C04DF60F-3682-4D29-A6CE-7D6AAA8FA5CC}"/>
                </a:ext>
              </a:extLst>
            </p:cNvPr>
            <p:cNvCxnSpPr/>
            <p:nvPr/>
          </p:nvCxnSpPr>
          <p:spPr>
            <a:xfrm>
              <a:off x="3429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4" name="Rett linje 123">
              <a:extLst>
                <a:ext uri="{FF2B5EF4-FFF2-40B4-BE49-F238E27FC236}">
                  <a16:creationId xmlns:a16="http://schemas.microsoft.com/office/drawing/2014/main" id="{E042CA0E-47DC-47FC-897F-70F70BFB366F}"/>
                </a:ext>
              </a:extLst>
            </p:cNvPr>
            <p:cNvCxnSpPr/>
            <p:nvPr/>
          </p:nvCxnSpPr>
          <p:spPr>
            <a:xfrm>
              <a:off x="1143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5" name="Rett linje 124">
              <a:extLst>
                <a:ext uri="{FF2B5EF4-FFF2-40B4-BE49-F238E27FC236}">
                  <a16:creationId xmlns:a16="http://schemas.microsoft.com/office/drawing/2014/main" id="{3863232C-D53F-48D6-A0E7-CC9B4C60E264}"/>
                </a:ext>
              </a:extLst>
            </p:cNvPr>
            <p:cNvCxnSpPr/>
            <p:nvPr/>
          </p:nvCxnSpPr>
          <p:spPr>
            <a:xfrm>
              <a:off x="8572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6" name="Rett linje 125">
              <a:extLst>
                <a:ext uri="{FF2B5EF4-FFF2-40B4-BE49-F238E27FC236}">
                  <a16:creationId xmlns:a16="http://schemas.microsoft.com/office/drawing/2014/main" id="{6275ADF1-B804-49A7-96BE-70D8AFECB88C}"/>
                </a:ext>
              </a:extLst>
            </p:cNvPr>
            <p:cNvCxnSpPr/>
            <p:nvPr/>
          </p:nvCxnSpPr>
          <p:spPr>
            <a:xfrm>
              <a:off x="7429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7" name="Rett linje 126">
              <a:extLst>
                <a:ext uri="{FF2B5EF4-FFF2-40B4-BE49-F238E27FC236}">
                  <a16:creationId xmlns:a16="http://schemas.microsoft.com/office/drawing/2014/main" id="{6A12681A-6F23-4F31-ACA4-1A2E0006D537}"/>
                </a:ext>
              </a:extLst>
            </p:cNvPr>
            <p:cNvCxnSpPr/>
            <p:nvPr/>
          </p:nvCxnSpPr>
          <p:spPr>
            <a:xfrm>
              <a:off x="6286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8" name="Rett linje 127">
              <a:extLst>
                <a:ext uri="{FF2B5EF4-FFF2-40B4-BE49-F238E27FC236}">
                  <a16:creationId xmlns:a16="http://schemas.microsoft.com/office/drawing/2014/main" id="{6CC3DE73-64F8-4D3E-B3A9-935C5F8AA878}"/>
                </a:ext>
              </a:extLst>
            </p:cNvPr>
            <p:cNvCxnSpPr/>
            <p:nvPr/>
          </p:nvCxnSpPr>
          <p:spPr>
            <a:xfrm>
              <a:off x="5143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29" name="Rett linje 128">
              <a:extLst>
                <a:ext uri="{FF2B5EF4-FFF2-40B4-BE49-F238E27FC236}">
                  <a16:creationId xmlns:a16="http://schemas.microsoft.com/office/drawing/2014/main" id="{FAC273D9-8153-4188-B7CA-F30670E78B13}"/>
                </a:ext>
              </a:extLst>
            </p:cNvPr>
            <p:cNvCxnSpPr/>
            <p:nvPr/>
          </p:nvCxnSpPr>
          <p:spPr>
            <a:xfrm>
              <a:off x="4000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0" name="Rett linje 129">
              <a:extLst>
                <a:ext uri="{FF2B5EF4-FFF2-40B4-BE49-F238E27FC236}">
                  <a16:creationId xmlns:a16="http://schemas.microsoft.com/office/drawing/2014/main" id="{916C3980-C8A1-45C7-AA35-A88DD771F2A1}"/>
                </a:ext>
              </a:extLst>
            </p:cNvPr>
            <p:cNvCxnSpPr/>
            <p:nvPr/>
          </p:nvCxnSpPr>
          <p:spPr>
            <a:xfrm>
              <a:off x="2857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1" name="Rett linje 130">
              <a:extLst>
                <a:ext uri="{FF2B5EF4-FFF2-40B4-BE49-F238E27FC236}">
                  <a16:creationId xmlns:a16="http://schemas.microsoft.com/office/drawing/2014/main" id="{E99AC163-1D5E-4BFA-BE31-B64B3B6121BF}"/>
                </a:ext>
              </a:extLst>
            </p:cNvPr>
            <p:cNvCxnSpPr/>
            <p:nvPr/>
          </p:nvCxnSpPr>
          <p:spPr>
            <a:xfrm>
              <a:off x="1714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Rett linje 131">
              <a:extLst>
                <a:ext uri="{FF2B5EF4-FFF2-40B4-BE49-F238E27FC236}">
                  <a16:creationId xmlns:a16="http://schemas.microsoft.com/office/drawing/2014/main" id="{E1A62F24-69EB-4117-B6FE-6407220526C9}"/>
                </a:ext>
              </a:extLst>
            </p:cNvPr>
            <p:cNvCxnSpPr/>
            <p:nvPr/>
          </p:nvCxnSpPr>
          <p:spPr>
            <a:xfrm>
              <a:off x="571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3" name="Picture 7">
            <a:extLst>
              <a:ext uri="{FF2B5EF4-FFF2-40B4-BE49-F238E27FC236}">
                <a16:creationId xmlns:a16="http://schemas.microsoft.com/office/drawing/2014/main" id="{2720D104-076B-4179-BA3D-5C2CC88821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1500" y="321469"/>
            <a:ext cx="1645920" cy="239406"/>
          </a:xfrm>
          <a:prstGeom prst="rect">
            <a:avLst/>
          </a:prstGeom>
        </p:spPr>
      </p:pic>
    </p:spTree>
    <p:extLst>
      <p:ext uri="{BB962C8B-B14F-4D97-AF65-F5344CB8AC3E}">
        <p14:creationId xmlns:p14="http://schemas.microsoft.com/office/powerpoint/2010/main" val="3399341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slide - setup 1 beige">
    <p:spTree>
      <p:nvGrpSpPr>
        <p:cNvPr id="1" name=""/>
        <p:cNvGrpSpPr/>
        <p:nvPr/>
      </p:nvGrpSpPr>
      <p:grpSpPr>
        <a:xfrm>
          <a:off x="0" y="0"/>
          <a:ext cx="0" cy="0"/>
          <a:chOff x="0" y="0"/>
          <a:chExt cx="0" cy="0"/>
        </a:xfrm>
      </p:grpSpPr>
      <p:sp>
        <p:nvSpPr>
          <p:cNvPr id="38" name="Plassholder for bilde 37">
            <a:extLst>
              <a:ext uri="{FF2B5EF4-FFF2-40B4-BE49-F238E27FC236}">
                <a16:creationId xmlns:a16="http://schemas.microsoft.com/office/drawing/2014/main" id="{F730DD19-D147-8749-9D91-DD7544913B0A}"/>
              </a:ext>
            </a:extLst>
          </p:cNvPr>
          <p:cNvSpPr>
            <a:spLocks noGrp="1"/>
          </p:cNvSpPr>
          <p:nvPr>
            <p:ph type="pic" sz="quarter" idx="13" hasCustomPrompt="1"/>
          </p:nvPr>
        </p:nvSpPr>
        <p:spPr>
          <a:xfrm>
            <a:off x="215900" y="231775"/>
            <a:ext cx="8712199" cy="2195513"/>
          </a:xfrm>
          <a:prstGeom prst="rect">
            <a:avLst/>
          </a:prstGeom>
          <a:solidFill>
            <a:schemeClr val="accent1"/>
          </a:solidFill>
        </p:spPr>
        <p:txBody>
          <a:bodyPr wrap="square" lIns="1800000" tIns="1080000" rIns="1800000" bIns="360000" anchor="ctr" anchorCtr="0">
            <a:noAutofit/>
          </a:bodyPr>
          <a:lstStyle>
            <a:lvl1pPr marL="0" indent="0" algn="ctr">
              <a:buNone/>
              <a:defRPr sz="900" baseline="0">
                <a:solidFill>
                  <a:schemeClr val="tx1"/>
                </a:solidFill>
              </a:defRPr>
            </a:lvl1pPr>
          </a:lstStyle>
          <a:p>
            <a:r>
              <a:rPr lang="nb-NO" err="1"/>
              <a:t>Insert</a:t>
            </a:r>
            <a:r>
              <a:rPr lang="nb-NO"/>
              <a:t> </a:t>
            </a:r>
            <a:r>
              <a:rPr lang="nb-NO" err="1"/>
              <a:t>picture</a:t>
            </a:r>
            <a:r>
              <a:rPr lang="nb-NO"/>
              <a:t> </a:t>
            </a:r>
            <a:r>
              <a:rPr lang="en-US" sz="900">
                <a:effectLst/>
                <a:latin typeface="Verdana" panose="020B0604030504040204" pitchFamily="34" charset="0"/>
                <a:ea typeface="Calibri" panose="020F0502020204030204" pitchFamily="34" charset="0"/>
                <a:cs typeface="Times New Roman" panose="02020603050405020304" pitchFamily="18" charset="0"/>
              </a:rPr>
              <a:t>by drag &amp; drop or insert picture </a:t>
            </a:r>
            <a:endParaRPr lang="nb-NO" noProof="1"/>
          </a:p>
        </p:txBody>
      </p:sp>
      <p:sp>
        <p:nvSpPr>
          <p:cNvPr id="12" name="Plassholder for tekst 2">
            <a:extLst>
              <a:ext uri="{FF2B5EF4-FFF2-40B4-BE49-F238E27FC236}">
                <a16:creationId xmlns:a16="http://schemas.microsoft.com/office/drawing/2014/main" id="{94559044-034B-48A0-940E-492DC3DB6505}"/>
              </a:ext>
            </a:extLst>
          </p:cNvPr>
          <p:cNvSpPr>
            <a:spLocks noGrp="1" noChangeAspect="1"/>
          </p:cNvSpPr>
          <p:nvPr>
            <p:ph type="body" sz="quarter" idx="25" hasCustomPrompt="1"/>
          </p:nvPr>
        </p:nvSpPr>
        <p:spPr>
          <a:xfrm>
            <a:off x="4020604" y="1896040"/>
            <a:ext cx="1112223" cy="1112223"/>
          </a:xfrm>
          <a:prstGeom prst="ellipse">
            <a:avLst/>
          </a:prstGeom>
          <a:solidFill>
            <a:schemeClr val="accent2"/>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13" name="Plassholder for tekst 2">
            <a:extLst>
              <a:ext uri="{FF2B5EF4-FFF2-40B4-BE49-F238E27FC236}">
                <a16:creationId xmlns:a16="http://schemas.microsoft.com/office/drawing/2014/main" id="{C710D693-00AD-4A48-AC9C-A2CF013D61EC}"/>
              </a:ext>
            </a:extLst>
          </p:cNvPr>
          <p:cNvSpPr>
            <a:spLocks noGrp="1" noChangeAspect="1"/>
          </p:cNvSpPr>
          <p:nvPr>
            <p:ph type="body" sz="quarter" idx="26" hasCustomPrompt="1"/>
          </p:nvPr>
        </p:nvSpPr>
        <p:spPr>
          <a:xfrm>
            <a:off x="1221346" y="1886515"/>
            <a:ext cx="1112223" cy="1112223"/>
          </a:xfrm>
          <a:prstGeom prst="ellipse">
            <a:avLst/>
          </a:prstGeom>
          <a:solidFill>
            <a:schemeClr val="accent2"/>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15" name="Plassholder for tekst 2">
            <a:extLst>
              <a:ext uri="{FF2B5EF4-FFF2-40B4-BE49-F238E27FC236}">
                <a16:creationId xmlns:a16="http://schemas.microsoft.com/office/drawing/2014/main" id="{BC59C7B9-8BC7-46C7-8E41-F2EEB96BED55}"/>
              </a:ext>
            </a:extLst>
          </p:cNvPr>
          <p:cNvSpPr>
            <a:spLocks noGrp="1" noChangeAspect="1"/>
          </p:cNvSpPr>
          <p:nvPr>
            <p:ph type="body" sz="quarter" idx="28" hasCustomPrompt="1"/>
          </p:nvPr>
        </p:nvSpPr>
        <p:spPr>
          <a:xfrm>
            <a:off x="6892496" y="1886515"/>
            <a:ext cx="1112223" cy="1112223"/>
          </a:xfrm>
          <a:prstGeom prst="ellipse">
            <a:avLst/>
          </a:prstGeom>
          <a:solidFill>
            <a:schemeClr val="accent2"/>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2" name="Title 1"/>
          <p:cNvSpPr>
            <a:spLocks noGrp="1"/>
          </p:cNvSpPr>
          <p:nvPr>
            <p:ph type="title" hasCustomPrompt="1"/>
          </p:nvPr>
        </p:nvSpPr>
        <p:spPr>
          <a:xfrm>
            <a:off x="571500" y="360000"/>
            <a:ext cx="8143622" cy="606600"/>
          </a:xfrm>
        </p:spPr>
        <p:txBody>
          <a:bodyPr/>
          <a:lstStyle>
            <a:lvl1pPr>
              <a:defRPr>
                <a:solidFill>
                  <a:schemeClr val="tx1"/>
                </a:solidFill>
              </a:defRPr>
            </a:lvl1pPr>
          </a:lstStyle>
          <a:p>
            <a:r>
              <a:rPr lang="nb-NO" noProof="0" err="1"/>
              <a:t>Click</a:t>
            </a:r>
            <a:r>
              <a:rPr lang="nb-NO" noProof="0"/>
              <a:t> to </a:t>
            </a:r>
            <a:r>
              <a:rPr lang="nb-NO" noProof="0" err="1"/>
              <a:t>add</a:t>
            </a:r>
            <a:r>
              <a:rPr lang="nb-NO" noProof="0"/>
              <a:t> agenda </a:t>
            </a:r>
            <a:r>
              <a:rPr lang="nb-NO" noProof="0" err="1"/>
              <a:t>title</a:t>
            </a:r>
            <a:endParaRPr lang="en-US"/>
          </a:p>
        </p:txBody>
      </p:sp>
      <p:sp>
        <p:nvSpPr>
          <p:cNvPr id="6" name="Plassholder for tekst 5">
            <a:extLst>
              <a:ext uri="{FF2B5EF4-FFF2-40B4-BE49-F238E27FC236}">
                <a16:creationId xmlns:a16="http://schemas.microsoft.com/office/drawing/2014/main" id="{71A44963-E7DC-42AE-B07F-24E15E6631C9}"/>
              </a:ext>
            </a:extLst>
          </p:cNvPr>
          <p:cNvSpPr>
            <a:spLocks noGrp="1"/>
          </p:cNvSpPr>
          <p:nvPr>
            <p:ph type="body" sz="quarter" idx="30" hasCustomPrompt="1"/>
          </p:nvPr>
        </p:nvSpPr>
        <p:spPr>
          <a:xfrm>
            <a:off x="570790" y="3200400"/>
            <a:ext cx="2382838" cy="969963"/>
          </a:xfrm>
        </p:spPr>
        <p:txBody>
          <a:bodyPr>
            <a:normAutofit/>
          </a:bodyPr>
          <a:lstStyle>
            <a:lvl1pPr marL="0" indent="0" algn="ctr">
              <a:buNone/>
              <a:defRPr sz="1800"/>
            </a:lvl1pPr>
          </a:lstStyle>
          <a:p>
            <a:pPr lvl="0"/>
            <a:r>
              <a:rPr lang="nb-NO" err="1"/>
              <a:t>Add</a:t>
            </a:r>
            <a:r>
              <a:rPr lang="nb-NO"/>
              <a:t> </a:t>
            </a:r>
            <a:r>
              <a:rPr lang="nb-NO" err="1"/>
              <a:t>text</a:t>
            </a:r>
            <a:endParaRPr lang="nb-NO"/>
          </a:p>
        </p:txBody>
      </p:sp>
      <p:sp>
        <p:nvSpPr>
          <p:cNvPr id="25" name="TextBox 7">
            <a:extLst>
              <a:ext uri="{FF2B5EF4-FFF2-40B4-BE49-F238E27FC236}">
                <a16:creationId xmlns:a16="http://schemas.microsoft.com/office/drawing/2014/main" id="{6AB49929-9299-194A-9BE2-7462CE651148}"/>
              </a:ext>
            </a:extLst>
          </p:cNvPr>
          <p:cNvSpPr txBox="1"/>
          <p:nvPr/>
        </p:nvSpPr>
        <p:spPr>
          <a:xfrm>
            <a:off x="0" y="-287722"/>
            <a:ext cx="1919288" cy="215444"/>
          </a:xfrm>
          <a:prstGeom prst="rect">
            <a:avLst/>
          </a:prstGeom>
          <a:noFill/>
        </p:spPr>
        <p:txBody>
          <a:bodyPr wrap="square" rtlCol="0">
            <a:spAutoFit/>
          </a:bodyPr>
          <a:lstStyle/>
          <a:p>
            <a:r>
              <a:rPr lang="en-US" sz="800" b="1" noProof="1">
                <a:solidFill>
                  <a:schemeClr val="tx1"/>
                </a:solidFill>
              </a:rPr>
              <a:t>Agendaslide – setup 1 beige</a:t>
            </a:r>
            <a:endParaRPr lang="nb-NO" sz="800" b="1" noProof="1">
              <a:solidFill>
                <a:schemeClr val="tx1"/>
              </a:solidFill>
            </a:endParaRPr>
          </a:p>
        </p:txBody>
      </p:sp>
      <p:sp>
        <p:nvSpPr>
          <p:cNvPr id="18" name="Plassholder for tekst 38">
            <a:extLst>
              <a:ext uri="{FF2B5EF4-FFF2-40B4-BE49-F238E27FC236}">
                <a16:creationId xmlns:a16="http://schemas.microsoft.com/office/drawing/2014/main" id="{BE7EBC6D-0869-4A2B-A2B3-92895F79D3FE}"/>
              </a:ext>
            </a:extLst>
          </p:cNvPr>
          <p:cNvSpPr>
            <a:spLocks noGrp="1"/>
          </p:cNvSpPr>
          <p:nvPr>
            <p:ph type="body" sz="quarter" idx="16" hasCustomPrompt="1"/>
          </p:nvPr>
        </p:nvSpPr>
        <p:spPr>
          <a:xfrm>
            <a:off x="3380936" y="3200401"/>
            <a:ext cx="2382128" cy="969350"/>
          </a:xfrm>
          <a:solidFill>
            <a:schemeClr val="bg1"/>
          </a:solidFill>
        </p:spPr>
        <p:txBody>
          <a:bodyPr lIns="0" rIns="0" anchor="t" anchorCtr="0">
            <a:noAutofit/>
          </a:bodyPr>
          <a:lstStyle>
            <a:lvl1pPr marL="0" indent="0" algn="ctr">
              <a:buNone/>
              <a:defRPr sz="1800">
                <a:solidFill>
                  <a:schemeClr val="tx1"/>
                </a:solidFill>
              </a:defRPr>
            </a:lvl1pPr>
          </a:lstStyle>
          <a:p>
            <a:pPr lvl="0"/>
            <a:r>
              <a:rPr lang="sv-SE" err="1"/>
              <a:t>Add</a:t>
            </a:r>
            <a:r>
              <a:rPr lang="sv-SE"/>
              <a:t> text</a:t>
            </a:r>
          </a:p>
        </p:txBody>
      </p:sp>
      <p:sp>
        <p:nvSpPr>
          <p:cNvPr id="19" name="Plassholder for tekst 38">
            <a:extLst>
              <a:ext uri="{FF2B5EF4-FFF2-40B4-BE49-F238E27FC236}">
                <a16:creationId xmlns:a16="http://schemas.microsoft.com/office/drawing/2014/main" id="{0BDDDD5F-B39B-44CB-8590-41061AF520F8}"/>
              </a:ext>
            </a:extLst>
          </p:cNvPr>
          <p:cNvSpPr>
            <a:spLocks noGrp="1"/>
          </p:cNvSpPr>
          <p:nvPr>
            <p:ph type="body" sz="quarter" idx="18" hasCustomPrompt="1"/>
          </p:nvPr>
        </p:nvSpPr>
        <p:spPr>
          <a:xfrm>
            <a:off x="6190372" y="3200401"/>
            <a:ext cx="2382128" cy="969350"/>
          </a:xfrm>
          <a:solidFill>
            <a:schemeClr val="bg1"/>
          </a:solidFill>
        </p:spPr>
        <p:txBody>
          <a:bodyPr lIns="0" rIns="0" anchor="t" anchorCtr="0">
            <a:noAutofit/>
          </a:bodyPr>
          <a:lstStyle>
            <a:lvl1pPr marL="0" indent="0" algn="ctr">
              <a:buNone/>
              <a:defRPr sz="1800">
                <a:solidFill>
                  <a:schemeClr val="tx1"/>
                </a:solidFill>
              </a:defRPr>
            </a:lvl1pPr>
          </a:lstStyle>
          <a:p>
            <a:pPr lvl="0"/>
            <a:r>
              <a:rPr lang="sv-SE" err="1"/>
              <a:t>Add</a:t>
            </a:r>
            <a:r>
              <a:rPr lang="sv-SE"/>
              <a:t> text</a:t>
            </a:r>
          </a:p>
        </p:txBody>
      </p:sp>
    </p:spTree>
    <p:extLst>
      <p:ext uri="{BB962C8B-B14F-4D97-AF65-F5344CB8AC3E}">
        <p14:creationId xmlns:p14="http://schemas.microsoft.com/office/powerpoint/2010/main" val="325778796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slide – setup 2 green">
    <p:spTree>
      <p:nvGrpSpPr>
        <p:cNvPr id="1" name=""/>
        <p:cNvGrpSpPr/>
        <p:nvPr/>
      </p:nvGrpSpPr>
      <p:grpSpPr>
        <a:xfrm>
          <a:off x="0" y="0"/>
          <a:ext cx="0" cy="0"/>
          <a:chOff x="0" y="0"/>
          <a:chExt cx="0" cy="0"/>
        </a:xfrm>
      </p:grpSpPr>
      <p:sp>
        <p:nvSpPr>
          <p:cNvPr id="14" name="Plassholder for bilde 37">
            <a:extLst>
              <a:ext uri="{FF2B5EF4-FFF2-40B4-BE49-F238E27FC236}">
                <a16:creationId xmlns:a16="http://schemas.microsoft.com/office/drawing/2014/main" id="{C398AC14-078A-4F1F-8471-5B63939A5C69}"/>
              </a:ext>
            </a:extLst>
          </p:cNvPr>
          <p:cNvSpPr>
            <a:spLocks noGrp="1"/>
          </p:cNvSpPr>
          <p:nvPr>
            <p:ph type="pic" sz="quarter" idx="13" hasCustomPrompt="1"/>
          </p:nvPr>
        </p:nvSpPr>
        <p:spPr>
          <a:xfrm>
            <a:off x="215900" y="231775"/>
            <a:ext cx="8712199" cy="2195513"/>
          </a:xfrm>
          <a:prstGeom prst="rect">
            <a:avLst/>
          </a:prstGeom>
          <a:solidFill>
            <a:schemeClr val="accent3"/>
          </a:solidFill>
        </p:spPr>
        <p:txBody>
          <a:bodyPr wrap="square" lIns="1800000" tIns="1080000" rIns="1800000" bIns="360000" anchor="ctr" anchorCtr="0">
            <a:noAutofit/>
          </a:bodyPr>
          <a:lstStyle>
            <a:lvl1pPr marL="0" indent="0" algn="ctr">
              <a:buNone/>
              <a:defRPr sz="900" baseline="0">
                <a:solidFill>
                  <a:schemeClr val="tx1"/>
                </a:solidFill>
              </a:defRPr>
            </a:lvl1pPr>
          </a:lstStyle>
          <a:p>
            <a:r>
              <a:rPr lang="nb-NO" err="1"/>
              <a:t>Insert</a:t>
            </a:r>
            <a:r>
              <a:rPr lang="nb-NO"/>
              <a:t> </a:t>
            </a:r>
            <a:r>
              <a:rPr lang="nb-NO" err="1"/>
              <a:t>picture</a:t>
            </a:r>
            <a:r>
              <a:rPr lang="nb-NO"/>
              <a:t> </a:t>
            </a:r>
            <a:r>
              <a:rPr lang="en-US" sz="900">
                <a:effectLst/>
                <a:latin typeface="Verdana" panose="020B0604030504040204" pitchFamily="34" charset="0"/>
                <a:ea typeface="Calibri" panose="020F0502020204030204" pitchFamily="34" charset="0"/>
                <a:cs typeface="Times New Roman" panose="02020603050405020304" pitchFamily="18" charset="0"/>
              </a:rPr>
              <a:t>by drag &amp; drop or insert picture </a:t>
            </a:r>
            <a:endParaRPr lang="nb-NO" noProof="1"/>
          </a:p>
        </p:txBody>
      </p:sp>
      <p:sp>
        <p:nvSpPr>
          <p:cNvPr id="16" name="Plassholder for tekst 2">
            <a:extLst>
              <a:ext uri="{FF2B5EF4-FFF2-40B4-BE49-F238E27FC236}">
                <a16:creationId xmlns:a16="http://schemas.microsoft.com/office/drawing/2014/main" id="{B021767D-2FFD-4771-AC77-5B9886090C38}"/>
              </a:ext>
            </a:extLst>
          </p:cNvPr>
          <p:cNvSpPr>
            <a:spLocks noGrp="1" noChangeAspect="1"/>
          </p:cNvSpPr>
          <p:nvPr>
            <p:ph type="body" sz="quarter" idx="25" hasCustomPrompt="1"/>
          </p:nvPr>
        </p:nvSpPr>
        <p:spPr>
          <a:xfrm>
            <a:off x="4020604" y="1896040"/>
            <a:ext cx="1112223" cy="1112223"/>
          </a:xfrm>
          <a:prstGeom prst="ellipse">
            <a:avLst/>
          </a:prstGeom>
          <a:solidFill>
            <a:schemeClr val="accent4"/>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17" name="Plassholder for tekst 2">
            <a:extLst>
              <a:ext uri="{FF2B5EF4-FFF2-40B4-BE49-F238E27FC236}">
                <a16:creationId xmlns:a16="http://schemas.microsoft.com/office/drawing/2014/main" id="{B12F62A4-A6D9-4E91-99FB-18D5B7F1F75F}"/>
              </a:ext>
            </a:extLst>
          </p:cNvPr>
          <p:cNvSpPr>
            <a:spLocks noGrp="1" noChangeAspect="1"/>
          </p:cNvSpPr>
          <p:nvPr>
            <p:ph type="body" sz="quarter" idx="26" hasCustomPrompt="1"/>
          </p:nvPr>
        </p:nvSpPr>
        <p:spPr>
          <a:xfrm>
            <a:off x="1221346" y="1886515"/>
            <a:ext cx="1112223" cy="1112223"/>
          </a:xfrm>
          <a:prstGeom prst="ellipse">
            <a:avLst/>
          </a:prstGeom>
          <a:solidFill>
            <a:schemeClr val="accent4"/>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18" name="Plassholder for tekst 2">
            <a:extLst>
              <a:ext uri="{FF2B5EF4-FFF2-40B4-BE49-F238E27FC236}">
                <a16:creationId xmlns:a16="http://schemas.microsoft.com/office/drawing/2014/main" id="{21718737-1C90-4D2B-81D7-D6EAC5CB0182}"/>
              </a:ext>
            </a:extLst>
          </p:cNvPr>
          <p:cNvSpPr>
            <a:spLocks noGrp="1" noChangeAspect="1"/>
          </p:cNvSpPr>
          <p:nvPr>
            <p:ph type="body" sz="quarter" idx="28" hasCustomPrompt="1"/>
          </p:nvPr>
        </p:nvSpPr>
        <p:spPr>
          <a:xfrm>
            <a:off x="6892496" y="1886515"/>
            <a:ext cx="1112223" cy="1112223"/>
          </a:xfrm>
          <a:prstGeom prst="ellipse">
            <a:avLst/>
          </a:prstGeom>
          <a:solidFill>
            <a:schemeClr val="accent4"/>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39" name="Plassholder for tekst 38">
            <a:extLst>
              <a:ext uri="{FF2B5EF4-FFF2-40B4-BE49-F238E27FC236}">
                <a16:creationId xmlns:a16="http://schemas.microsoft.com/office/drawing/2014/main" id="{D22A9800-9791-6B4F-88E0-3B2645E92D95}"/>
              </a:ext>
            </a:extLst>
          </p:cNvPr>
          <p:cNvSpPr>
            <a:spLocks noGrp="1"/>
          </p:cNvSpPr>
          <p:nvPr>
            <p:ph type="body" sz="quarter" idx="14" hasCustomPrompt="1"/>
          </p:nvPr>
        </p:nvSpPr>
        <p:spPr>
          <a:xfrm>
            <a:off x="571500" y="3200401"/>
            <a:ext cx="2382128" cy="969350"/>
          </a:xfrm>
          <a:solidFill>
            <a:schemeClr val="bg1"/>
          </a:solidFill>
        </p:spPr>
        <p:txBody>
          <a:bodyPr lIns="0" rIns="0" anchor="t" anchorCtr="0">
            <a:noAutofit/>
          </a:bodyPr>
          <a:lstStyle>
            <a:lvl1pPr marL="0" indent="0" algn="ctr">
              <a:buNone/>
              <a:defRPr sz="1800">
                <a:solidFill>
                  <a:schemeClr val="tx1"/>
                </a:solidFill>
              </a:defRPr>
            </a:lvl1pPr>
          </a:lstStyle>
          <a:p>
            <a:pPr lvl="0"/>
            <a:r>
              <a:rPr lang="sv-SE" err="1"/>
              <a:t>Add</a:t>
            </a:r>
            <a:r>
              <a:rPr lang="sv-SE"/>
              <a:t> text</a:t>
            </a:r>
          </a:p>
        </p:txBody>
      </p:sp>
      <p:sp>
        <p:nvSpPr>
          <p:cNvPr id="2" name="Title 1"/>
          <p:cNvSpPr>
            <a:spLocks noGrp="1"/>
          </p:cNvSpPr>
          <p:nvPr>
            <p:ph type="title" hasCustomPrompt="1"/>
          </p:nvPr>
        </p:nvSpPr>
        <p:spPr>
          <a:xfrm>
            <a:off x="571500" y="360000"/>
            <a:ext cx="8324850" cy="606600"/>
          </a:xfrm>
        </p:spPr>
        <p:txBody>
          <a:bodyPr/>
          <a:lstStyle>
            <a:lvl1pPr>
              <a:defRPr>
                <a:solidFill>
                  <a:schemeClr val="tx1"/>
                </a:solidFill>
              </a:defRPr>
            </a:lvl1pPr>
          </a:lstStyle>
          <a:p>
            <a:r>
              <a:rPr lang="nb-NO" noProof="0" err="1"/>
              <a:t>Click</a:t>
            </a:r>
            <a:r>
              <a:rPr lang="nb-NO" noProof="0"/>
              <a:t> to </a:t>
            </a:r>
            <a:r>
              <a:rPr lang="nb-NO" noProof="0" err="1"/>
              <a:t>add</a:t>
            </a:r>
            <a:r>
              <a:rPr lang="nb-NO" noProof="0"/>
              <a:t> agenda </a:t>
            </a:r>
            <a:r>
              <a:rPr lang="nb-NO" noProof="0" err="1"/>
              <a:t>title</a:t>
            </a:r>
            <a:endParaRPr lang="en-US"/>
          </a:p>
        </p:txBody>
      </p:sp>
      <p:sp>
        <p:nvSpPr>
          <p:cNvPr id="43" name="Plassholder for tekst 38">
            <a:extLst>
              <a:ext uri="{FF2B5EF4-FFF2-40B4-BE49-F238E27FC236}">
                <a16:creationId xmlns:a16="http://schemas.microsoft.com/office/drawing/2014/main" id="{43E7E89C-6DBB-E84A-B21F-3A50B04E8E3C}"/>
              </a:ext>
            </a:extLst>
          </p:cNvPr>
          <p:cNvSpPr>
            <a:spLocks noGrp="1"/>
          </p:cNvSpPr>
          <p:nvPr>
            <p:ph type="body" sz="quarter" idx="16" hasCustomPrompt="1"/>
          </p:nvPr>
        </p:nvSpPr>
        <p:spPr>
          <a:xfrm>
            <a:off x="3380936" y="3200401"/>
            <a:ext cx="2382128" cy="969350"/>
          </a:xfrm>
          <a:solidFill>
            <a:schemeClr val="bg1"/>
          </a:solidFill>
        </p:spPr>
        <p:txBody>
          <a:bodyPr lIns="0" rIns="0" anchor="t" anchorCtr="0">
            <a:noAutofit/>
          </a:bodyPr>
          <a:lstStyle>
            <a:lvl1pPr marL="0" indent="0" algn="ctr">
              <a:buNone/>
              <a:defRPr sz="1800">
                <a:solidFill>
                  <a:schemeClr val="tx1"/>
                </a:solidFill>
              </a:defRPr>
            </a:lvl1pPr>
          </a:lstStyle>
          <a:p>
            <a:pPr lvl="0"/>
            <a:r>
              <a:rPr lang="sv-SE" err="1"/>
              <a:t>Add</a:t>
            </a:r>
            <a:r>
              <a:rPr lang="sv-SE"/>
              <a:t> text</a:t>
            </a:r>
          </a:p>
        </p:txBody>
      </p:sp>
      <p:sp>
        <p:nvSpPr>
          <p:cNvPr id="45" name="Plassholder for tekst 38">
            <a:extLst>
              <a:ext uri="{FF2B5EF4-FFF2-40B4-BE49-F238E27FC236}">
                <a16:creationId xmlns:a16="http://schemas.microsoft.com/office/drawing/2014/main" id="{80BBA60E-4A74-334A-AE74-3581A72383FF}"/>
              </a:ext>
            </a:extLst>
          </p:cNvPr>
          <p:cNvSpPr>
            <a:spLocks noGrp="1"/>
          </p:cNvSpPr>
          <p:nvPr>
            <p:ph type="body" sz="quarter" idx="18" hasCustomPrompt="1"/>
          </p:nvPr>
        </p:nvSpPr>
        <p:spPr>
          <a:xfrm>
            <a:off x="6190372" y="3200401"/>
            <a:ext cx="2382128" cy="969350"/>
          </a:xfrm>
          <a:solidFill>
            <a:schemeClr val="bg1"/>
          </a:solidFill>
        </p:spPr>
        <p:txBody>
          <a:bodyPr lIns="0" rIns="0" anchor="t" anchorCtr="0">
            <a:noAutofit/>
          </a:bodyPr>
          <a:lstStyle>
            <a:lvl1pPr marL="0" indent="0" algn="ctr">
              <a:buNone/>
              <a:defRPr sz="1800">
                <a:solidFill>
                  <a:schemeClr val="tx1"/>
                </a:solidFill>
              </a:defRPr>
            </a:lvl1pPr>
          </a:lstStyle>
          <a:p>
            <a:pPr lvl="0"/>
            <a:r>
              <a:rPr lang="sv-SE" err="1"/>
              <a:t>Add</a:t>
            </a:r>
            <a:r>
              <a:rPr lang="sv-SE"/>
              <a:t> text</a:t>
            </a:r>
          </a:p>
        </p:txBody>
      </p:sp>
      <p:sp>
        <p:nvSpPr>
          <p:cNvPr id="25" name="TextBox 7">
            <a:extLst>
              <a:ext uri="{FF2B5EF4-FFF2-40B4-BE49-F238E27FC236}">
                <a16:creationId xmlns:a16="http://schemas.microsoft.com/office/drawing/2014/main" id="{6AB49929-9299-194A-9BE2-7462CE651148}"/>
              </a:ext>
            </a:extLst>
          </p:cNvPr>
          <p:cNvSpPr txBox="1"/>
          <p:nvPr/>
        </p:nvSpPr>
        <p:spPr>
          <a:xfrm>
            <a:off x="0" y="-287722"/>
            <a:ext cx="1919288" cy="215444"/>
          </a:xfrm>
          <a:prstGeom prst="rect">
            <a:avLst/>
          </a:prstGeom>
          <a:noFill/>
        </p:spPr>
        <p:txBody>
          <a:bodyPr wrap="square" rtlCol="0">
            <a:spAutoFit/>
          </a:bodyPr>
          <a:lstStyle/>
          <a:p>
            <a:r>
              <a:rPr lang="en-US" sz="800" b="1" noProof="1">
                <a:solidFill>
                  <a:schemeClr val="tx1"/>
                </a:solidFill>
              </a:rPr>
              <a:t>Agendaslide – setup 1 green</a:t>
            </a:r>
            <a:endParaRPr lang="nb-NO" sz="800" b="1" noProof="1">
              <a:solidFill>
                <a:schemeClr val="tx1"/>
              </a:solidFill>
            </a:endParaRPr>
          </a:p>
        </p:txBody>
      </p:sp>
    </p:spTree>
    <p:extLst>
      <p:ext uri="{BB962C8B-B14F-4D97-AF65-F5344CB8AC3E}">
        <p14:creationId xmlns:p14="http://schemas.microsoft.com/office/powerpoint/2010/main" val="153722712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slide – setup 3 beige">
    <p:spTree>
      <p:nvGrpSpPr>
        <p:cNvPr id="1" name=""/>
        <p:cNvGrpSpPr/>
        <p:nvPr/>
      </p:nvGrpSpPr>
      <p:grpSpPr>
        <a:xfrm>
          <a:off x="0" y="0"/>
          <a:ext cx="0" cy="0"/>
          <a:chOff x="0" y="0"/>
          <a:chExt cx="0" cy="0"/>
        </a:xfrm>
      </p:grpSpPr>
      <p:sp>
        <p:nvSpPr>
          <p:cNvPr id="43" name="Plassholder for tekst 38">
            <a:extLst>
              <a:ext uri="{FF2B5EF4-FFF2-40B4-BE49-F238E27FC236}">
                <a16:creationId xmlns:a16="http://schemas.microsoft.com/office/drawing/2014/main" id="{43E7E89C-6DBB-E84A-B21F-3A50B04E8E3C}"/>
              </a:ext>
            </a:extLst>
          </p:cNvPr>
          <p:cNvSpPr>
            <a:spLocks noGrp="1"/>
          </p:cNvSpPr>
          <p:nvPr>
            <p:ph type="body" sz="quarter" idx="16" hasCustomPrompt="1"/>
          </p:nvPr>
        </p:nvSpPr>
        <p:spPr>
          <a:xfrm>
            <a:off x="4997954" y="1499961"/>
            <a:ext cx="3096000" cy="928800"/>
          </a:xfrm>
          <a:solidFill>
            <a:schemeClr val="accent1"/>
          </a:solidFill>
        </p:spPr>
        <p:txBody>
          <a:bodyPr lIns="720000" rIns="360000" anchor="ctr">
            <a:noAutofit/>
          </a:bodyPr>
          <a:lstStyle>
            <a:lvl1pPr marL="0" indent="0">
              <a:buNone/>
              <a:defRPr sz="1800">
                <a:solidFill>
                  <a:schemeClr val="tx1"/>
                </a:solidFill>
              </a:defRPr>
            </a:lvl1pPr>
          </a:lstStyle>
          <a:p>
            <a:pPr lvl="0"/>
            <a:r>
              <a:rPr lang="sv-SE" err="1"/>
              <a:t>Add</a:t>
            </a:r>
            <a:r>
              <a:rPr lang="sv-SE"/>
              <a:t> text</a:t>
            </a:r>
          </a:p>
        </p:txBody>
      </p:sp>
      <p:sp>
        <p:nvSpPr>
          <p:cNvPr id="45" name="Plassholder for tekst 38">
            <a:extLst>
              <a:ext uri="{FF2B5EF4-FFF2-40B4-BE49-F238E27FC236}">
                <a16:creationId xmlns:a16="http://schemas.microsoft.com/office/drawing/2014/main" id="{80BBA60E-4A74-334A-AE74-3581A72383FF}"/>
              </a:ext>
            </a:extLst>
          </p:cNvPr>
          <p:cNvSpPr>
            <a:spLocks noGrp="1"/>
          </p:cNvSpPr>
          <p:nvPr>
            <p:ph type="body" sz="quarter" idx="18" hasCustomPrompt="1"/>
          </p:nvPr>
        </p:nvSpPr>
        <p:spPr>
          <a:xfrm>
            <a:off x="1007251" y="2776311"/>
            <a:ext cx="3096000" cy="928800"/>
          </a:xfrm>
          <a:solidFill>
            <a:schemeClr val="accent1"/>
          </a:solidFill>
        </p:spPr>
        <p:txBody>
          <a:bodyPr lIns="720000" rIns="360000" anchor="ctr">
            <a:noAutofit/>
          </a:bodyPr>
          <a:lstStyle>
            <a:lvl1pPr marL="0" indent="0">
              <a:buNone/>
              <a:defRPr sz="1800">
                <a:solidFill>
                  <a:schemeClr val="tx1"/>
                </a:solidFill>
              </a:defRPr>
            </a:lvl1pPr>
          </a:lstStyle>
          <a:p>
            <a:pPr lvl="0"/>
            <a:r>
              <a:rPr lang="sv-SE" err="1"/>
              <a:t>Add</a:t>
            </a:r>
            <a:r>
              <a:rPr lang="sv-SE"/>
              <a:t> text</a:t>
            </a:r>
          </a:p>
        </p:txBody>
      </p:sp>
      <p:sp>
        <p:nvSpPr>
          <p:cNvPr id="47" name="Plassholder for tekst 38">
            <a:extLst>
              <a:ext uri="{FF2B5EF4-FFF2-40B4-BE49-F238E27FC236}">
                <a16:creationId xmlns:a16="http://schemas.microsoft.com/office/drawing/2014/main" id="{AF413D6D-AF1C-C54E-9BB4-53E024C79604}"/>
              </a:ext>
            </a:extLst>
          </p:cNvPr>
          <p:cNvSpPr>
            <a:spLocks noGrp="1"/>
          </p:cNvSpPr>
          <p:nvPr>
            <p:ph type="body" sz="quarter" idx="20" hasCustomPrompt="1"/>
          </p:nvPr>
        </p:nvSpPr>
        <p:spPr>
          <a:xfrm>
            <a:off x="4997954" y="2776311"/>
            <a:ext cx="3096000" cy="928800"/>
          </a:xfrm>
          <a:solidFill>
            <a:schemeClr val="accent1"/>
          </a:solidFill>
        </p:spPr>
        <p:txBody>
          <a:bodyPr lIns="720000" rIns="360000" anchor="ctr">
            <a:noAutofit/>
          </a:bodyPr>
          <a:lstStyle>
            <a:lvl1pPr marL="0" indent="0" algn="l">
              <a:buNone/>
              <a:defRPr sz="1800">
                <a:solidFill>
                  <a:schemeClr val="tx1"/>
                </a:solidFill>
              </a:defRPr>
            </a:lvl1pPr>
          </a:lstStyle>
          <a:p>
            <a:pPr lvl="0"/>
            <a:r>
              <a:rPr lang="sv-SE" err="1"/>
              <a:t>Add</a:t>
            </a:r>
            <a:r>
              <a:rPr lang="sv-SE"/>
              <a:t> text</a:t>
            </a:r>
          </a:p>
        </p:txBody>
      </p:sp>
      <p:sp>
        <p:nvSpPr>
          <p:cNvPr id="17" name="Plassholder for tekst 2">
            <a:extLst>
              <a:ext uri="{FF2B5EF4-FFF2-40B4-BE49-F238E27FC236}">
                <a16:creationId xmlns:a16="http://schemas.microsoft.com/office/drawing/2014/main" id="{29449F7D-8B18-4021-949D-82256DF018AD}"/>
              </a:ext>
            </a:extLst>
          </p:cNvPr>
          <p:cNvSpPr>
            <a:spLocks noGrp="1" noChangeAspect="1"/>
          </p:cNvSpPr>
          <p:nvPr>
            <p:ph type="body" sz="quarter" idx="23" hasCustomPrompt="1"/>
          </p:nvPr>
        </p:nvSpPr>
        <p:spPr>
          <a:xfrm>
            <a:off x="4566386" y="1499961"/>
            <a:ext cx="928800" cy="928800"/>
          </a:xfrm>
          <a:prstGeom prst="ellipse">
            <a:avLst/>
          </a:prstGeom>
          <a:solidFill>
            <a:schemeClr val="accent2"/>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18" name="Plassholder for tekst 2">
            <a:extLst>
              <a:ext uri="{FF2B5EF4-FFF2-40B4-BE49-F238E27FC236}">
                <a16:creationId xmlns:a16="http://schemas.microsoft.com/office/drawing/2014/main" id="{AE867430-55E1-42F5-BA77-8049FA7359BD}"/>
              </a:ext>
            </a:extLst>
          </p:cNvPr>
          <p:cNvSpPr>
            <a:spLocks noGrp="1" noChangeAspect="1"/>
          </p:cNvSpPr>
          <p:nvPr>
            <p:ph type="body" sz="quarter" idx="24" hasCustomPrompt="1"/>
          </p:nvPr>
        </p:nvSpPr>
        <p:spPr>
          <a:xfrm>
            <a:off x="591225" y="2776311"/>
            <a:ext cx="928800" cy="928800"/>
          </a:xfrm>
          <a:prstGeom prst="ellipse">
            <a:avLst/>
          </a:prstGeom>
          <a:solidFill>
            <a:schemeClr val="accent2"/>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19" name="Plassholder for tekst 2">
            <a:extLst>
              <a:ext uri="{FF2B5EF4-FFF2-40B4-BE49-F238E27FC236}">
                <a16:creationId xmlns:a16="http://schemas.microsoft.com/office/drawing/2014/main" id="{4FBE0EED-85D7-4062-BCC6-02E88492136C}"/>
              </a:ext>
            </a:extLst>
          </p:cNvPr>
          <p:cNvSpPr>
            <a:spLocks noGrp="1" noChangeAspect="1"/>
          </p:cNvSpPr>
          <p:nvPr>
            <p:ph type="body" sz="quarter" idx="25" hasCustomPrompt="1"/>
          </p:nvPr>
        </p:nvSpPr>
        <p:spPr>
          <a:xfrm>
            <a:off x="4575911" y="2776311"/>
            <a:ext cx="928800" cy="928800"/>
          </a:xfrm>
          <a:prstGeom prst="ellipse">
            <a:avLst/>
          </a:prstGeom>
          <a:solidFill>
            <a:schemeClr val="accent2"/>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39" name="Plassholder for tekst 38">
            <a:extLst>
              <a:ext uri="{FF2B5EF4-FFF2-40B4-BE49-F238E27FC236}">
                <a16:creationId xmlns:a16="http://schemas.microsoft.com/office/drawing/2014/main" id="{D22A9800-9791-6B4F-88E0-3B2645E92D95}"/>
              </a:ext>
            </a:extLst>
          </p:cNvPr>
          <p:cNvSpPr>
            <a:spLocks noGrp="1"/>
          </p:cNvSpPr>
          <p:nvPr>
            <p:ph type="body" sz="quarter" idx="14" hasCustomPrompt="1"/>
          </p:nvPr>
        </p:nvSpPr>
        <p:spPr>
          <a:xfrm>
            <a:off x="1007251" y="1499961"/>
            <a:ext cx="3096000" cy="928800"/>
          </a:xfrm>
          <a:solidFill>
            <a:schemeClr val="accent1"/>
          </a:solidFill>
        </p:spPr>
        <p:txBody>
          <a:bodyPr lIns="720000" rIns="360000" anchor="ctr">
            <a:noAutofit/>
          </a:bodyPr>
          <a:lstStyle>
            <a:lvl1pPr marL="0" indent="0">
              <a:buNone/>
              <a:defRPr sz="1800">
                <a:solidFill>
                  <a:schemeClr val="tx1"/>
                </a:solidFill>
              </a:defRPr>
            </a:lvl1pPr>
          </a:lstStyle>
          <a:p>
            <a:pPr lvl="0"/>
            <a:r>
              <a:rPr lang="sv-SE" err="1"/>
              <a:t>Add</a:t>
            </a:r>
            <a:r>
              <a:rPr lang="sv-SE"/>
              <a:t> text</a:t>
            </a:r>
          </a:p>
        </p:txBody>
      </p:sp>
      <p:sp>
        <p:nvSpPr>
          <p:cNvPr id="14" name="Plassholder for tekst 2">
            <a:extLst>
              <a:ext uri="{FF2B5EF4-FFF2-40B4-BE49-F238E27FC236}">
                <a16:creationId xmlns:a16="http://schemas.microsoft.com/office/drawing/2014/main" id="{673884C8-07EC-449C-BD35-0D20232E69E3}"/>
              </a:ext>
            </a:extLst>
          </p:cNvPr>
          <p:cNvSpPr>
            <a:spLocks noGrp="1" noChangeAspect="1"/>
          </p:cNvSpPr>
          <p:nvPr>
            <p:ph type="body" sz="quarter" idx="22" hasCustomPrompt="1"/>
          </p:nvPr>
        </p:nvSpPr>
        <p:spPr>
          <a:xfrm>
            <a:off x="581700" y="1499961"/>
            <a:ext cx="928800" cy="928800"/>
          </a:xfrm>
          <a:prstGeom prst="ellipse">
            <a:avLst/>
          </a:prstGeom>
          <a:solidFill>
            <a:schemeClr val="accent2"/>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2" name="Title 1"/>
          <p:cNvSpPr>
            <a:spLocks noGrp="1"/>
          </p:cNvSpPr>
          <p:nvPr>
            <p:ph type="title" hasCustomPrompt="1"/>
          </p:nvPr>
        </p:nvSpPr>
        <p:spPr>
          <a:xfrm>
            <a:off x="571499" y="360000"/>
            <a:ext cx="8334375" cy="606600"/>
          </a:xfrm>
        </p:spPr>
        <p:txBody>
          <a:bodyPr/>
          <a:lstStyle>
            <a:lvl1pPr>
              <a:defRPr baseline="0">
                <a:solidFill>
                  <a:schemeClr val="accent6"/>
                </a:solidFill>
              </a:defRPr>
            </a:lvl1pPr>
          </a:lstStyle>
          <a:p>
            <a:r>
              <a:rPr lang="nb-NO" noProof="0" err="1"/>
              <a:t>Click</a:t>
            </a:r>
            <a:r>
              <a:rPr lang="nb-NO" noProof="0"/>
              <a:t> to </a:t>
            </a:r>
            <a:r>
              <a:rPr lang="nb-NO" noProof="0" err="1"/>
              <a:t>add</a:t>
            </a:r>
            <a:r>
              <a:rPr lang="nb-NO" noProof="0"/>
              <a:t> agenda </a:t>
            </a:r>
            <a:r>
              <a:rPr lang="nb-NO" noProof="0" err="1"/>
              <a:t>title</a:t>
            </a:r>
            <a:endParaRPr lang="en-US"/>
          </a:p>
        </p:txBody>
      </p:sp>
      <p:sp>
        <p:nvSpPr>
          <p:cNvPr id="50" name="TextBox 7">
            <a:extLst>
              <a:ext uri="{FF2B5EF4-FFF2-40B4-BE49-F238E27FC236}">
                <a16:creationId xmlns:a16="http://schemas.microsoft.com/office/drawing/2014/main" id="{62D837F8-1F4F-6E4E-90FD-997685D05A81}"/>
              </a:ext>
            </a:extLst>
          </p:cNvPr>
          <p:cNvSpPr txBox="1"/>
          <p:nvPr/>
        </p:nvSpPr>
        <p:spPr>
          <a:xfrm>
            <a:off x="0" y="-287722"/>
            <a:ext cx="1862138" cy="215444"/>
          </a:xfrm>
          <a:prstGeom prst="rect">
            <a:avLst/>
          </a:prstGeom>
          <a:noFill/>
        </p:spPr>
        <p:txBody>
          <a:bodyPr wrap="square" rtlCol="0">
            <a:spAutoFit/>
          </a:bodyPr>
          <a:lstStyle/>
          <a:p>
            <a:r>
              <a:rPr lang="en-US" sz="800" b="1" noProof="1">
                <a:solidFill>
                  <a:schemeClr val="tx1"/>
                </a:solidFill>
              </a:rPr>
              <a:t>Agendaslide – setup 3 beige</a:t>
            </a:r>
            <a:endParaRPr lang="nb-NO" sz="800" b="1" noProof="1">
              <a:solidFill>
                <a:schemeClr val="tx1"/>
              </a:solidFill>
            </a:endParaRPr>
          </a:p>
        </p:txBody>
      </p:sp>
    </p:spTree>
    <p:extLst>
      <p:ext uri="{BB962C8B-B14F-4D97-AF65-F5344CB8AC3E}">
        <p14:creationId xmlns:p14="http://schemas.microsoft.com/office/powerpoint/2010/main" val="3500598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slide – setup 4 green">
    <p:spTree>
      <p:nvGrpSpPr>
        <p:cNvPr id="1" name=""/>
        <p:cNvGrpSpPr/>
        <p:nvPr/>
      </p:nvGrpSpPr>
      <p:grpSpPr>
        <a:xfrm>
          <a:off x="0" y="0"/>
          <a:ext cx="0" cy="0"/>
          <a:chOff x="0" y="0"/>
          <a:chExt cx="0" cy="0"/>
        </a:xfrm>
      </p:grpSpPr>
      <p:sp>
        <p:nvSpPr>
          <p:cNvPr id="43" name="Plassholder for tekst 38">
            <a:extLst>
              <a:ext uri="{FF2B5EF4-FFF2-40B4-BE49-F238E27FC236}">
                <a16:creationId xmlns:a16="http://schemas.microsoft.com/office/drawing/2014/main" id="{43E7E89C-6DBB-E84A-B21F-3A50B04E8E3C}"/>
              </a:ext>
            </a:extLst>
          </p:cNvPr>
          <p:cNvSpPr>
            <a:spLocks noGrp="1"/>
          </p:cNvSpPr>
          <p:nvPr>
            <p:ph type="body" sz="quarter" idx="16" hasCustomPrompt="1"/>
          </p:nvPr>
        </p:nvSpPr>
        <p:spPr>
          <a:xfrm>
            <a:off x="4997954" y="1499961"/>
            <a:ext cx="3096000" cy="928800"/>
          </a:xfrm>
          <a:solidFill>
            <a:srgbClr val="C6E7C1">
              <a:alpha val="60000"/>
            </a:srgbClr>
          </a:solidFill>
        </p:spPr>
        <p:txBody>
          <a:bodyPr lIns="720000" rIns="360000" anchor="ctr">
            <a:noAutofit/>
          </a:bodyPr>
          <a:lstStyle>
            <a:lvl1pPr marL="0" indent="0">
              <a:buNone/>
              <a:defRPr sz="1800">
                <a:solidFill>
                  <a:schemeClr val="tx1"/>
                </a:solidFill>
              </a:defRPr>
            </a:lvl1pPr>
          </a:lstStyle>
          <a:p>
            <a:pPr lvl="0"/>
            <a:r>
              <a:rPr lang="sv-SE" err="1"/>
              <a:t>Add</a:t>
            </a:r>
            <a:r>
              <a:rPr lang="sv-SE"/>
              <a:t> text</a:t>
            </a:r>
          </a:p>
        </p:txBody>
      </p:sp>
      <p:sp>
        <p:nvSpPr>
          <p:cNvPr id="45" name="Plassholder for tekst 38">
            <a:extLst>
              <a:ext uri="{FF2B5EF4-FFF2-40B4-BE49-F238E27FC236}">
                <a16:creationId xmlns:a16="http://schemas.microsoft.com/office/drawing/2014/main" id="{80BBA60E-4A74-334A-AE74-3581A72383FF}"/>
              </a:ext>
            </a:extLst>
          </p:cNvPr>
          <p:cNvSpPr>
            <a:spLocks noGrp="1"/>
          </p:cNvSpPr>
          <p:nvPr>
            <p:ph type="body" sz="quarter" idx="18" hasCustomPrompt="1"/>
          </p:nvPr>
        </p:nvSpPr>
        <p:spPr>
          <a:xfrm>
            <a:off x="1007251" y="2776311"/>
            <a:ext cx="3096000" cy="928800"/>
          </a:xfrm>
          <a:solidFill>
            <a:srgbClr val="C6E7C1">
              <a:alpha val="60000"/>
            </a:srgbClr>
          </a:solidFill>
        </p:spPr>
        <p:txBody>
          <a:bodyPr lIns="720000" rIns="360000" anchor="ctr">
            <a:noAutofit/>
          </a:bodyPr>
          <a:lstStyle>
            <a:lvl1pPr marL="0" indent="0">
              <a:buNone/>
              <a:defRPr sz="1800">
                <a:solidFill>
                  <a:schemeClr val="tx1"/>
                </a:solidFill>
              </a:defRPr>
            </a:lvl1pPr>
          </a:lstStyle>
          <a:p>
            <a:pPr lvl="0"/>
            <a:r>
              <a:rPr lang="sv-SE" err="1"/>
              <a:t>Add</a:t>
            </a:r>
            <a:r>
              <a:rPr lang="sv-SE"/>
              <a:t> text</a:t>
            </a:r>
          </a:p>
        </p:txBody>
      </p:sp>
      <p:sp>
        <p:nvSpPr>
          <p:cNvPr id="47" name="Plassholder for tekst 38">
            <a:extLst>
              <a:ext uri="{FF2B5EF4-FFF2-40B4-BE49-F238E27FC236}">
                <a16:creationId xmlns:a16="http://schemas.microsoft.com/office/drawing/2014/main" id="{AF413D6D-AF1C-C54E-9BB4-53E024C79604}"/>
              </a:ext>
            </a:extLst>
          </p:cNvPr>
          <p:cNvSpPr>
            <a:spLocks noGrp="1"/>
          </p:cNvSpPr>
          <p:nvPr>
            <p:ph type="body" sz="quarter" idx="20" hasCustomPrompt="1"/>
          </p:nvPr>
        </p:nvSpPr>
        <p:spPr>
          <a:xfrm>
            <a:off x="4997954" y="2776311"/>
            <a:ext cx="3096000" cy="928800"/>
          </a:xfrm>
          <a:solidFill>
            <a:srgbClr val="C6E7C1">
              <a:alpha val="60000"/>
            </a:srgbClr>
          </a:solidFill>
        </p:spPr>
        <p:txBody>
          <a:bodyPr lIns="720000" rIns="360000" anchor="ctr">
            <a:noAutofit/>
          </a:bodyPr>
          <a:lstStyle>
            <a:lvl1pPr marL="0" indent="0">
              <a:buNone/>
              <a:defRPr sz="1800">
                <a:solidFill>
                  <a:schemeClr val="tx1"/>
                </a:solidFill>
              </a:defRPr>
            </a:lvl1pPr>
          </a:lstStyle>
          <a:p>
            <a:pPr lvl="0"/>
            <a:r>
              <a:rPr lang="sv-SE" err="1"/>
              <a:t>Add</a:t>
            </a:r>
            <a:r>
              <a:rPr lang="sv-SE"/>
              <a:t> text</a:t>
            </a:r>
          </a:p>
        </p:txBody>
      </p:sp>
      <p:sp>
        <p:nvSpPr>
          <p:cNvPr id="17" name="Plassholder for tekst 2">
            <a:extLst>
              <a:ext uri="{FF2B5EF4-FFF2-40B4-BE49-F238E27FC236}">
                <a16:creationId xmlns:a16="http://schemas.microsoft.com/office/drawing/2014/main" id="{29449F7D-8B18-4021-949D-82256DF018AD}"/>
              </a:ext>
            </a:extLst>
          </p:cNvPr>
          <p:cNvSpPr>
            <a:spLocks noGrp="1" noChangeAspect="1"/>
          </p:cNvSpPr>
          <p:nvPr>
            <p:ph type="body" sz="quarter" idx="23" hasCustomPrompt="1"/>
          </p:nvPr>
        </p:nvSpPr>
        <p:spPr>
          <a:xfrm>
            <a:off x="4570540" y="1499961"/>
            <a:ext cx="928800" cy="928800"/>
          </a:xfrm>
          <a:prstGeom prst="ellipse">
            <a:avLst/>
          </a:prstGeom>
          <a:solidFill>
            <a:srgbClr val="C6E7C1"/>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18" name="Plassholder for tekst 2">
            <a:extLst>
              <a:ext uri="{FF2B5EF4-FFF2-40B4-BE49-F238E27FC236}">
                <a16:creationId xmlns:a16="http://schemas.microsoft.com/office/drawing/2014/main" id="{AE867430-55E1-42F5-BA77-8049FA7359BD}"/>
              </a:ext>
            </a:extLst>
          </p:cNvPr>
          <p:cNvSpPr>
            <a:spLocks noGrp="1" noChangeAspect="1"/>
          </p:cNvSpPr>
          <p:nvPr>
            <p:ph type="body" sz="quarter" idx="24" hasCustomPrompt="1"/>
          </p:nvPr>
        </p:nvSpPr>
        <p:spPr>
          <a:xfrm>
            <a:off x="595379" y="2776311"/>
            <a:ext cx="928800" cy="928800"/>
          </a:xfrm>
          <a:prstGeom prst="ellipse">
            <a:avLst/>
          </a:prstGeom>
          <a:solidFill>
            <a:srgbClr val="C6E7C1"/>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19" name="Plassholder for tekst 2">
            <a:extLst>
              <a:ext uri="{FF2B5EF4-FFF2-40B4-BE49-F238E27FC236}">
                <a16:creationId xmlns:a16="http://schemas.microsoft.com/office/drawing/2014/main" id="{4FBE0EED-85D7-4062-BCC6-02E88492136C}"/>
              </a:ext>
            </a:extLst>
          </p:cNvPr>
          <p:cNvSpPr>
            <a:spLocks noGrp="1" noChangeAspect="1"/>
          </p:cNvSpPr>
          <p:nvPr>
            <p:ph type="body" sz="quarter" idx="25" hasCustomPrompt="1"/>
          </p:nvPr>
        </p:nvSpPr>
        <p:spPr>
          <a:xfrm>
            <a:off x="4580065" y="2776311"/>
            <a:ext cx="928800" cy="928800"/>
          </a:xfrm>
          <a:prstGeom prst="ellipse">
            <a:avLst/>
          </a:prstGeom>
          <a:solidFill>
            <a:srgbClr val="C6E7C1"/>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39" name="Plassholder for tekst 38">
            <a:extLst>
              <a:ext uri="{FF2B5EF4-FFF2-40B4-BE49-F238E27FC236}">
                <a16:creationId xmlns:a16="http://schemas.microsoft.com/office/drawing/2014/main" id="{D22A9800-9791-6B4F-88E0-3B2645E92D95}"/>
              </a:ext>
            </a:extLst>
          </p:cNvPr>
          <p:cNvSpPr>
            <a:spLocks noGrp="1"/>
          </p:cNvSpPr>
          <p:nvPr>
            <p:ph type="body" sz="quarter" idx="14" hasCustomPrompt="1"/>
          </p:nvPr>
        </p:nvSpPr>
        <p:spPr>
          <a:xfrm>
            <a:off x="1007251" y="1499961"/>
            <a:ext cx="3096000" cy="928800"/>
          </a:xfrm>
          <a:solidFill>
            <a:srgbClr val="C6E7C1">
              <a:alpha val="60000"/>
            </a:srgbClr>
          </a:solidFill>
        </p:spPr>
        <p:txBody>
          <a:bodyPr lIns="720000" rIns="360000" anchor="ctr">
            <a:noAutofit/>
          </a:bodyPr>
          <a:lstStyle>
            <a:lvl1pPr marL="0" indent="0">
              <a:buNone/>
              <a:defRPr sz="1800">
                <a:solidFill>
                  <a:schemeClr val="tx1"/>
                </a:solidFill>
              </a:defRPr>
            </a:lvl1pPr>
          </a:lstStyle>
          <a:p>
            <a:pPr lvl="0"/>
            <a:r>
              <a:rPr lang="sv-SE" err="1"/>
              <a:t>Add</a:t>
            </a:r>
            <a:r>
              <a:rPr lang="sv-SE"/>
              <a:t> text</a:t>
            </a:r>
          </a:p>
        </p:txBody>
      </p:sp>
      <p:sp>
        <p:nvSpPr>
          <p:cNvPr id="14" name="Plassholder for tekst 2">
            <a:extLst>
              <a:ext uri="{FF2B5EF4-FFF2-40B4-BE49-F238E27FC236}">
                <a16:creationId xmlns:a16="http://schemas.microsoft.com/office/drawing/2014/main" id="{673884C8-07EC-449C-BD35-0D20232E69E3}"/>
              </a:ext>
            </a:extLst>
          </p:cNvPr>
          <p:cNvSpPr>
            <a:spLocks noGrp="1" noChangeAspect="1"/>
          </p:cNvSpPr>
          <p:nvPr>
            <p:ph type="body" sz="quarter" idx="22" hasCustomPrompt="1"/>
          </p:nvPr>
        </p:nvSpPr>
        <p:spPr>
          <a:xfrm>
            <a:off x="585854" y="1499961"/>
            <a:ext cx="928800" cy="928800"/>
          </a:xfrm>
          <a:prstGeom prst="ellipse">
            <a:avLst/>
          </a:prstGeom>
          <a:solidFill>
            <a:srgbClr val="C6E7C1"/>
          </a:solidFill>
        </p:spPr>
        <p:txBody>
          <a:bodyPr anchor="ctr" anchorCtr="0">
            <a:normAutofit/>
          </a:bodyPr>
          <a:lstStyle>
            <a:lvl1pPr marL="0" indent="0" algn="ctr">
              <a:buClr>
                <a:schemeClr val="bg1"/>
              </a:buClr>
              <a:buFont typeface="Arial" panose="020B0604020202020204" pitchFamily="34" charset="0"/>
              <a:buNone/>
              <a:defRPr sz="2800">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a:t>#</a:t>
            </a:r>
          </a:p>
        </p:txBody>
      </p:sp>
      <p:sp>
        <p:nvSpPr>
          <p:cNvPr id="2" name="Title 1"/>
          <p:cNvSpPr>
            <a:spLocks noGrp="1"/>
          </p:cNvSpPr>
          <p:nvPr>
            <p:ph type="title" hasCustomPrompt="1"/>
          </p:nvPr>
        </p:nvSpPr>
        <p:spPr>
          <a:xfrm>
            <a:off x="571499" y="360000"/>
            <a:ext cx="8334375" cy="606600"/>
          </a:xfrm>
        </p:spPr>
        <p:txBody>
          <a:bodyPr/>
          <a:lstStyle>
            <a:lvl1pPr>
              <a:defRPr baseline="0">
                <a:solidFill>
                  <a:schemeClr val="accent6"/>
                </a:solidFill>
              </a:defRPr>
            </a:lvl1pPr>
          </a:lstStyle>
          <a:p>
            <a:r>
              <a:rPr lang="nb-NO" noProof="0" err="1"/>
              <a:t>Click</a:t>
            </a:r>
            <a:r>
              <a:rPr lang="nb-NO" noProof="0"/>
              <a:t> to </a:t>
            </a:r>
            <a:r>
              <a:rPr lang="nb-NO" noProof="0" err="1"/>
              <a:t>add</a:t>
            </a:r>
            <a:r>
              <a:rPr lang="nb-NO" noProof="0"/>
              <a:t> agenda </a:t>
            </a:r>
            <a:r>
              <a:rPr lang="nb-NO" noProof="0" err="1"/>
              <a:t>title</a:t>
            </a:r>
            <a:endParaRPr lang="en-US"/>
          </a:p>
        </p:txBody>
      </p:sp>
      <p:sp>
        <p:nvSpPr>
          <p:cNvPr id="50" name="TextBox 7">
            <a:extLst>
              <a:ext uri="{FF2B5EF4-FFF2-40B4-BE49-F238E27FC236}">
                <a16:creationId xmlns:a16="http://schemas.microsoft.com/office/drawing/2014/main" id="{62D837F8-1F4F-6E4E-90FD-997685D05A81}"/>
              </a:ext>
            </a:extLst>
          </p:cNvPr>
          <p:cNvSpPr txBox="1"/>
          <p:nvPr/>
        </p:nvSpPr>
        <p:spPr>
          <a:xfrm>
            <a:off x="-1" y="-287722"/>
            <a:ext cx="2794001" cy="215444"/>
          </a:xfrm>
          <a:prstGeom prst="rect">
            <a:avLst/>
          </a:prstGeom>
          <a:noFill/>
        </p:spPr>
        <p:txBody>
          <a:bodyPr wrap="square" rtlCol="0">
            <a:spAutoFit/>
          </a:bodyPr>
          <a:lstStyle/>
          <a:p>
            <a:r>
              <a:rPr lang="en-US" sz="800" b="1" noProof="1">
                <a:solidFill>
                  <a:schemeClr val="tx1"/>
                </a:solidFill>
              </a:rPr>
              <a:t>Agendaslide – setup 4 green</a:t>
            </a:r>
            <a:endParaRPr lang="nb-NO" sz="800" b="1" noProof="1">
              <a:solidFill>
                <a:schemeClr val="tx1"/>
              </a:solidFill>
            </a:endParaRPr>
          </a:p>
        </p:txBody>
      </p:sp>
    </p:spTree>
    <p:extLst>
      <p:ext uri="{BB962C8B-B14F-4D97-AF65-F5344CB8AC3E}">
        <p14:creationId xmlns:p14="http://schemas.microsoft.com/office/powerpoint/2010/main" val="4134430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slide - setup 5 text only">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95481CE-1CC2-41E7-813C-320202B878E3}"/>
              </a:ext>
            </a:extLst>
          </p:cNvPr>
          <p:cNvSpPr>
            <a:spLocks noGrp="1"/>
          </p:cNvSpPr>
          <p:nvPr>
            <p:ph type="title" hasCustomPrompt="1"/>
          </p:nvPr>
        </p:nvSpPr>
        <p:spPr/>
        <p:txBody>
          <a:bodyPr/>
          <a:lstStyle>
            <a:lvl1pPr>
              <a:defRPr>
                <a:solidFill>
                  <a:schemeClr val="accent6"/>
                </a:solidFill>
              </a:defRPr>
            </a:lvl1pPr>
          </a:lstStyle>
          <a:p>
            <a:r>
              <a:rPr lang="nb-NO" noProof="0" err="1"/>
              <a:t>Click</a:t>
            </a:r>
            <a:r>
              <a:rPr lang="nb-NO" noProof="0"/>
              <a:t> to </a:t>
            </a:r>
            <a:r>
              <a:rPr lang="nb-NO" noProof="0" err="1"/>
              <a:t>add</a:t>
            </a:r>
            <a:r>
              <a:rPr lang="nb-NO" noProof="0"/>
              <a:t> agenda </a:t>
            </a:r>
            <a:r>
              <a:rPr lang="nb-NO" noProof="0" err="1"/>
              <a:t>title</a:t>
            </a:r>
            <a:endParaRPr lang="nb-NO"/>
          </a:p>
        </p:txBody>
      </p:sp>
      <p:sp>
        <p:nvSpPr>
          <p:cNvPr id="3" name="TextBox 7">
            <a:extLst>
              <a:ext uri="{FF2B5EF4-FFF2-40B4-BE49-F238E27FC236}">
                <a16:creationId xmlns:a16="http://schemas.microsoft.com/office/drawing/2014/main" id="{2DDB8CF1-8C48-4FB0-A7BA-48E7CA8E56C9}"/>
              </a:ext>
            </a:extLst>
          </p:cNvPr>
          <p:cNvSpPr txBox="1"/>
          <p:nvPr/>
        </p:nvSpPr>
        <p:spPr>
          <a:xfrm>
            <a:off x="0" y="-287722"/>
            <a:ext cx="1862138" cy="215444"/>
          </a:xfrm>
          <a:prstGeom prst="rect">
            <a:avLst/>
          </a:prstGeom>
          <a:noFill/>
        </p:spPr>
        <p:txBody>
          <a:bodyPr wrap="square" rtlCol="0">
            <a:spAutoFit/>
          </a:bodyPr>
          <a:lstStyle/>
          <a:p>
            <a:r>
              <a:rPr lang="nb-NO" sz="800" b="1" noProof="1">
                <a:solidFill>
                  <a:schemeClr val="tx1"/>
                </a:solidFill>
              </a:rPr>
              <a:t>Agenda – text</a:t>
            </a:r>
          </a:p>
        </p:txBody>
      </p:sp>
      <p:sp>
        <p:nvSpPr>
          <p:cNvPr id="4" name="Text Placeholder 2">
            <a:extLst>
              <a:ext uri="{FF2B5EF4-FFF2-40B4-BE49-F238E27FC236}">
                <a16:creationId xmlns:a16="http://schemas.microsoft.com/office/drawing/2014/main" id="{1E90C39F-69DB-4675-9202-04968B5509EB}"/>
              </a:ext>
            </a:extLst>
          </p:cNvPr>
          <p:cNvSpPr>
            <a:spLocks noGrp="1"/>
          </p:cNvSpPr>
          <p:nvPr>
            <p:ph idx="1" hasCustomPrompt="1"/>
          </p:nvPr>
        </p:nvSpPr>
        <p:spPr>
          <a:xfrm>
            <a:off x="571500" y="1213201"/>
            <a:ext cx="8324850" cy="3230212"/>
          </a:xfrm>
          <a:prstGeom prst="rect">
            <a:avLst/>
          </a:prstGeom>
        </p:spPr>
        <p:txBody>
          <a:bodyPr vert="horz" lIns="0" tIns="0" rIns="0" bIns="45720" rtlCol="0">
            <a:normAutofit/>
          </a:bodyPr>
          <a:lstStyle>
            <a:lvl1pPr marL="342900" indent="-342900">
              <a:buClr>
                <a:srgbClr val="C00000"/>
              </a:buClr>
              <a:buFont typeface="+mj-lt"/>
              <a:buAutoNum type="arabicPeriod"/>
              <a:defRPr sz="1800"/>
            </a:lvl1pPr>
            <a:lvl2pPr marL="372600" indent="-228600">
              <a:buClr>
                <a:schemeClr val="tx1"/>
              </a:buClr>
              <a:buFont typeface="Arial" panose="020B0604020202020204" pitchFamily="34" charset="0"/>
              <a:buChar char="•"/>
              <a:defRPr sz="1600"/>
            </a:lvl2pPr>
            <a:lvl3pPr marL="506387" indent="-228600">
              <a:buClr>
                <a:schemeClr val="tx1"/>
              </a:buClr>
              <a:buFont typeface="Arial" panose="020B0604020202020204" pitchFamily="34" charset="0"/>
              <a:buChar char="•"/>
              <a:defRPr sz="1600"/>
            </a:lvl3pPr>
            <a:lvl4pPr marL="642937" indent="-228600">
              <a:buClr>
                <a:schemeClr val="tx1"/>
              </a:buClr>
              <a:buFont typeface="Arial" panose="020B0604020202020204" pitchFamily="34" charset="0"/>
              <a:buChar char="•"/>
              <a:defRPr sz="1400"/>
            </a:lvl4pPr>
            <a:lvl5pPr marL="768350" indent="-228600">
              <a:buClr>
                <a:schemeClr val="tx1"/>
              </a:buClr>
              <a:buFont typeface="Arial" panose="020B0604020202020204" pitchFamily="34" charset="0"/>
              <a:buChar char="•"/>
              <a:defRPr sz="1400"/>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Tree>
    <p:extLst>
      <p:ext uri="{BB962C8B-B14F-4D97-AF65-F5344CB8AC3E}">
        <p14:creationId xmlns:p14="http://schemas.microsoft.com/office/powerpoint/2010/main" val="207743822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360000"/>
            <a:ext cx="8115300" cy="606600"/>
          </a:xfrm>
          <a:prstGeom prst="rect">
            <a:avLst/>
          </a:prstGeom>
        </p:spPr>
        <p:txBody>
          <a:bodyPr/>
          <a:lstStyle>
            <a:lvl1pPr>
              <a:defRPr baseline="0">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3" name="Content Placeholder 2"/>
          <p:cNvSpPr>
            <a:spLocks noGrp="1"/>
          </p:cNvSpPr>
          <p:nvPr>
            <p:ph idx="1" hasCustomPrompt="1"/>
          </p:nvPr>
        </p:nvSpPr>
        <p:spPr>
          <a:xfrm>
            <a:off x="571500" y="1213201"/>
            <a:ext cx="8115300" cy="3230212"/>
          </a:xfrm>
          <a:prstGeom prst="rect">
            <a:avLst/>
          </a:prstGeom>
        </p:spPr>
        <p:txBody>
          <a:bodyPr>
            <a:normAutofit/>
          </a:bodyPr>
          <a:lstStyle>
            <a:lvl1pPr>
              <a:defRPr sz="1800" baseline="0">
                <a:solidFill>
                  <a:schemeClr val="tx1"/>
                </a:solidFill>
              </a:defRPr>
            </a:lvl1pPr>
            <a:lvl2pPr>
              <a:defRPr sz="16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8" name="TextBox 7"/>
          <p:cNvSpPr txBox="1"/>
          <p:nvPr/>
        </p:nvSpPr>
        <p:spPr>
          <a:xfrm>
            <a:off x="9246550" y="0"/>
            <a:ext cx="1396950" cy="230832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Innholdsfeltet kan brukes til tekst eller andre</a:t>
            </a:r>
            <a:r>
              <a:rPr lang="nb-NO" sz="800" baseline="0" noProof="1"/>
              <a:t> elementer.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Vær</a:t>
            </a:r>
            <a:r>
              <a:rPr lang="nb-NO" sz="800" baseline="0" noProof="1"/>
              <a:t> oppmerksom på at det finnes egne layoutmaler for heldekkende, utfallende bilder.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9" name="TextBox 7">
            <a:extLst>
              <a:ext uri="{FF2B5EF4-FFF2-40B4-BE49-F238E27FC236}">
                <a16:creationId xmlns:a16="http://schemas.microsoft.com/office/drawing/2014/main" id="{EDD9A8B8-9E9C-9B4A-8337-0CBFBFC32B95}"/>
              </a:ext>
            </a:extLst>
          </p:cNvPr>
          <p:cNvSpPr txBox="1"/>
          <p:nvPr/>
        </p:nvSpPr>
        <p:spPr>
          <a:xfrm>
            <a:off x="0" y="-287722"/>
            <a:ext cx="2572284" cy="215444"/>
          </a:xfrm>
          <a:prstGeom prst="rect">
            <a:avLst/>
          </a:prstGeom>
          <a:noFill/>
        </p:spPr>
        <p:txBody>
          <a:bodyPr wrap="square" rtlCol="0">
            <a:spAutoFit/>
          </a:bodyPr>
          <a:lstStyle/>
          <a:p>
            <a:r>
              <a:rPr lang="nb-NO" sz="800" b="1" noProof="1"/>
              <a:t>Title and content – text only</a:t>
            </a:r>
          </a:p>
        </p:txBody>
      </p:sp>
    </p:spTree>
    <p:extLst>
      <p:ext uri="{BB962C8B-B14F-4D97-AF65-F5344CB8AC3E}">
        <p14:creationId xmlns:p14="http://schemas.microsoft.com/office/powerpoint/2010/main" val="13493616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am presenta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360000"/>
            <a:ext cx="8115300" cy="606600"/>
          </a:xfrm>
          <a:prstGeom prst="rect">
            <a:avLst/>
          </a:prstGeom>
        </p:spPr>
        <p:txBody>
          <a:bodyPr/>
          <a:lstStyle>
            <a:lvl1pPr>
              <a:defRPr baseline="0">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8" name="TextBox 7"/>
          <p:cNvSpPr txBox="1"/>
          <p:nvPr/>
        </p:nvSpPr>
        <p:spPr>
          <a:xfrm>
            <a:off x="9246550" y="0"/>
            <a:ext cx="1396950" cy="230832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Innholdsfeltet kan brukes til tekst eller andre</a:t>
            </a:r>
            <a:r>
              <a:rPr lang="nb-NO" sz="800" baseline="0" noProof="1"/>
              <a:t> elementer.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Vær</a:t>
            </a:r>
            <a:r>
              <a:rPr lang="nb-NO" sz="800" baseline="0" noProof="1"/>
              <a:t> oppmerksom på at det finnes egne layoutmaler for heldekkende, utfallende bilder.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9" name="TextBox 7">
            <a:extLst>
              <a:ext uri="{FF2B5EF4-FFF2-40B4-BE49-F238E27FC236}">
                <a16:creationId xmlns:a16="http://schemas.microsoft.com/office/drawing/2014/main" id="{EDD9A8B8-9E9C-9B4A-8337-0CBFBFC32B95}"/>
              </a:ext>
            </a:extLst>
          </p:cNvPr>
          <p:cNvSpPr txBox="1"/>
          <p:nvPr/>
        </p:nvSpPr>
        <p:spPr>
          <a:xfrm>
            <a:off x="0" y="-287722"/>
            <a:ext cx="2572284" cy="215444"/>
          </a:xfrm>
          <a:prstGeom prst="rect">
            <a:avLst/>
          </a:prstGeom>
          <a:noFill/>
        </p:spPr>
        <p:txBody>
          <a:bodyPr wrap="square" rtlCol="0">
            <a:spAutoFit/>
          </a:bodyPr>
          <a:lstStyle/>
          <a:p>
            <a:r>
              <a:rPr lang="nb-NO" sz="800" b="1" noProof="1"/>
              <a:t>Title and team presentation</a:t>
            </a:r>
          </a:p>
        </p:txBody>
      </p:sp>
      <p:sp>
        <p:nvSpPr>
          <p:cNvPr id="47" name="Plassholder for bilde 14">
            <a:extLst>
              <a:ext uri="{FF2B5EF4-FFF2-40B4-BE49-F238E27FC236}">
                <a16:creationId xmlns:a16="http://schemas.microsoft.com/office/drawing/2014/main" id="{12AB5CF8-7129-478C-885D-AE4D02F6E383}"/>
              </a:ext>
            </a:extLst>
          </p:cNvPr>
          <p:cNvSpPr>
            <a:spLocks noGrp="1"/>
          </p:cNvSpPr>
          <p:nvPr>
            <p:ph type="pic" sz="quarter" idx="10"/>
          </p:nvPr>
        </p:nvSpPr>
        <p:spPr>
          <a:xfrm>
            <a:off x="571500" y="1259544"/>
            <a:ext cx="1063429" cy="1062414"/>
          </a:xfrm>
          <a:custGeom>
            <a:avLst/>
            <a:gdLst>
              <a:gd name="connsiteX0" fmla="*/ 674696 w 1375442"/>
              <a:gd name="connsiteY0" fmla="*/ 0 h 1374129"/>
              <a:gd name="connsiteX1" fmla="*/ 700746 w 1375442"/>
              <a:gd name="connsiteY1" fmla="*/ 0 h 1374129"/>
              <a:gd name="connsiteX2" fmla="*/ 826321 w 1375442"/>
              <a:gd name="connsiteY2" fmla="*/ 12659 h 1374129"/>
              <a:gd name="connsiteX3" fmla="*/ 1375442 w 1375442"/>
              <a:gd name="connsiteY3" fmla="*/ 686408 h 1374129"/>
              <a:gd name="connsiteX4" fmla="*/ 687721 w 1375442"/>
              <a:gd name="connsiteY4" fmla="*/ 1374129 h 1374129"/>
              <a:gd name="connsiteX5" fmla="*/ 0 w 1375442"/>
              <a:gd name="connsiteY5" fmla="*/ 686408 h 1374129"/>
              <a:gd name="connsiteX6" fmla="*/ 549121 w 1375442"/>
              <a:gd name="connsiteY6" fmla="*/ 12659 h 137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5442" h="1374129">
                <a:moveTo>
                  <a:pt x="674696" y="0"/>
                </a:moveTo>
                <a:lnTo>
                  <a:pt x="700746" y="0"/>
                </a:lnTo>
                <a:lnTo>
                  <a:pt x="826321" y="12659"/>
                </a:lnTo>
                <a:cubicBezTo>
                  <a:pt x="1139704" y="76787"/>
                  <a:pt x="1375442" y="354067"/>
                  <a:pt x="1375442" y="686408"/>
                </a:cubicBezTo>
                <a:cubicBezTo>
                  <a:pt x="1375442" y="1066226"/>
                  <a:pt x="1067539" y="1374129"/>
                  <a:pt x="687721" y="1374129"/>
                </a:cubicBezTo>
                <a:cubicBezTo>
                  <a:pt x="307903" y="1374129"/>
                  <a:pt x="0" y="1066226"/>
                  <a:pt x="0" y="686408"/>
                </a:cubicBezTo>
                <a:cubicBezTo>
                  <a:pt x="0" y="354067"/>
                  <a:pt x="235738" y="76787"/>
                  <a:pt x="549121" y="12659"/>
                </a:cubicBezTo>
                <a:close/>
              </a:path>
            </a:pathLst>
          </a:custGeom>
          <a:solidFill>
            <a:schemeClr val="accent2"/>
          </a:solidFill>
        </p:spPr>
        <p:txBody>
          <a:bodyPr wrap="square" anchor="ctr" anchorCtr="0">
            <a:noAutofit/>
          </a:bodyPr>
          <a:lstStyle>
            <a:lvl1pPr algn="ctr">
              <a:defRPr sz="1000"/>
            </a:lvl1pPr>
          </a:lstStyle>
          <a:p>
            <a:r>
              <a:rPr lang="nb-NO"/>
              <a:t>Klikk på ikonet for å legge til et bilde</a:t>
            </a:r>
          </a:p>
        </p:txBody>
      </p:sp>
      <p:sp>
        <p:nvSpPr>
          <p:cNvPr id="48" name="Plassholder for bilde 16">
            <a:extLst>
              <a:ext uri="{FF2B5EF4-FFF2-40B4-BE49-F238E27FC236}">
                <a16:creationId xmlns:a16="http://schemas.microsoft.com/office/drawing/2014/main" id="{330099D6-2560-428C-9912-D91D84708BCE}"/>
              </a:ext>
            </a:extLst>
          </p:cNvPr>
          <p:cNvSpPr>
            <a:spLocks noGrp="1"/>
          </p:cNvSpPr>
          <p:nvPr>
            <p:ph type="pic" sz="quarter" idx="12"/>
          </p:nvPr>
        </p:nvSpPr>
        <p:spPr>
          <a:xfrm>
            <a:off x="3237975" y="1259544"/>
            <a:ext cx="1063429" cy="1062414"/>
          </a:xfrm>
          <a:custGeom>
            <a:avLst/>
            <a:gdLst>
              <a:gd name="connsiteX0" fmla="*/ 674696 w 1375442"/>
              <a:gd name="connsiteY0" fmla="*/ 0 h 1374129"/>
              <a:gd name="connsiteX1" fmla="*/ 700746 w 1375442"/>
              <a:gd name="connsiteY1" fmla="*/ 0 h 1374129"/>
              <a:gd name="connsiteX2" fmla="*/ 826321 w 1375442"/>
              <a:gd name="connsiteY2" fmla="*/ 12659 h 1374129"/>
              <a:gd name="connsiteX3" fmla="*/ 1375442 w 1375442"/>
              <a:gd name="connsiteY3" fmla="*/ 686408 h 1374129"/>
              <a:gd name="connsiteX4" fmla="*/ 687721 w 1375442"/>
              <a:gd name="connsiteY4" fmla="*/ 1374129 h 1374129"/>
              <a:gd name="connsiteX5" fmla="*/ 0 w 1375442"/>
              <a:gd name="connsiteY5" fmla="*/ 686408 h 1374129"/>
              <a:gd name="connsiteX6" fmla="*/ 549121 w 1375442"/>
              <a:gd name="connsiteY6" fmla="*/ 12659 h 137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5442" h="1374129">
                <a:moveTo>
                  <a:pt x="674696" y="0"/>
                </a:moveTo>
                <a:lnTo>
                  <a:pt x="700746" y="0"/>
                </a:lnTo>
                <a:lnTo>
                  <a:pt x="826321" y="12659"/>
                </a:lnTo>
                <a:cubicBezTo>
                  <a:pt x="1139704" y="76787"/>
                  <a:pt x="1375442" y="354067"/>
                  <a:pt x="1375442" y="686408"/>
                </a:cubicBezTo>
                <a:cubicBezTo>
                  <a:pt x="1375442" y="1066226"/>
                  <a:pt x="1067539" y="1374129"/>
                  <a:pt x="687721" y="1374129"/>
                </a:cubicBezTo>
                <a:cubicBezTo>
                  <a:pt x="307903" y="1374129"/>
                  <a:pt x="0" y="1066226"/>
                  <a:pt x="0" y="686408"/>
                </a:cubicBezTo>
                <a:cubicBezTo>
                  <a:pt x="0" y="354067"/>
                  <a:pt x="235738" y="76787"/>
                  <a:pt x="549121" y="12659"/>
                </a:cubicBezTo>
                <a:close/>
              </a:path>
            </a:pathLst>
          </a:custGeom>
          <a:solidFill>
            <a:schemeClr val="accent2"/>
          </a:solidFill>
        </p:spPr>
        <p:txBody>
          <a:bodyPr wrap="square" anchor="ctr" anchorCtr="0">
            <a:noAutofit/>
          </a:bodyPr>
          <a:lstStyle>
            <a:lvl1pPr algn="ctr">
              <a:defRPr sz="1000"/>
            </a:lvl1pPr>
          </a:lstStyle>
          <a:p>
            <a:r>
              <a:rPr lang="nb-NO"/>
              <a:t>Klikk på ikonet for å legge til et bilde</a:t>
            </a:r>
          </a:p>
        </p:txBody>
      </p:sp>
      <p:sp>
        <p:nvSpPr>
          <p:cNvPr id="49" name="Plassholder for bilde 18">
            <a:extLst>
              <a:ext uri="{FF2B5EF4-FFF2-40B4-BE49-F238E27FC236}">
                <a16:creationId xmlns:a16="http://schemas.microsoft.com/office/drawing/2014/main" id="{B1DC65BC-775F-4981-B78A-EBA2671DD987}"/>
              </a:ext>
            </a:extLst>
          </p:cNvPr>
          <p:cNvSpPr>
            <a:spLocks noGrp="1"/>
          </p:cNvSpPr>
          <p:nvPr>
            <p:ph type="pic" sz="quarter" idx="14"/>
          </p:nvPr>
        </p:nvSpPr>
        <p:spPr>
          <a:xfrm>
            <a:off x="5904450" y="1259544"/>
            <a:ext cx="1063429" cy="1062414"/>
          </a:xfrm>
          <a:custGeom>
            <a:avLst/>
            <a:gdLst>
              <a:gd name="connsiteX0" fmla="*/ 674696 w 1375442"/>
              <a:gd name="connsiteY0" fmla="*/ 0 h 1374129"/>
              <a:gd name="connsiteX1" fmla="*/ 700746 w 1375442"/>
              <a:gd name="connsiteY1" fmla="*/ 0 h 1374129"/>
              <a:gd name="connsiteX2" fmla="*/ 826321 w 1375442"/>
              <a:gd name="connsiteY2" fmla="*/ 12659 h 1374129"/>
              <a:gd name="connsiteX3" fmla="*/ 1375442 w 1375442"/>
              <a:gd name="connsiteY3" fmla="*/ 686408 h 1374129"/>
              <a:gd name="connsiteX4" fmla="*/ 687721 w 1375442"/>
              <a:gd name="connsiteY4" fmla="*/ 1374129 h 1374129"/>
              <a:gd name="connsiteX5" fmla="*/ 0 w 1375442"/>
              <a:gd name="connsiteY5" fmla="*/ 686408 h 1374129"/>
              <a:gd name="connsiteX6" fmla="*/ 549121 w 1375442"/>
              <a:gd name="connsiteY6" fmla="*/ 12659 h 137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5442" h="1374129">
                <a:moveTo>
                  <a:pt x="674696" y="0"/>
                </a:moveTo>
                <a:lnTo>
                  <a:pt x="700746" y="0"/>
                </a:lnTo>
                <a:lnTo>
                  <a:pt x="826321" y="12659"/>
                </a:lnTo>
                <a:cubicBezTo>
                  <a:pt x="1139704" y="76787"/>
                  <a:pt x="1375442" y="354067"/>
                  <a:pt x="1375442" y="686408"/>
                </a:cubicBezTo>
                <a:cubicBezTo>
                  <a:pt x="1375442" y="1066226"/>
                  <a:pt x="1067539" y="1374129"/>
                  <a:pt x="687721" y="1374129"/>
                </a:cubicBezTo>
                <a:cubicBezTo>
                  <a:pt x="307903" y="1374129"/>
                  <a:pt x="0" y="1066226"/>
                  <a:pt x="0" y="686408"/>
                </a:cubicBezTo>
                <a:cubicBezTo>
                  <a:pt x="0" y="354067"/>
                  <a:pt x="235738" y="76787"/>
                  <a:pt x="549121" y="12659"/>
                </a:cubicBezTo>
                <a:close/>
              </a:path>
            </a:pathLst>
          </a:custGeom>
          <a:solidFill>
            <a:schemeClr val="accent2"/>
          </a:solidFill>
        </p:spPr>
        <p:txBody>
          <a:bodyPr wrap="square" anchor="ctr" anchorCtr="0">
            <a:noAutofit/>
          </a:bodyPr>
          <a:lstStyle>
            <a:lvl1pPr algn="ctr">
              <a:defRPr sz="1000"/>
            </a:lvl1pPr>
          </a:lstStyle>
          <a:p>
            <a:r>
              <a:rPr lang="nb-NO"/>
              <a:t>Klikk på ikonet for å legge til et bilde</a:t>
            </a:r>
          </a:p>
        </p:txBody>
      </p:sp>
      <p:sp>
        <p:nvSpPr>
          <p:cNvPr id="50" name="Plassholder for tekst 3">
            <a:extLst>
              <a:ext uri="{FF2B5EF4-FFF2-40B4-BE49-F238E27FC236}">
                <a16:creationId xmlns:a16="http://schemas.microsoft.com/office/drawing/2014/main" id="{9EFAE50D-B78C-440B-829D-ADD0300614A7}"/>
              </a:ext>
            </a:extLst>
          </p:cNvPr>
          <p:cNvSpPr>
            <a:spLocks noGrp="1"/>
          </p:cNvSpPr>
          <p:nvPr>
            <p:ph type="body" sz="quarter" idx="23" hasCustomPrompt="1"/>
          </p:nvPr>
        </p:nvSpPr>
        <p:spPr>
          <a:xfrm>
            <a:off x="1761515" y="1212850"/>
            <a:ext cx="1333869" cy="361478"/>
          </a:xfrm>
        </p:spPr>
        <p:txBody>
          <a:bodyPr anchor="b">
            <a:noAutofit/>
          </a:bodyPr>
          <a:lstStyle>
            <a:lvl1pPr marL="0" indent="0">
              <a:buNone/>
              <a:defRPr sz="1000" b="1"/>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name</a:t>
            </a:r>
            <a:r>
              <a:rPr lang="nb-NO"/>
              <a:t> </a:t>
            </a:r>
          </a:p>
        </p:txBody>
      </p:sp>
      <p:sp>
        <p:nvSpPr>
          <p:cNvPr id="51" name="Plassholder for tekst 5">
            <a:extLst>
              <a:ext uri="{FF2B5EF4-FFF2-40B4-BE49-F238E27FC236}">
                <a16:creationId xmlns:a16="http://schemas.microsoft.com/office/drawing/2014/main" id="{B12F6E99-96F6-4F12-995E-C27E16897358}"/>
              </a:ext>
            </a:extLst>
          </p:cNvPr>
          <p:cNvSpPr>
            <a:spLocks noGrp="1"/>
          </p:cNvSpPr>
          <p:nvPr>
            <p:ph type="body" sz="quarter" idx="24" hasCustomPrompt="1"/>
          </p:nvPr>
        </p:nvSpPr>
        <p:spPr>
          <a:xfrm>
            <a:off x="1762125" y="1658852"/>
            <a:ext cx="1333500" cy="761360"/>
          </a:xfrm>
        </p:spPr>
        <p:txBody>
          <a:bodyPr>
            <a:noAutofit/>
          </a:bodyPr>
          <a:lstStyle>
            <a:lvl1pPr marL="0" indent="0">
              <a:buNone/>
              <a:defRPr sz="1000"/>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title</a:t>
            </a:r>
            <a:r>
              <a:rPr lang="nb-NO"/>
              <a:t> and </a:t>
            </a:r>
            <a:r>
              <a:rPr lang="nb-NO" err="1"/>
              <a:t>information</a:t>
            </a:r>
            <a:endParaRPr lang="nb-NO"/>
          </a:p>
        </p:txBody>
      </p:sp>
      <p:sp>
        <p:nvSpPr>
          <p:cNvPr id="52" name="Plassholder for tekst 3">
            <a:extLst>
              <a:ext uri="{FF2B5EF4-FFF2-40B4-BE49-F238E27FC236}">
                <a16:creationId xmlns:a16="http://schemas.microsoft.com/office/drawing/2014/main" id="{9292159D-A239-427B-9C9D-3DA70F899889}"/>
              </a:ext>
            </a:extLst>
          </p:cNvPr>
          <p:cNvSpPr>
            <a:spLocks noGrp="1"/>
          </p:cNvSpPr>
          <p:nvPr>
            <p:ph type="body" sz="quarter" idx="25" hasCustomPrompt="1"/>
          </p:nvPr>
        </p:nvSpPr>
        <p:spPr>
          <a:xfrm>
            <a:off x="4443754" y="1212850"/>
            <a:ext cx="1333869" cy="361478"/>
          </a:xfrm>
        </p:spPr>
        <p:txBody>
          <a:bodyPr anchor="b">
            <a:noAutofit/>
          </a:bodyPr>
          <a:lstStyle>
            <a:lvl1pPr marL="0" indent="0">
              <a:buNone/>
              <a:defRPr sz="1000" b="1"/>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name</a:t>
            </a:r>
            <a:r>
              <a:rPr lang="nb-NO"/>
              <a:t> </a:t>
            </a:r>
          </a:p>
        </p:txBody>
      </p:sp>
      <p:sp>
        <p:nvSpPr>
          <p:cNvPr id="53" name="Plassholder for tekst 5">
            <a:extLst>
              <a:ext uri="{FF2B5EF4-FFF2-40B4-BE49-F238E27FC236}">
                <a16:creationId xmlns:a16="http://schemas.microsoft.com/office/drawing/2014/main" id="{070CF4F3-3986-49FB-98F1-457933BBCEBF}"/>
              </a:ext>
            </a:extLst>
          </p:cNvPr>
          <p:cNvSpPr>
            <a:spLocks noGrp="1"/>
          </p:cNvSpPr>
          <p:nvPr>
            <p:ph type="body" sz="quarter" idx="26" hasCustomPrompt="1"/>
          </p:nvPr>
        </p:nvSpPr>
        <p:spPr>
          <a:xfrm>
            <a:off x="4444364" y="1658852"/>
            <a:ext cx="1333500" cy="761360"/>
          </a:xfrm>
        </p:spPr>
        <p:txBody>
          <a:bodyPr>
            <a:noAutofit/>
          </a:bodyPr>
          <a:lstStyle>
            <a:lvl1pPr marL="0" indent="0">
              <a:buNone/>
              <a:defRPr sz="1000"/>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title</a:t>
            </a:r>
            <a:r>
              <a:rPr lang="nb-NO"/>
              <a:t> and </a:t>
            </a:r>
            <a:r>
              <a:rPr lang="nb-NO" err="1"/>
              <a:t>information</a:t>
            </a:r>
            <a:endParaRPr lang="nb-NO"/>
          </a:p>
        </p:txBody>
      </p:sp>
      <p:sp>
        <p:nvSpPr>
          <p:cNvPr id="54" name="Plassholder for tekst 3">
            <a:extLst>
              <a:ext uri="{FF2B5EF4-FFF2-40B4-BE49-F238E27FC236}">
                <a16:creationId xmlns:a16="http://schemas.microsoft.com/office/drawing/2014/main" id="{9A939696-8DE8-4A64-8BE1-29257614CC9C}"/>
              </a:ext>
            </a:extLst>
          </p:cNvPr>
          <p:cNvSpPr>
            <a:spLocks noGrp="1"/>
          </p:cNvSpPr>
          <p:nvPr>
            <p:ph type="body" sz="quarter" idx="27" hasCustomPrompt="1"/>
          </p:nvPr>
        </p:nvSpPr>
        <p:spPr>
          <a:xfrm>
            <a:off x="7125752" y="1212850"/>
            <a:ext cx="1333869" cy="361478"/>
          </a:xfrm>
        </p:spPr>
        <p:txBody>
          <a:bodyPr anchor="b">
            <a:noAutofit/>
          </a:bodyPr>
          <a:lstStyle>
            <a:lvl1pPr marL="0" indent="0">
              <a:buNone/>
              <a:defRPr sz="1000" b="1"/>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name</a:t>
            </a:r>
            <a:r>
              <a:rPr lang="nb-NO"/>
              <a:t> </a:t>
            </a:r>
          </a:p>
        </p:txBody>
      </p:sp>
      <p:sp>
        <p:nvSpPr>
          <p:cNvPr id="55" name="Plassholder for tekst 5">
            <a:extLst>
              <a:ext uri="{FF2B5EF4-FFF2-40B4-BE49-F238E27FC236}">
                <a16:creationId xmlns:a16="http://schemas.microsoft.com/office/drawing/2014/main" id="{EA7C6B97-E847-4CC9-8D9A-B7F90BE570B1}"/>
              </a:ext>
            </a:extLst>
          </p:cNvPr>
          <p:cNvSpPr>
            <a:spLocks noGrp="1"/>
          </p:cNvSpPr>
          <p:nvPr>
            <p:ph type="body" sz="quarter" idx="28" hasCustomPrompt="1"/>
          </p:nvPr>
        </p:nvSpPr>
        <p:spPr>
          <a:xfrm>
            <a:off x="7126362" y="1658852"/>
            <a:ext cx="1333500" cy="761360"/>
          </a:xfrm>
        </p:spPr>
        <p:txBody>
          <a:bodyPr>
            <a:noAutofit/>
          </a:bodyPr>
          <a:lstStyle>
            <a:lvl1pPr marL="0" indent="0">
              <a:buNone/>
              <a:defRPr sz="1000"/>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title</a:t>
            </a:r>
            <a:r>
              <a:rPr lang="nb-NO"/>
              <a:t> and </a:t>
            </a:r>
            <a:r>
              <a:rPr lang="nb-NO" err="1"/>
              <a:t>information</a:t>
            </a:r>
            <a:endParaRPr lang="nb-NO"/>
          </a:p>
        </p:txBody>
      </p:sp>
      <p:sp>
        <p:nvSpPr>
          <p:cNvPr id="56" name="Plassholder for bilde 14">
            <a:extLst>
              <a:ext uri="{FF2B5EF4-FFF2-40B4-BE49-F238E27FC236}">
                <a16:creationId xmlns:a16="http://schemas.microsoft.com/office/drawing/2014/main" id="{89E24870-5F9F-4684-860E-648C088D5366}"/>
              </a:ext>
            </a:extLst>
          </p:cNvPr>
          <p:cNvSpPr>
            <a:spLocks noGrp="1"/>
          </p:cNvSpPr>
          <p:nvPr>
            <p:ph type="pic" sz="quarter" idx="29"/>
          </p:nvPr>
        </p:nvSpPr>
        <p:spPr>
          <a:xfrm>
            <a:off x="571259" y="2816176"/>
            <a:ext cx="1063429" cy="1062414"/>
          </a:xfrm>
          <a:custGeom>
            <a:avLst/>
            <a:gdLst>
              <a:gd name="connsiteX0" fmla="*/ 674696 w 1375442"/>
              <a:gd name="connsiteY0" fmla="*/ 0 h 1374129"/>
              <a:gd name="connsiteX1" fmla="*/ 700746 w 1375442"/>
              <a:gd name="connsiteY1" fmla="*/ 0 h 1374129"/>
              <a:gd name="connsiteX2" fmla="*/ 826321 w 1375442"/>
              <a:gd name="connsiteY2" fmla="*/ 12659 h 1374129"/>
              <a:gd name="connsiteX3" fmla="*/ 1375442 w 1375442"/>
              <a:gd name="connsiteY3" fmla="*/ 686408 h 1374129"/>
              <a:gd name="connsiteX4" fmla="*/ 687721 w 1375442"/>
              <a:gd name="connsiteY4" fmla="*/ 1374129 h 1374129"/>
              <a:gd name="connsiteX5" fmla="*/ 0 w 1375442"/>
              <a:gd name="connsiteY5" fmla="*/ 686408 h 1374129"/>
              <a:gd name="connsiteX6" fmla="*/ 549121 w 1375442"/>
              <a:gd name="connsiteY6" fmla="*/ 12659 h 137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5442" h="1374129">
                <a:moveTo>
                  <a:pt x="674696" y="0"/>
                </a:moveTo>
                <a:lnTo>
                  <a:pt x="700746" y="0"/>
                </a:lnTo>
                <a:lnTo>
                  <a:pt x="826321" y="12659"/>
                </a:lnTo>
                <a:cubicBezTo>
                  <a:pt x="1139704" y="76787"/>
                  <a:pt x="1375442" y="354067"/>
                  <a:pt x="1375442" y="686408"/>
                </a:cubicBezTo>
                <a:cubicBezTo>
                  <a:pt x="1375442" y="1066226"/>
                  <a:pt x="1067539" y="1374129"/>
                  <a:pt x="687721" y="1374129"/>
                </a:cubicBezTo>
                <a:cubicBezTo>
                  <a:pt x="307903" y="1374129"/>
                  <a:pt x="0" y="1066226"/>
                  <a:pt x="0" y="686408"/>
                </a:cubicBezTo>
                <a:cubicBezTo>
                  <a:pt x="0" y="354067"/>
                  <a:pt x="235738" y="76787"/>
                  <a:pt x="549121" y="12659"/>
                </a:cubicBezTo>
                <a:close/>
              </a:path>
            </a:pathLst>
          </a:custGeom>
          <a:solidFill>
            <a:schemeClr val="accent2"/>
          </a:solidFill>
        </p:spPr>
        <p:txBody>
          <a:bodyPr wrap="square" anchor="ctr" anchorCtr="0">
            <a:noAutofit/>
          </a:bodyPr>
          <a:lstStyle>
            <a:lvl1pPr algn="ctr">
              <a:defRPr sz="1000"/>
            </a:lvl1pPr>
          </a:lstStyle>
          <a:p>
            <a:r>
              <a:rPr lang="nb-NO"/>
              <a:t>Klikk på ikonet for å legge til et bilde</a:t>
            </a:r>
          </a:p>
        </p:txBody>
      </p:sp>
      <p:sp>
        <p:nvSpPr>
          <p:cNvPr id="57" name="Plassholder for bilde 16">
            <a:extLst>
              <a:ext uri="{FF2B5EF4-FFF2-40B4-BE49-F238E27FC236}">
                <a16:creationId xmlns:a16="http://schemas.microsoft.com/office/drawing/2014/main" id="{7EA246E5-5B1D-48D5-BED7-4D5BA8C70E8F}"/>
              </a:ext>
            </a:extLst>
          </p:cNvPr>
          <p:cNvSpPr>
            <a:spLocks noGrp="1"/>
          </p:cNvSpPr>
          <p:nvPr>
            <p:ph type="pic" sz="quarter" idx="30"/>
          </p:nvPr>
        </p:nvSpPr>
        <p:spPr>
          <a:xfrm>
            <a:off x="3237734" y="2816176"/>
            <a:ext cx="1063429" cy="1062414"/>
          </a:xfrm>
          <a:custGeom>
            <a:avLst/>
            <a:gdLst>
              <a:gd name="connsiteX0" fmla="*/ 674696 w 1375442"/>
              <a:gd name="connsiteY0" fmla="*/ 0 h 1374129"/>
              <a:gd name="connsiteX1" fmla="*/ 700746 w 1375442"/>
              <a:gd name="connsiteY1" fmla="*/ 0 h 1374129"/>
              <a:gd name="connsiteX2" fmla="*/ 826321 w 1375442"/>
              <a:gd name="connsiteY2" fmla="*/ 12659 h 1374129"/>
              <a:gd name="connsiteX3" fmla="*/ 1375442 w 1375442"/>
              <a:gd name="connsiteY3" fmla="*/ 686408 h 1374129"/>
              <a:gd name="connsiteX4" fmla="*/ 687721 w 1375442"/>
              <a:gd name="connsiteY4" fmla="*/ 1374129 h 1374129"/>
              <a:gd name="connsiteX5" fmla="*/ 0 w 1375442"/>
              <a:gd name="connsiteY5" fmla="*/ 686408 h 1374129"/>
              <a:gd name="connsiteX6" fmla="*/ 549121 w 1375442"/>
              <a:gd name="connsiteY6" fmla="*/ 12659 h 137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5442" h="1374129">
                <a:moveTo>
                  <a:pt x="674696" y="0"/>
                </a:moveTo>
                <a:lnTo>
                  <a:pt x="700746" y="0"/>
                </a:lnTo>
                <a:lnTo>
                  <a:pt x="826321" y="12659"/>
                </a:lnTo>
                <a:cubicBezTo>
                  <a:pt x="1139704" y="76787"/>
                  <a:pt x="1375442" y="354067"/>
                  <a:pt x="1375442" y="686408"/>
                </a:cubicBezTo>
                <a:cubicBezTo>
                  <a:pt x="1375442" y="1066226"/>
                  <a:pt x="1067539" y="1374129"/>
                  <a:pt x="687721" y="1374129"/>
                </a:cubicBezTo>
                <a:cubicBezTo>
                  <a:pt x="307903" y="1374129"/>
                  <a:pt x="0" y="1066226"/>
                  <a:pt x="0" y="686408"/>
                </a:cubicBezTo>
                <a:cubicBezTo>
                  <a:pt x="0" y="354067"/>
                  <a:pt x="235738" y="76787"/>
                  <a:pt x="549121" y="12659"/>
                </a:cubicBezTo>
                <a:close/>
              </a:path>
            </a:pathLst>
          </a:custGeom>
          <a:solidFill>
            <a:schemeClr val="accent2"/>
          </a:solidFill>
        </p:spPr>
        <p:txBody>
          <a:bodyPr wrap="square" anchor="ctr" anchorCtr="0">
            <a:noAutofit/>
          </a:bodyPr>
          <a:lstStyle>
            <a:lvl1pPr algn="ctr">
              <a:defRPr sz="1000"/>
            </a:lvl1pPr>
          </a:lstStyle>
          <a:p>
            <a:r>
              <a:rPr lang="nb-NO"/>
              <a:t>Klikk på ikonet for å legge til et bilde</a:t>
            </a:r>
          </a:p>
        </p:txBody>
      </p:sp>
      <p:sp>
        <p:nvSpPr>
          <p:cNvPr id="58" name="Plassholder for bilde 18">
            <a:extLst>
              <a:ext uri="{FF2B5EF4-FFF2-40B4-BE49-F238E27FC236}">
                <a16:creationId xmlns:a16="http://schemas.microsoft.com/office/drawing/2014/main" id="{7F0D1F2D-5251-4151-947B-EE0C97101EEA}"/>
              </a:ext>
            </a:extLst>
          </p:cNvPr>
          <p:cNvSpPr>
            <a:spLocks noGrp="1"/>
          </p:cNvSpPr>
          <p:nvPr>
            <p:ph type="pic" sz="quarter" idx="31"/>
          </p:nvPr>
        </p:nvSpPr>
        <p:spPr>
          <a:xfrm>
            <a:off x="5904209" y="2816176"/>
            <a:ext cx="1063429" cy="1062414"/>
          </a:xfrm>
          <a:custGeom>
            <a:avLst/>
            <a:gdLst>
              <a:gd name="connsiteX0" fmla="*/ 674696 w 1375442"/>
              <a:gd name="connsiteY0" fmla="*/ 0 h 1374129"/>
              <a:gd name="connsiteX1" fmla="*/ 700746 w 1375442"/>
              <a:gd name="connsiteY1" fmla="*/ 0 h 1374129"/>
              <a:gd name="connsiteX2" fmla="*/ 826321 w 1375442"/>
              <a:gd name="connsiteY2" fmla="*/ 12659 h 1374129"/>
              <a:gd name="connsiteX3" fmla="*/ 1375442 w 1375442"/>
              <a:gd name="connsiteY3" fmla="*/ 686408 h 1374129"/>
              <a:gd name="connsiteX4" fmla="*/ 687721 w 1375442"/>
              <a:gd name="connsiteY4" fmla="*/ 1374129 h 1374129"/>
              <a:gd name="connsiteX5" fmla="*/ 0 w 1375442"/>
              <a:gd name="connsiteY5" fmla="*/ 686408 h 1374129"/>
              <a:gd name="connsiteX6" fmla="*/ 549121 w 1375442"/>
              <a:gd name="connsiteY6" fmla="*/ 12659 h 137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5442" h="1374129">
                <a:moveTo>
                  <a:pt x="674696" y="0"/>
                </a:moveTo>
                <a:lnTo>
                  <a:pt x="700746" y="0"/>
                </a:lnTo>
                <a:lnTo>
                  <a:pt x="826321" y="12659"/>
                </a:lnTo>
                <a:cubicBezTo>
                  <a:pt x="1139704" y="76787"/>
                  <a:pt x="1375442" y="354067"/>
                  <a:pt x="1375442" y="686408"/>
                </a:cubicBezTo>
                <a:cubicBezTo>
                  <a:pt x="1375442" y="1066226"/>
                  <a:pt x="1067539" y="1374129"/>
                  <a:pt x="687721" y="1374129"/>
                </a:cubicBezTo>
                <a:cubicBezTo>
                  <a:pt x="307903" y="1374129"/>
                  <a:pt x="0" y="1066226"/>
                  <a:pt x="0" y="686408"/>
                </a:cubicBezTo>
                <a:cubicBezTo>
                  <a:pt x="0" y="354067"/>
                  <a:pt x="235738" y="76787"/>
                  <a:pt x="549121" y="12659"/>
                </a:cubicBezTo>
                <a:close/>
              </a:path>
            </a:pathLst>
          </a:custGeom>
          <a:solidFill>
            <a:schemeClr val="accent2"/>
          </a:solidFill>
        </p:spPr>
        <p:txBody>
          <a:bodyPr wrap="square" anchor="ctr" anchorCtr="0">
            <a:noAutofit/>
          </a:bodyPr>
          <a:lstStyle>
            <a:lvl1pPr algn="ctr">
              <a:defRPr sz="1000"/>
            </a:lvl1pPr>
          </a:lstStyle>
          <a:p>
            <a:r>
              <a:rPr lang="nb-NO"/>
              <a:t>Klikk på ikonet for å legge til et bilde</a:t>
            </a:r>
          </a:p>
        </p:txBody>
      </p:sp>
      <p:sp>
        <p:nvSpPr>
          <p:cNvPr id="59" name="Plassholder for tekst 3">
            <a:extLst>
              <a:ext uri="{FF2B5EF4-FFF2-40B4-BE49-F238E27FC236}">
                <a16:creationId xmlns:a16="http://schemas.microsoft.com/office/drawing/2014/main" id="{8E57CF47-BD3D-427A-9D30-ADAC11915155}"/>
              </a:ext>
            </a:extLst>
          </p:cNvPr>
          <p:cNvSpPr>
            <a:spLocks noGrp="1"/>
          </p:cNvSpPr>
          <p:nvPr>
            <p:ph type="body" sz="quarter" idx="32" hasCustomPrompt="1"/>
          </p:nvPr>
        </p:nvSpPr>
        <p:spPr>
          <a:xfrm>
            <a:off x="1761274" y="2769482"/>
            <a:ext cx="1333869" cy="361478"/>
          </a:xfrm>
        </p:spPr>
        <p:txBody>
          <a:bodyPr anchor="b">
            <a:noAutofit/>
          </a:bodyPr>
          <a:lstStyle>
            <a:lvl1pPr marL="0" indent="0">
              <a:buNone/>
              <a:defRPr sz="1000" b="1"/>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name</a:t>
            </a:r>
            <a:r>
              <a:rPr lang="nb-NO"/>
              <a:t> </a:t>
            </a:r>
          </a:p>
        </p:txBody>
      </p:sp>
      <p:sp>
        <p:nvSpPr>
          <p:cNvPr id="60" name="Plassholder for tekst 5">
            <a:extLst>
              <a:ext uri="{FF2B5EF4-FFF2-40B4-BE49-F238E27FC236}">
                <a16:creationId xmlns:a16="http://schemas.microsoft.com/office/drawing/2014/main" id="{D4D5925C-D0AF-4F60-AC6A-7C6322551E1E}"/>
              </a:ext>
            </a:extLst>
          </p:cNvPr>
          <p:cNvSpPr>
            <a:spLocks noGrp="1"/>
          </p:cNvSpPr>
          <p:nvPr>
            <p:ph type="body" sz="quarter" idx="33" hasCustomPrompt="1"/>
          </p:nvPr>
        </p:nvSpPr>
        <p:spPr>
          <a:xfrm>
            <a:off x="1761884" y="3215484"/>
            <a:ext cx="1333500" cy="761360"/>
          </a:xfrm>
        </p:spPr>
        <p:txBody>
          <a:bodyPr>
            <a:noAutofit/>
          </a:bodyPr>
          <a:lstStyle>
            <a:lvl1pPr marL="0" indent="0">
              <a:buNone/>
              <a:defRPr sz="1000"/>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title</a:t>
            </a:r>
            <a:r>
              <a:rPr lang="nb-NO"/>
              <a:t> and </a:t>
            </a:r>
            <a:r>
              <a:rPr lang="nb-NO" err="1"/>
              <a:t>information</a:t>
            </a:r>
            <a:endParaRPr lang="nb-NO"/>
          </a:p>
        </p:txBody>
      </p:sp>
      <p:sp>
        <p:nvSpPr>
          <p:cNvPr id="61" name="Plassholder for tekst 3">
            <a:extLst>
              <a:ext uri="{FF2B5EF4-FFF2-40B4-BE49-F238E27FC236}">
                <a16:creationId xmlns:a16="http://schemas.microsoft.com/office/drawing/2014/main" id="{8024A119-F365-4FFE-9B32-A6CDC29C3C5D}"/>
              </a:ext>
            </a:extLst>
          </p:cNvPr>
          <p:cNvSpPr>
            <a:spLocks noGrp="1"/>
          </p:cNvSpPr>
          <p:nvPr>
            <p:ph type="body" sz="quarter" idx="34" hasCustomPrompt="1"/>
          </p:nvPr>
        </p:nvSpPr>
        <p:spPr>
          <a:xfrm>
            <a:off x="4443513" y="2769482"/>
            <a:ext cx="1333869" cy="361478"/>
          </a:xfrm>
        </p:spPr>
        <p:txBody>
          <a:bodyPr anchor="b">
            <a:noAutofit/>
          </a:bodyPr>
          <a:lstStyle>
            <a:lvl1pPr marL="0" indent="0">
              <a:buNone/>
              <a:defRPr sz="1000" b="1"/>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name</a:t>
            </a:r>
            <a:r>
              <a:rPr lang="nb-NO"/>
              <a:t> </a:t>
            </a:r>
          </a:p>
        </p:txBody>
      </p:sp>
      <p:sp>
        <p:nvSpPr>
          <p:cNvPr id="62" name="Plassholder for tekst 5">
            <a:extLst>
              <a:ext uri="{FF2B5EF4-FFF2-40B4-BE49-F238E27FC236}">
                <a16:creationId xmlns:a16="http://schemas.microsoft.com/office/drawing/2014/main" id="{5400F042-8A97-457D-B494-10D6D55F60F5}"/>
              </a:ext>
            </a:extLst>
          </p:cNvPr>
          <p:cNvSpPr>
            <a:spLocks noGrp="1"/>
          </p:cNvSpPr>
          <p:nvPr>
            <p:ph type="body" sz="quarter" idx="35" hasCustomPrompt="1"/>
          </p:nvPr>
        </p:nvSpPr>
        <p:spPr>
          <a:xfrm>
            <a:off x="4444123" y="3215484"/>
            <a:ext cx="1333500" cy="761360"/>
          </a:xfrm>
        </p:spPr>
        <p:txBody>
          <a:bodyPr>
            <a:noAutofit/>
          </a:bodyPr>
          <a:lstStyle>
            <a:lvl1pPr marL="0" indent="0">
              <a:buNone/>
              <a:defRPr sz="1000"/>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title</a:t>
            </a:r>
            <a:r>
              <a:rPr lang="nb-NO"/>
              <a:t> and </a:t>
            </a:r>
            <a:r>
              <a:rPr lang="nb-NO" err="1"/>
              <a:t>information</a:t>
            </a:r>
            <a:endParaRPr lang="nb-NO"/>
          </a:p>
        </p:txBody>
      </p:sp>
      <p:sp>
        <p:nvSpPr>
          <p:cNvPr id="63" name="Plassholder for tekst 3">
            <a:extLst>
              <a:ext uri="{FF2B5EF4-FFF2-40B4-BE49-F238E27FC236}">
                <a16:creationId xmlns:a16="http://schemas.microsoft.com/office/drawing/2014/main" id="{4C2D684F-AA58-4266-BE8F-9D039F826CC8}"/>
              </a:ext>
            </a:extLst>
          </p:cNvPr>
          <p:cNvSpPr>
            <a:spLocks noGrp="1"/>
          </p:cNvSpPr>
          <p:nvPr>
            <p:ph type="body" sz="quarter" idx="36" hasCustomPrompt="1"/>
          </p:nvPr>
        </p:nvSpPr>
        <p:spPr>
          <a:xfrm>
            <a:off x="7125511" y="2769482"/>
            <a:ext cx="1333869" cy="361478"/>
          </a:xfrm>
        </p:spPr>
        <p:txBody>
          <a:bodyPr anchor="b">
            <a:noAutofit/>
          </a:bodyPr>
          <a:lstStyle>
            <a:lvl1pPr marL="0" indent="0">
              <a:buNone/>
              <a:defRPr sz="1000" b="1"/>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name</a:t>
            </a:r>
            <a:r>
              <a:rPr lang="nb-NO"/>
              <a:t> </a:t>
            </a:r>
          </a:p>
        </p:txBody>
      </p:sp>
      <p:sp>
        <p:nvSpPr>
          <p:cNvPr id="64" name="Plassholder for tekst 5">
            <a:extLst>
              <a:ext uri="{FF2B5EF4-FFF2-40B4-BE49-F238E27FC236}">
                <a16:creationId xmlns:a16="http://schemas.microsoft.com/office/drawing/2014/main" id="{EA439540-9F4A-4C90-A0E3-A24A710D32BF}"/>
              </a:ext>
            </a:extLst>
          </p:cNvPr>
          <p:cNvSpPr>
            <a:spLocks noGrp="1"/>
          </p:cNvSpPr>
          <p:nvPr>
            <p:ph type="body" sz="quarter" idx="37" hasCustomPrompt="1"/>
          </p:nvPr>
        </p:nvSpPr>
        <p:spPr>
          <a:xfrm>
            <a:off x="7126121" y="3215484"/>
            <a:ext cx="1333500" cy="761360"/>
          </a:xfrm>
        </p:spPr>
        <p:txBody>
          <a:bodyPr>
            <a:noAutofit/>
          </a:bodyPr>
          <a:lstStyle>
            <a:lvl1pPr marL="0" indent="0">
              <a:buNone/>
              <a:defRPr sz="1000"/>
            </a:lvl1pPr>
            <a:lvl2pPr marL="144000" indent="0">
              <a:buNone/>
              <a:defRPr sz="1000"/>
            </a:lvl2pPr>
            <a:lvl3pPr marL="277787" indent="0">
              <a:buNone/>
              <a:defRPr sz="1000"/>
            </a:lvl3pPr>
            <a:lvl4pPr marL="414337" indent="0">
              <a:buNone/>
              <a:defRPr sz="1000"/>
            </a:lvl4pPr>
            <a:lvl5pPr marL="539750" indent="0">
              <a:buNone/>
              <a:defRPr sz="1000"/>
            </a:lvl5pPr>
          </a:lstStyle>
          <a:p>
            <a:pPr lvl="0"/>
            <a:r>
              <a:rPr lang="nb-NO" err="1"/>
              <a:t>Add</a:t>
            </a:r>
            <a:r>
              <a:rPr lang="nb-NO"/>
              <a:t> </a:t>
            </a:r>
            <a:r>
              <a:rPr lang="nb-NO" err="1"/>
              <a:t>title</a:t>
            </a:r>
            <a:r>
              <a:rPr lang="nb-NO"/>
              <a:t> and </a:t>
            </a:r>
            <a:r>
              <a:rPr lang="nb-NO" err="1"/>
              <a:t>information</a:t>
            </a:r>
            <a:endParaRPr lang="nb-NO"/>
          </a:p>
        </p:txBody>
      </p:sp>
    </p:spTree>
    <p:extLst>
      <p:ext uri="{BB962C8B-B14F-4D97-AF65-F5344CB8AC3E}">
        <p14:creationId xmlns:p14="http://schemas.microsoft.com/office/powerpoint/2010/main" val="365493212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square pictur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360000"/>
            <a:ext cx="3458391" cy="606600"/>
          </a:xfrm>
          <a:prstGeom prst="rect">
            <a:avLst/>
          </a:prstGeom>
        </p:spPr>
        <p:txBody>
          <a:bodyPr/>
          <a:lstStyle>
            <a:lvl1pPr>
              <a:defRPr>
                <a:solidFill>
                  <a:srgbClr val="BF0900"/>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3" name="Content Placeholder 2"/>
          <p:cNvSpPr>
            <a:spLocks noGrp="1"/>
          </p:cNvSpPr>
          <p:nvPr>
            <p:ph idx="1" hasCustomPrompt="1"/>
          </p:nvPr>
        </p:nvSpPr>
        <p:spPr>
          <a:xfrm>
            <a:off x="571500" y="1212851"/>
            <a:ext cx="3458391" cy="3230562"/>
          </a:xfrm>
          <a:prstGeom prst="rect">
            <a:avLst/>
          </a:prstGeom>
        </p:spPr>
        <p:txBody>
          <a:bodyPr>
            <a:normAutofit/>
          </a:bodyPr>
          <a:lstStyle>
            <a:lvl1pPr>
              <a:defRPr sz="1800">
                <a:solidFill>
                  <a:schemeClr val="tx1"/>
                </a:solidFill>
              </a:defRPr>
            </a:lvl1pPr>
            <a:lvl2pPr>
              <a:defRPr sz="16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10" name="TextBox 7">
            <a:extLst>
              <a:ext uri="{FF2B5EF4-FFF2-40B4-BE49-F238E27FC236}">
                <a16:creationId xmlns:a16="http://schemas.microsoft.com/office/drawing/2014/main" id="{4DCB47A4-2EBA-204A-8E47-730228792A8E}"/>
              </a:ext>
            </a:extLst>
          </p:cNvPr>
          <p:cNvSpPr txBox="1"/>
          <p:nvPr/>
        </p:nvSpPr>
        <p:spPr>
          <a:xfrm>
            <a:off x="0" y="-287722"/>
            <a:ext cx="1991170" cy="215444"/>
          </a:xfrm>
          <a:prstGeom prst="rect">
            <a:avLst/>
          </a:prstGeom>
          <a:noFill/>
        </p:spPr>
        <p:txBody>
          <a:bodyPr wrap="square" rtlCol="0">
            <a:spAutoFit/>
          </a:bodyPr>
          <a:lstStyle/>
          <a:p>
            <a:r>
              <a:rPr lang="nb-NO" sz="800" b="1" noProof="1"/>
              <a:t>Text square picture right</a:t>
            </a:r>
          </a:p>
        </p:txBody>
      </p:sp>
      <p:sp>
        <p:nvSpPr>
          <p:cNvPr id="11" name="TextBox 7">
            <a:extLst>
              <a:ext uri="{FF2B5EF4-FFF2-40B4-BE49-F238E27FC236}">
                <a16:creationId xmlns:a16="http://schemas.microsoft.com/office/drawing/2014/main" id="{1F1B407C-A22F-064F-9840-7CEDE8ED1185}"/>
              </a:ext>
            </a:extLst>
          </p:cNvPr>
          <p:cNvSpPr txBox="1"/>
          <p:nvPr/>
        </p:nvSpPr>
        <p:spPr>
          <a:xfrm>
            <a:off x="9246550" y="0"/>
            <a:ext cx="1396950" cy="1692771"/>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D</a:t>
            </a:r>
            <a:r>
              <a:rPr lang="nb-NO" sz="800" baseline="0" noProof="1"/>
              <a:t>et finnes egne layoutmaler for heldekkende, utfallende bilder.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8" name="Plassholder for bilde 8">
            <a:extLst>
              <a:ext uri="{FF2B5EF4-FFF2-40B4-BE49-F238E27FC236}">
                <a16:creationId xmlns:a16="http://schemas.microsoft.com/office/drawing/2014/main" id="{25D89038-64A5-4F59-8C56-140EE6549110}"/>
              </a:ext>
            </a:extLst>
          </p:cNvPr>
          <p:cNvSpPr>
            <a:spLocks noGrp="1"/>
          </p:cNvSpPr>
          <p:nvPr>
            <p:ph type="pic" sz="quarter" idx="13" hasCustomPrompt="1"/>
          </p:nvPr>
        </p:nvSpPr>
        <p:spPr>
          <a:xfrm>
            <a:off x="4572000" y="231774"/>
            <a:ext cx="4361687" cy="4211639"/>
          </a:xfrm>
          <a:prstGeom prst="rect">
            <a:avLst/>
          </a:prstGeom>
        </p:spPr>
        <p:txBody>
          <a:bodyPr lIns="180000" tIns="180000" rIns="180000" bIns="180000">
            <a:normAutofit/>
          </a:bodyPr>
          <a:lstStyle>
            <a:lvl1pPr marL="0" indent="0" algn="l">
              <a:buFont typeface="+mj-lt"/>
              <a:buNone/>
              <a:defRPr sz="1000" baseline="0"/>
            </a:lvl1pPr>
          </a:lstStyle>
          <a:p>
            <a:r>
              <a:rPr lang="nb-NO" err="1"/>
              <a:t>Insert</a:t>
            </a:r>
            <a:r>
              <a:rPr lang="nb-NO"/>
              <a:t> or drag and </a:t>
            </a:r>
            <a:r>
              <a:rPr lang="nb-NO" err="1"/>
              <a:t>drop</a:t>
            </a:r>
            <a:r>
              <a:rPr lang="nb-NO"/>
              <a:t> </a:t>
            </a:r>
            <a:r>
              <a:rPr lang="nb-NO" err="1"/>
              <a:t>picture</a:t>
            </a:r>
            <a:endParaRPr lang="nb-NO"/>
          </a:p>
        </p:txBody>
      </p:sp>
    </p:spTree>
    <p:extLst>
      <p:ext uri="{BB962C8B-B14F-4D97-AF65-F5344CB8AC3E}">
        <p14:creationId xmlns:p14="http://schemas.microsoft.com/office/powerpoint/2010/main" val="381658459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rounded picture right">
    <p:spTree>
      <p:nvGrpSpPr>
        <p:cNvPr id="1" name=""/>
        <p:cNvGrpSpPr/>
        <p:nvPr/>
      </p:nvGrpSpPr>
      <p:grpSpPr>
        <a:xfrm>
          <a:off x="0" y="0"/>
          <a:ext cx="0" cy="0"/>
          <a:chOff x="0" y="0"/>
          <a:chExt cx="0" cy="0"/>
        </a:xfrm>
      </p:grpSpPr>
      <p:sp>
        <p:nvSpPr>
          <p:cNvPr id="9" name="Plassholder for bilde 8">
            <a:extLst>
              <a:ext uri="{FF2B5EF4-FFF2-40B4-BE49-F238E27FC236}">
                <a16:creationId xmlns:a16="http://schemas.microsoft.com/office/drawing/2014/main" id="{9D41DC85-436E-4991-BBBA-28B8A8BAAF37}"/>
              </a:ext>
            </a:extLst>
          </p:cNvPr>
          <p:cNvSpPr>
            <a:spLocks noGrp="1"/>
          </p:cNvSpPr>
          <p:nvPr>
            <p:ph type="pic" sz="quarter" idx="10" hasCustomPrompt="1"/>
          </p:nvPr>
        </p:nvSpPr>
        <p:spPr>
          <a:xfrm>
            <a:off x="4621235" y="-21365"/>
            <a:ext cx="4522765" cy="4669473"/>
          </a:xfrm>
          <a:custGeom>
            <a:avLst/>
            <a:gdLst>
              <a:gd name="connsiteX0" fmla="*/ 2497138 w 5344567"/>
              <a:gd name="connsiteY0" fmla="*/ 0 h 4993958"/>
              <a:gd name="connsiteX1" fmla="*/ 2499792 w 5344567"/>
              <a:gd name="connsiteY1" fmla="*/ 0 h 4993958"/>
              <a:gd name="connsiteX2" fmla="*/ 5344567 w 5344567"/>
              <a:gd name="connsiteY2" fmla="*/ 0 h 4993958"/>
              <a:gd name="connsiteX3" fmla="*/ 5344567 w 5344567"/>
              <a:gd name="connsiteY3" fmla="*/ 4993958 h 4993958"/>
              <a:gd name="connsiteX4" fmla="*/ 2490823 w 5344567"/>
              <a:gd name="connsiteY4" fmla="*/ 4993958 h 4993958"/>
              <a:gd name="connsiteX5" fmla="*/ 2241864 w 5344567"/>
              <a:gd name="connsiteY5" fmla="*/ 4981382 h 4993958"/>
              <a:gd name="connsiteX6" fmla="*/ 0 w 5344567"/>
              <a:gd name="connsiteY6" fmla="*/ 2497138 h 4993958"/>
              <a:gd name="connsiteX7" fmla="*/ 2497138 w 5344567"/>
              <a:gd name="connsiteY7" fmla="*/ 0 h 4993958"/>
              <a:gd name="connsiteX0" fmla="*/ 2497138 w 5344567"/>
              <a:gd name="connsiteY0" fmla="*/ 0 h 4993958"/>
              <a:gd name="connsiteX1" fmla="*/ 2499792 w 5344567"/>
              <a:gd name="connsiteY1" fmla="*/ 0 h 4993958"/>
              <a:gd name="connsiteX2" fmla="*/ 4825407 w 5344567"/>
              <a:gd name="connsiteY2" fmla="*/ 0 h 4993958"/>
              <a:gd name="connsiteX3" fmla="*/ 5344567 w 5344567"/>
              <a:gd name="connsiteY3" fmla="*/ 4993958 h 4993958"/>
              <a:gd name="connsiteX4" fmla="*/ 2490823 w 5344567"/>
              <a:gd name="connsiteY4" fmla="*/ 4993958 h 4993958"/>
              <a:gd name="connsiteX5" fmla="*/ 2241864 w 5344567"/>
              <a:gd name="connsiteY5" fmla="*/ 4981382 h 4993958"/>
              <a:gd name="connsiteX6" fmla="*/ 0 w 5344567"/>
              <a:gd name="connsiteY6" fmla="*/ 2497138 h 4993958"/>
              <a:gd name="connsiteX7" fmla="*/ 2497138 w 5344567"/>
              <a:gd name="connsiteY7" fmla="*/ 0 h 4993958"/>
              <a:gd name="connsiteX0" fmla="*/ 2497138 w 4844997"/>
              <a:gd name="connsiteY0" fmla="*/ 0 h 4993958"/>
              <a:gd name="connsiteX1" fmla="*/ 2499792 w 4844997"/>
              <a:gd name="connsiteY1" fmla="*/ 0 h 4993958"/>
              <a:gd name="connsiteX2" fmla="*/ 4825407 w 4844997"/>
              <a:gd name="connsiteY2" fmla="*/ 0 h 4993958"/>
              <a:gd name="connsiteX3" fmla="*/ 4844997 w 4844997"/>
              <a:gd name="connsiteY3" fmla="*/ 4993958 h 4993958"/>
              <a:gd name="connsiteX4" fmla="*/ 2490823 w 4844997"/>
              <a:gd name="connsiteY4" fmla="*/ 4993958 h 4993958"/>
              <a:gd name="connsiteX5" fmla="*/ 2241864 w 4844997"/>
              <a:gd name="connsiteY5" fmla="*/ 4981382 h 4993958"/>
              <a:gd name="connsiteX6" fmla="*/ 0 w 4844997"/>
              <a:gd name="connsiteY6" fmla="*/ 2497138 h 4993958"/>
              <a:gd name="connsiteX7" fmla="*/ 2497138 w 4844997"/>
              <a:gd name="connsiteY7" fmla="*/ 0 h 4993958"/>
              <a:gd name="connsiteX0" fmla="*/ 2497138 w 4844997"/>
              <a:gd name="connsiteY0" fmla="*/ 0 h 4993958"/>
              <a:gd name="connsiteX1" fmla="*/ 2499792 w 4844997"/>
              <a:gd name="connsiteY1" fmla="*/ 0 h 4993958"/>
              <a:gd name="connsiteX2" fmla="*/ 4844454 w 4844997"/>
              <a:gd name="connsiteY2" fmla="*/ 2721 h 4993958"/>
              <a:gd name="connsiteX3" fmla="*/ 4844997 w 4844997"/>
              <a:gd name="connsiteY3" fmla="*/ 4993958 h 4993958"/>
              <a:gd name="connsiteX4" fmla="*/ 2490823 w 4844997"/>
              <a:gd name="connsiteY4" fmla="*/ 4993958 h 4993958"/>
              <a:gd name="connsiteX5" fmla="*/ 2241864 w 4844997"/>
              <a:gd name="connsiteY5" fmla="*/ 4981382 h 4993958"/>
              <a:gd name="connsiteX6" fmla="*/ 0 w 4844997"/>
              <a:gd name="connsiteY6" fmla="*/ 2497138 h 4993958"/>
              <a:gd name="connsiteX7" fmla="*/ 2497138 w 4844997"/>
              <a:gd name="connsiteY7" fmla="*/ 0 h 4993958"/>
              <a:gd name="connsiteX0" fmla="*/ 2497138 w 4844997"/>
              <a:gd name="connsiteY0" fmla="*/ 10884 h 5004842"/>
              <a:gd name="connsiteX1" fmla="*/ 2499792 w 4844997"/>
              <a:gd name="connsiteY1" fmla="*/ 10884 h 5004842"/>
              <a:gd name="connsiteX2" fmla="*/ 4844454 w 4844997"/>
              <a:gd name="connsiteY2" fmla="*/ 0 h 5004842"/>
              <a:gd name="connsiteX3" fmla="*/ 4844997 w 4844997"/>
              <a:gd name="connsiteY3" fmla="*/ 5004842 h 5004842"/>
              <a:gd name="connsiteX4" fmla="*/ 2490823 w 4844997"/>
              <a:gd name="connsiteY4" fmla="*/ 5004842 h 5004842"/>
              <a:gd name="connsiteX5" fmla="*/ 2241864 w 4844997"/>
              <a:gd name="connsiteY5" fmla="*/ 4992266 h 5004842"/>
              <a:gd name="connsiteX6" fmla="*/ 0 w 4844997"/>
              <a:gd name="connsiteY6" fmla="*/ 2508022 h 5004842"/>
              <a:gd name="connsiteX7" fmla="*/ 2497138 w 4844997"/>
              <a:gd name="connsiteY7" fmla="*/ 10884 h 500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4997" h="5004842">
                <a:moveTo>
                  <a:pt x="2497138" y="10884"/>
                </a:moveTo>
                <a:lnTo>
                  <a:pt x="2499792" y="10884"/>
                </a:lnTo>
                <a:lnTo>
                  <a:pt x="4844454" y="0"/>
                </a:lnTo>
                <a:lnTo>
                  <a:pt x="4844997" y="5004842"/>
                </a:lnTo>
                <a:lnTo>
                  <a:pt x="2490823" y="5004842"/>
                </a:lnTo>
                <a:lnTo>
                  <a:pt x="2241864" y="4992266"/>
                </a:lnTo>
                <a:cubicBezTo>
                  <a:pt x="982857" y="4864359"/>
                  <a:pt x="0" y="3800709"/>
                  <a:pt x="0" y="2508022"/>
                </a:cubicBezTo>
                <a:cubicBezTo>
                  <a:pt x="0" y="1129157"/>
                  <a:pt x="1118272" y="10884"/>
                  <a:pt x="2497138" y="10884"/>
                </a:cubicBezTo>
                <a:close/>
              </a:path>
            </a:pathLst>
          </a:custGeom>
        </p:spPr>
        <p:txBody>
          <a:bodyPr wrap="square" anchor="ctr" anchorCtr="1">
            <a:noAutofit/>
          </a:bodyPr>
          <a:lstStyle>
            <a:lvl1pPr marL="0" marR="0" indent="0" algn="ctr" defTabSz="457200" rtl="0" eaLnBrk="1" fontAlgn="auto" latinLnBrk="0" hangingPunct="1">
              <a:lnSpc>
                <a:spcPct val="100000"/>
              </a:lnSpc>
              <a:spcBef>
                <a:spcPts val="1200"/>
              </a:spcBef>
              <a:spcAft>
                <a:spcPts val="0"/>
              </a:spcAft>
              <a:buClr>
                <a:schemeClr val="tx2"/>
              </a:buClr>
              <a:buSzTx/>
              <a:buFontTx/>
              <a:buNone/>
              <a:tabLst/>
              <a:defRPr sz="2800"/>
            </a:lvl1pPr>
          </a:lstStyle>
          <a:p>
            <a:pPr marL="126000" marR="0" lvl="0" indent="-126000" algn="l" defTabSz="457200" rtl="0" eaLnBrk="1" fontAlgn="auto" latinLnBrk="0" hangingPunct="1">
              <a:lnSpc>
                <a:spcPct val="100000"/>
              </a:lnSpc>
              <a:spcBef>
                <a:spcPts val="1200"/>
              </a:spcBef>
              <a:spcAft>
                <a:spcPts val="0"/>
              </a:spcAft>
              <a:buClr>
                <a:schemeClr val="tx2"/>
              </a:buClr>
              <a:buSzTx/>
              <a:buFont typeface="Arial"/>
              <a:buChar char="•"/>
              <a:tabLst/>
              <a:defRPr/>
            </a:pPr>
            <a:r>
              <a:rPr lang="nb-NO" sz="1600" err="1">
                <a:effectLst/>
                <a:latin typeface="Verdana" panose="020B0604030504040204" pitchFamily="34" charset="0"/>
                <a:ea typeface="Calibri" panose="020F0502020204030204" pitchFamily="34" charset="0"/>
                <a:cs typeface="Times New Roman" panose="02020603050405020304" pitchFamily="18" charset="0"/>
              </a:rPr>
              <a:t>Add</a:t>
            </a:r>
            <a:r>
              <a:rPr lang="nb-NO" sz="1600">
                <a:effectLst/>
                <a:latin typeface="Verdana" panose="020B0604030504040204" pitchFamily="34" charset="0"/>
                <a:ea typeface="Calibri" panose="020F0502020204030204" pitchFamily="34" charset="0"/>
                <a:cs typeface="Times New Roman" panose="02020603050405020304" pitchFamily="18" charset="0"/>
              </a:rPr>
              <a:t> image to </a:t>
            </a:r>
            <a:r>
              <a:rPr lang="nb-NO" sz="1600" err="1">
                <a:effectLst/>
                <a:latin typeface="Verdana" panose="020B0604030504040204" pitchFamily="34" charset="0"/>
                <a:ea typeface="Calibri" panose="020F0502020204030204" pitchFamily="34" charset="0"/>
                <a:cs typeface="Times New Roman" panose="02020603050405020304" pitchFamily="18" charset="0"/>
              </a:rPr>
              <a:t>shape</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p>
            <a:endParaRPr lang="nb-NO"/>
          </a:p>
        </p:txBody>
      </p:sp>
      <p:sp>
        <p:nvSpPr>
          <p:cNvPr id="2" name="Title 1"/>
          <p:cNvSpPr>
            <a:spLocks noGrp="1"/>
          </p:cNvSpPr>
          <p:nvPr>
            <p:ph type="title" hasCustomPrompt="1"/>
          </p:nvPr>
        </p:nvSpPr>
        <p:spPr>
          <a:xfrm>
            <a:off x="571500" y="360000"/>
            <a:ext cx="3458391" cy="606600"/>
          </a:xfrm>
          <a:prstGeom prst="rect">
            <a:avLst/>
          </a:prstGeom>
        </p:spPr>
        <p:txBody>
          <a:bodyPr/>
          <a:lstStyle>
            <a:lvl1pPr>
              <a:defRPr>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3" name="Content Placeholder 2"/>
          <p:cNvSpPr>
            <a:spLocks noGrp="1"/>
          </p:cNvSpPr>
          <p:nvPr>
            <p:ph idx="1" hasCustomPrompt="1"/>
          </p:nvPr>
        </p:nvSpPr>
        <p:spPr>
          <a:xfrm>
            <a:off x="571500" y="1213201"/>
            <a:ext cx="3458391" cy="3230212"/>
          </a:xfrm>
          <a:prstGeom prst="rect">
            <a:avLst/>
          </a:prstGeom>
        </p:spPr>
        <p:txBody>
          <a:bodyPr>
            <a:normAutofit/>
          </a:bodyPr>
          <a:lstStyle>
            <a:lvl1pPr>
              <a:defRPr sz="1800">
                <a:solidFill>
                  <a:schemeClr val="tx1"/>
                </a:solidFill>
              </a:defRPr>
            </a:lvl1pPr>
            <a:lvl2pPr>
              <a:defRPr sz="16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10" name="TextBox 7">
            <a:extLst>
              <a:ext uri="{FF2B5EF4-FFF2-40B4-BE49-F238E27FC236}">
                <a16:creationId xmlns:a16="http://schemas.microsoft.com/office/drawing/2014/main" id="{4DCB47A4-2EBA-204A-8E47-730228792A8E}"/>
              </a:ext>
            </a:extLst>
          </p:cNvPr>
          <p:cNvSpPr txBox="1"/>
          <p:nvPr/>
        </p:nvSpPr>
        <p:spPr>
          <a:xfrm>
            <a:off x="0" y="-287722"/>
            <a:ext cx="1991170" cy="215444"/>
          </a:xfrm>
          <a:prstGeom prst="rect">
            <a:avLst/>
          </a:prstGeom>
          <a:noFill/>
        </p:spPr>
        <p:txBody>
          <a:bodyPr wrap="square" rtlCol="0">
            <a:spAutoFit/>
          </a:bodyPr>
          <a:lstStyle/>
          <a:p>
            <a:r>
              <a:rPr lang="nb-NO" sz="800" b="1" noProof="1"/>
              <a:t>Text rounded picture right</a:t>
            </a:r>
          </a:p>
        </p:txBody>
      </p:sp>
      <p:sp>
        <p:nvSpPr>
          <p:cNvPr id="11" name="TextBox 7">
            <a:extLst>
              <a:ext uri="{FF2B5EF4-FFF2-40B4-BE49-F238E27FC236}">
                <a16:creationId xmlns:a16="http://schemas.microsoft.com/office/drawing/2014/main" id="{1F1B407C-A22F-064F-9840-7CEDE8ED1185}"/>
              </a:ext>
            </a:extLst>
          </p:cNvPr>
          <p:cNvSpPr txBox="1"/>
          <p:nvPr/>
        </p:nvSpPr>
        <p:spPr>
          <a:xfrm>
            <a:off x="9246550" y="0"/>
            <a:ext cx="1396950" cy="1692771"/>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D</a:t>
            </a:r>
            <a:r>
              <a:rPr lang="nb-NO" sz="800" baseline="0" noProof="1"/>
              <a:t>et finnes egne layoutmaler for heldekkende, utfallende bilder.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Tree>
    <p:extLst>
      <p:ext uri="{BB962C8B-B14F-4D97-AF65-F5344CB8AC3E}">
        <p14:creationId xmlns:p14="http://schemas.microsoft.com/office/powerpoint/2010/main" val="209740290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 square pictur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62305" y="360000"/>
            <a:ext cx="3458391" cy="606600"/>
          </a:xfrm>
          <a:prstGeom prst="rect">
            <a:avLst/>
          </a:prstGeom>
        </p:spPr>
        <p:txBody>
          <a:bodyPr/>
          <a:lstStyle>
            <a:lvl1pPr>
              <a:defRPr>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3" name="Content Placeholder 2"/>
          <p:cNvSpPr>
            <a:spLocks noGrp="1"/>
          </p:cNvSpPr>
          <p:nvPr>
            <p:ph idx="1" hasCustomPrompt="1"/>
          </p:nvPr>
        </p:nvSpPr>
        <p:spPr>
          <a:xfrm>
            <a:off x="5062305" y="1213202"/>
            <a:ext cx="3458391" cy="3230212"/>
          </a:xfrm>
          <a:prstGeom prst="rect">
            <a:avLst/>
          </a:prstGeom>
        </p:spPr>
        <p:txBody>
          <a:bodyPr>
            <a:normAutofit/>
          </a:bodyPr>
          <a:lstStyle>
            <a:lvl1pPr>
              <a:defRPr sz="1800">
                <a:solidFill>
                  <a:schemeClr val="tx1"/>
                </a:solidFill>
              </a:defRPr>
            </a:lvl1pPr>
            <a:lvl2pPr>
              <a:defRPr sz="16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10" name="TextBox 7">
            <a:extLst>
              <a:ext uri="{FF2B5EF4-FFF2-40B4-BE49-F238E27FC236}">
                <a16:creationId xmlns:a16="http://schemas.microsoft.com/office/drawing/2014/main" id="{ED7A2C48-98C0-5D48-B6E5-10835E2B512C}"/>
              </a:ext>
            </a:extLst>
          </p:cNvPr>
          <p:cNvSpPr txBox="1"/>
          <p:nvPr/>
        </p:nvSpPr>
        <p:spPr>
          <a:xfrm>
            <a:off x="0" y="-287722"/>
            <a:ext cx="1991170" cy="215444"/>
          </a:xfrm>
          <a:prstGeom prst="rect">
            <a:avLst/>
          </a:prstGeom>
          <a:noFill/>
        </p:spPr>
        <p:txBody>
          <a:bodyPr wrap="square" rtlCol="0">
            <a:spAutoFit/>
          </a:bodyPr>
          <a:lstStyle/>
          <a:p>
            <a:r>
              <a:rPr lang="nb-NO" sz="800" b="1" noProof="1"/>
              <a:t>Text square picture left</a:t>
            </a:r>
          </a:p>
        </p:txBody>
      </p:sp>
      <p:sp>
        <p:nvSpPr>
          <p:cNvPr id="11" name="TextBox 7">
            <a:extLst>
              <a:ext uri="{FF2B5EF4-FFF2-40B4-BE49-F238E27FC236}">
                <a16:creationId xmlns:a16="http://schemas.microsoft.com/office/drawing/2014/main" id="{35361E2F-0E6E-8145-AC11-6727A1D1E1A7}"/>
              </a:ext>
            </a:extLst>
          </p:cNvPr>
          <p:cNvSpPr txBox="1"/>
          <p:nvPr/>
        </p:nvSpPr>
        <p:spPr>
          <a:xfrm>
            <a:off x="9246550" y="0"/>
            <a:ext cx="1396950" cy="1815882"/>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D</a:t>
            </a:r>
            <a:r>
              <a:rPr lang="nb-NO" sz="800" baseline="0" noProof="1"/>
              <a:t>et finnes egne layoutmaler for heldekkende, utfallende bilder.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7" name="Plassholder for bilde 8">
            <a:extLst>
              <a:ext uri="{FF2B5EF4-FFF2-40B4-BE49-F238E27FC236}">
                <a16:creationId xmlns:a16="http://schemas.microsoft.com/office/drawing/2014/main" id="{3D3E8FDB-984F-48EF-A568-E7578ACE8458}"/>
              </a:ext>
            </a:extLst>
          </p:cNvPr>
          <p:cNvSpPr>
            <a:spLocks noGrp="1"/>
          </p:cNvSpPr>
          <p:nvPr>
            <p:ph type="pic" sz="quarter" idx="13" hasCustomPrompt="1"/>
          </p:nvPr>
        </p:nvSpPr>
        <p:spPr>
          <a:xfrm>
            <a:off x="215900" y="231774"/>
            <a:ext cx="4356100" cy="4208815"/>
          </a:xfrm>
          <a:prstGeom prst="rect">
            <a:avLst/>
          </a:prstGeom>
        </p:spPr>
        <p:txBody>
          <a:bodyPr lIns="180000" tIns="180000" rIns="180000" bIns="180000">
            <a:normAutofit/>
          </a:bodyPr>
          <a:lstStyle>
            <a:lvl1pPr marL="0" indent="0" algn="l">
              <a:buFont typeface="+mj-lt"/>
              <a:buNone/>
              <a:defRPr sz="1000" baseline="0"/>
            </a:lvl1pPr>
          </a:lstStyle>
          <a:p>
            <a:r>
              <a:rPr lang="nb-NO" err="1"/>
              <a:t>Insert</a:t>
            </a:r>
            <a:r>
              <a:rPr lang="nb-NO"/>
              <a:t> or drag and </a:t>
            </a:r>
            <a:r>
              <a:rPr lang="nb-NO" err="1"/>
              <a:t>drop</a:t>
            </a:r>
            <a:r>
              <a:rPr lang="nb-NO"/>
              <a:t> </a:t>
            </a:r>
            <a:r>
              <a:rPr lang="nb-NO" err="1"/>
              <a:t>picture</a:t>
            </a:r>
            <a:endParaRPr lang="nb-NO"/>
          </a:p>
        </p:txBody>
      </p:sp>
    </p:spTree>
    <p:extLst>
      <p:ext uri="{BB962C8B-B14F-4D97-AF65-F5344CB8AC3E}">
        <p14:creationId xmlns:p14="http://schemas.microsoft.com/office/powerpoint/2010/main" val="191446411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rounded pictur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61600" y="360000"/>
            <a:ext cx="3458391" cy="606600"/>
          </a:xfrm>
          <a:prstGeom prst="rect">
            <a:avLst/>
          </a:prstGeom>
        </p:spPr>
        <p:txBody>
          <a:bodyPr/>
          <a:lstStyle>
            <a:lvl1pPr>
              <a:defRPr>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3" name="Content Placeholder 2"/>
          <p:cNvSpPr>
            <a:spLocks noGrp="1"/>
          </p:cNvSpPr>
          <p:nvPr>
            <p:ph idx="1" hasCustomPrompt="1"/>
          </p:nvPr>
        </p:nvSpPr>
        <p:spPr>
          <a:xfrm>
            <a:off x="5061600" y="1208719"/>
            <a:ext cx="3458391" cy="3446112"/>
          </a:xfrm>
          <a:prstGeom prst="rect">
            <a:avLst/>
          </a:prstGeom>
          <a:noFill/>
        </p:spPr>
        <p:txBody>
          <a:bodyPr>
            <a:normAutofit/>
          </a:bodyPr>
          <a:lstStyle>
            <a:lvl1pPr>
              <a:defRPr sz="1800">
                <a:solidFill>
                  <a:schemeClr val="tx1"/>
                </a:solidFill>
              </a:defRPr>
            </a:lvl1pPr>
            <a:lvl2pPr>
              <a:defRPr sz="16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10" name="TextBox 7">
            <a:extLst>
              <a:ext uri="{FF2B5EF4-FFF2-40B4-BE49-F238E27FC236}">
                <a16:creationId xmlns:a16="http://schemas.microsoft.com/office/drawing/2014/main" id="{ED7A2C48-98C0-5D48-B6E5-10835E2B512C}"/>
              </a:ext>
            </a:extLst>
          </p:cNvPr>
          <p:cNvSpPr txBox="1"/>
          <p:nvPr/>
        </p:nvSpPr>
        <p:spPr>
          <a:xfrm>
            <a:off x="0" y="-287722"/>
            <a:ext cx="1991170" cy="215444"/>
          </a:xfrm>
          <a:prstGeom prst="rect">
            <a:avLst/>
          </a:prstGeom>
          <a:noFill/>
        </p:spPr>
        <p:txBody>
          <a:bodyPr wrap="square" rtlCol="0">
            <a:spAutoFit/>
          </a:bodyPr>
          <a:lstStyle/>
          <a:p>
            <a:r>
              <a:rPr lang="nb-NO" sz="800" b="1" noProof="1"/>
              <a:t>Text rounded picture left</a:t>
            </a:r>
          </a:p>
        </p:txBody>
      </p:sp>
      <p:sp>
        <p:nvSpPr>
          <p:cNvPr id="11" name="TextBox 7">
            <a:extLst>
              <a:ext uri="{FF2B5EF4-FFF2-40B4-BE49-F238E27FC236}">
                <a16:creationId xmlns:a16="http://schemas.microsoft.com/office/drawing/2014/main" id="{35361E2F-0E6E-8145-AC11-6727A1D1E1A7}"/>
              </a:ext>
            </a:extLst>
          </p:cNvPr>
          <p:cNvSpPr txBox="1"/>
          <p:nvPr/>
        </p:nvSpPr>
        <p:spPr>
          <a:xfrm>
            <a:off x="9246550" y="0"/>
            <a:ext cx="1396950" cy="1815882"/>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D</a:t>
            </a:r>
            <a:r>
              <a:rPr lang="nb-NO" sz="800" baseline="0" noProof="1"/>
              <a:t>et finnes egne layoutmaler for heldekkende, utfallende bilder.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19" name="Plassholder for bilde 28">
            <a:extLst>
              <a:ext uri="{FF2B5EF4-FFF2-40B4-BE49-F238E27FC236}">
                <a16:creationId xmlns:a16="http://schemas.microsoft.com/office/drawing/2014/main" id="{CA8717B0-1C15-423C-9FCB-D8FCB1689928}"/>
              </a:ext>
            </a:extLst>
          </p:cNvPr>
          <p:cNvSpPr>
            <a:spLocks noGrp="1"/>
          </p:cNvSpPr>
          <p:nvPr>
            <p:ph type="pic" sz="quarter" idx="13" hasCustomPrompt="1"/>
          </p:nvPr>
        </p:nvSpPr>
        <p:spPr>
          <a:xfrm>
            <a:off x="-6068" y="-12494"/>
            <a:ext cx="4606695" cy="4661819"/>
          </a:xfrm>
          <a:custGeom>
            <a:avLst/>
            <a:gdLst>
              <a:gd name="connsiteX0" fmla="*/ 0 w 6394450"/>
              <a:gd name="connsiteY0" fmla="*/ 0 h 5975350"/>
              <a:gd name="connsiteX1" fmla="*/ 3403600 w 6394450"/>
              <a:gd name="connsiteY1" fmla="*/ 0 h 5975350"/>
              <a:gd name="connsiteX2" fmla="*/ 3406775 w 6394450"/>
              <a:gd name="connsiteY2" fmla="*/ 0 h 5975350"/>
              <a:gd name="connsiteX3" fmla="*/ 6394450 w 6394450"/>
              <a:gd name="connsiteY3" fmla="*/ 2987675 h 5975350"/>
              <a:gd name="connsiteX4" fmla="*/ 3406775 w 6394450"/>
              <a:gd name="connsiteY4" fmla="*/ 5975350 h 5975350"/>
              <a:gd name="connsiteX5" fmla="*/ 3403600 w 6394450"/>
              <a:gd name="connsiteY5" fmla="*/ 5975350 h 5975350"/>
              <a:gd name="connsiteX6" fmla="*/ 0 w 6394450"/>
              <a:gd name="connsiteY6" fmla="*/ 5975350 h 5975350"/>
              <a:gd name="connsiteX0" fmla="*/ 492259 w 6394450"/>
              <a:gd name="connsiteY0" fmla="*/ 11720 h 5975350"/>
              <a:gd name="connsiteX1" fmla="*/ 3403600 w 6394450"/>
              <a:gd name="connsiteY1" fmla="*/ 0 h 5975350"/>
              <a:gd name="connsiteX2" fmla="*/ 3406775 w 6394450"/>
              <a:gd name="connsiteY2" fmla="*/ 0 h 5975350"/>
              <a:gd name="connsiteX3" fmla="*/ 6394450 w 6394450"/>
              <a:gd name="connsiteY3" fmla="*/ 2987675 h 5975350"/>
              <a:gd name="connsiteX4" fmla="*/ 3406775 w 6394450"/>
              <a:gd name="connsiteY4" fmla="*/ 5975350 h 5975350"/>
              <a:gd name="connsiteX5" fmla="*/ 3403600 w 6394450"/>
              <a:gd name="connsiteY5" fmla="*/ 5975350 h 5975350"/>
              <a:gd name="connsiteX6" fmla="*/ 0 w 6394450"/>
              <a:gd name="connsiteY6" fmla="*/ 5975350 h 5975350"/>
              <a:gd name="connsiteX7" fmla="*/ 492259 w 6394450"/>
              <a:gd name="connsiteY7" fmla="*/ 11720 h 5975350"/>
              <a:gd name="connsiteX0" fmla="*/ 0 w 5902191"/>
              <a:gd name="connsiteY0" fmla="*/ 11720 h 5975350"/>
              <a:gd name="connsiteX1" fmla="*/ 2911341 w 5902191"/>
              <a:gd name="connsiteY1" fmla="*/ 0 h 5975350"/>
              <a:gd name="connsiteX2" fmla="*/ 2914516 w 5902191"/>
              <a:gd name="connsiteY2" fmla="*/ 0 h 5975350"/>
              <a:gd name="connsiteX3" fmla="*/ 5902191 w 5902191"/>
              <a:gd name="connsiteY3" fmla="*/ 2987675 h 5975350"/>
              <a:gd name="connsiteX4" fmla="*/ 2914516 w 5902191"/>
              <a:gd name="connsiteY4" fmla="*/ 5975350 h 5975350"/>
              <a:gd name="connsiteX5" fmla="*/ 2911341 w 5902191"/>
              <a:gd name="connsiteY5" fmla="*/ 5975350 h 5975350"/>
              <a:gd name="connsiteX6" fmla="*/ 0 w 5902191"/>
              <a:gd name="connsiteY6" fmla="*/ 5963630 h 5975350"/>
              <a:gd name="connsiteX7" fmla="*/ 0 w 5902191"/>
              <a:gd name="connsiteY7" fmla="*/ 11720 h 5975350"/>
              <a:gd name="connsiteX0" fmla="*/ 3052 w 5902191"/>
              <a:gd name="connsiteY0" fmla="*/ 5617 h 5975350"/>
              <a:gd name="connsiteX1" fmla="*/ 2911341 w 5902191"/>
              <a:gd name="connsiteY1" fmla="*/ 0 h 5975350"/>
              <a:gd name="connsiteX2" fmla="*/ 2914516 w 5902191"/>
              <a:gd name="connsiteY2" fmla="*/ 0 h 5975350"/>
              <a:gd name="connsiteX3" fmla="*/ 5902191 w 5902191"/>
              <a:gd name="connsiteY3" fmla="*/ 2987675 h 5975350"/>
              <a:gd name="connsiteX4" fmla="*/ 2914516 w 5902191"/>
              <a:gd name="connsiteY4" fmla="*/ 5975350 h 5975350"/>
              <a:gd name="connsiteX5" fmla="*/ 2911341 w 5902191"/>
              <a:gd name="connsiteY5" fmla="*/ 5975350 h 5975350"/>
              <a:gd name="connsiteX6" fmla="*/ 0 w 5902191"/>
              <a:gd name="connsiteY6" fmla="*/ 5963630 h 5975350"/>
              <a:gd name="connsiteX7" fmla="*/ 3052 w 5902191"/>
              <a:gd name="connsiteY7" fmla="*/ 5617 h 5975350"/>
              <a:gd name="connsiteX0" fmla="*/ 6104 w 5905243"/>
              <a:gd name="connsiteY0" fmla="*/ 5617 h 5981945"/>
              <a:gd name="connsiteX1" fmla="*/ 2914393 w 5905243"/>
              <a:gd name="connsiteY1" fmla="*/ 0 h 5981945"/>
              <a:gd name="connsiteX2" fmla="*/ 2917568 w 5905243"/>
              <a:gd name="connsiteY2" fmla="*/ 0 h 5981945"/>
              <a:gd name="connsiteX3" fmla="*/ 5905243 w 5905243"/>
              <a:gd name="connsiteY3" fmla="*/ 2987675 h 5981945"/>
              <a:gd name="connsiteX4" fmla="*/ 2917568 w 5905243"/>
              <a:gd name="connsiteY4" fmla="*/ 5975350 h 5981945"/>
              <a:gd name="connsiteX5" fmla="*/ 2914393 w 5905243"/>
              <a:gd name="connsiteY5" fmla="*/ 5975350 h 5981945"/>
              <a:gd name="connsiteX6" fmla="*/ 0 w 5905243"/>
              <a:gd name="connsiteY6" fmla="*/ 5981945 h 5981945"/>
              <a:gd name="connsiteX7" fmla="*/ 6104 w 5905243"/>
              <a:gd name="connsiteY7" fmla="*/ 5617 h 5981945"/>
              <a:gd name="connsiteX0" fmla="*/ 6104 w 5905243"/>
              <a:gd name="connsiteY0" fmla="*/ 0 h 5982433"/>
              <a:gd name="connsiteX1" fmla="*/ 2914393 w 5905243"/>
              <a:gd name="connsiteY1" fmla="*/ 488 h 5982433"/>
              <a:gd name="connsiteX2" fmla="*/ 2917568 w 5905243"/>
              <a:gd name="connsiteY2" fmla="*/ 488 h 5982433"/>
              <a:gd name="connsiteX3" fmla="*/ 5905243 w 5905243"/>
              <a:gd name="connsiteY3" fmla="*/ 2988163 h 5982433"/>
              <a:gd name="connsiteX4" fmla="*/ 2917568 w 5905243"/>
              <a:gd name="connsiteY4" fmla="*/ 5975838 h 5982433"/>
              <a:gd name="connsiteX5" fmla="*/ 2914393 w 5905243"/>
              <a:gd name="connsiteY5" fmla="*/ 5975838 h 5982433"/>
              <a:gd name="connsiteX6" fmla="*/ 0 w 5905243"/>
              <a:gd name="connsiteY6" fmla="*/ 5982433 h 5982433"/>
              <a:gd name="connsiteX7" fmla="*/ 6104 w 5905243"/>
              <a:gd name="connsiteY7" fmla="*/ 0 h 5982433"/>
              <a:gd name="connsiteX0" fmla="*/ 12209 w 5911348"/>
              <a:gd name="connsiteY0" fmla="*/ 0 h 5975838"/>
              <a:gd name="connsiteX1" fmla="*/ 2920498 w 5911348"/>
              <a:gd name="connsiteY1" fmla="*/ 488 h 5975838"/>
              <a:gd name="connsiteX2" fmla="*/ 2923673 w 5911348"/>
              <a:gd name="connsiteY2" fmla="*/ 488 h 5975838"/>
              <a:gd name="connsiteX3" fmla="*/ 5911348 w 5911348"/>
              <a:gd name="connsiteY3" fmla="*/ 2988163 h 5975838"/>
              <a:gd name="connsiteX4" fmla="*/ 2923673 w 5911348"/>
              <a:gd name="connsiteY4" fmla="*/ 5975838 h 5975838"/>
              <a:gd name="connsiteX5" fmla="*/ 2920498 w 5911348"/>
              <a:gd name="connsiteY5" fmla="*/ 5975838 h 5975838"/>
              <a:gd name="connsiteX6" fmla="*/ 0 w 5911348"/>
              <a:gd name="connsiteY6" fmla="*/ 5970236 h 5975838"/>
              <a:gd name="connsiteX7" fmla="*/ 12209 w 5911348"/>
              <a:gd name="connsiteY7" fmla="*/ 0 h 5975838"/>
              <a:gd name="connsiteX0" fmla="*/ 203 w 5912703"/>
              <a:gd name="connsiteY0" fmla="*/ 0 h 5975838"/>
              <a:gd name="connsiteX1" fmla="*/ 2921853 w 5912703"/>
              <a:gd name="connsiteY1" fmla="*/ 488 h 5975838"/>
              <a:gd name="connsiteX2" fmla="*/ 2925028 w 5912703"/>
              <a:gd name="connsiteY2" fmla="*/ 488 h 5975838"/>
              <a:gd name="connsiteX3" fmla="*/ 5912703 w 5912703"/>
              <a:gd name="connsiteY3" fmla="*/ 2988163 h 5975838"/>
              <a:gd name="connsiteX4" fmla="*/ 2925028 w 5912703"/>
              <a:gd name="connsiteY4" fmla="*/ 5975838 h 5975838"/>
              <a:gd name="connsiteX5" fmla="*/ 2921853 w 5912703"/>
              <a:gd name="connsiteY5" fmla="*/ 5975838 h 5975838"/>
              <a:gd name="connsiteX6" fmla="*/ 1355 w 5912703"/>
              <a:gd name="connsiteY6" fmla="*/ 5970236 h 5975838"/>
              <a:gd name="connsiteX7" fmla="*/ 203 w 5912703"/>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64132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64132 h 5975838"/>
              <a:gd name="connsiteX7" fmla="*/ 11096 w 5923596"/>
              <a:gd name="connsiteY7" fmla="*/ 0 h 5975838"/>
              <a:gd name="connsiteX0" fmla="*/ 11096 w 5923596"/>
              <a:gd name="connsiteY0" fmla="*/ 0 h 5977156"/>
              <a:gd name="connsiteX1" fmla="*/ 2932746 w 5923596"/>
              <a:gd name="connsiteY1" fmla="*/ 488 h 5977156"/>
              <a:gd name="connsiteX2" fmla="*/ 2935921 w 5923596"/>
              <a:gd name="connsiteY2" fmla="*/ 488 h 5977156"/>
              <a:gd name="connsiteX3" fmla="*/ 5923596 w 5923596"/>
              <a:gd name="connsiteY3" fmla="*/ 2988163 h 5977156"/>
              <a:gd name="connsiteX4" fmla="*/ 2935921 w 5923596"/>
              <a:gd name="connsiteY4" fmla="*/ 5975838 h 5977156"/>
              <a:gd name="connsiteX5" fmla="*/ 2932746 w 5923596"/>
              <a:gd name="connsiteY5" fmla="*/ 5975838 h 5977156"/>
              <a:gd name="connsiteX6" fmla="*/ 0 w 5923596"/>
              <a:gd name="connsiteY6" fmla="*/ 5977156 h 5977156"/>
              <a:gd name="connsiteX7" fmla="*/ 11096 w 5923596"/>
              <a:gd name="connsiteY7" fmla="*/ 0 h 5977156"/>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23596" h="5975838">
                <a:moveTo>
                  <a:pt x="11096" y="0"/>
                </a:moveTo>
                <a:lnTo>
                  <a:pt x="2932746" y="488"/>
                </a:lnTo>
                <a:lnTo>
                  <a:pt x="2935921" y="488"/>
                </a:lnTo>
                <a:cubicBezTo>
                  <a:pt x="4585651" y="488"/>
                  <a:pt x="5923596" y="1338433"/>
                  <a:pt x="5923596" y="2988163"/>
                </a:cubicBezTo>
                <a:cubicBezTo>
                  <a:pt x="5923596" y="4637893"/>
                  <a:pt x="4585651" y="5975838"/>
                  <a:pt x="2935921" y="5975838"/>
                </a:cubicBezTo>
                <a:lnTo>
                  <a:pt x="2932746" y="5975838"/>
                </a:lnTo>
                <a:lnTo>
                  <a:pt x="0" y="5970644"/>
                </a:lnTo>
                <a:cubicBezTo>
                  <a:pt x="1017" y="3984640"/>
                  <a:pt x="10079" y="1986004"/>
                  <a:pt x="11096" y="0"/>
                </a:cubicBezTo>
                <a:close/>
              </a:path>
            </a:pathLst>
          </a:custGeom>
        </p:spPr>
        <p:txBody>
          <a:bodyPr wrap="square" anchor="ctr" anchorCtr="1">
            <a:noAutofit/>
          </a:bodyPr>
          <a:lstStyle>
            <a:lvl1pPr>
              <a:defRPr/>
            </a:lvl1pPr>
          </a:lstStyle>
          <a:p>
            <a:r>
              <a:rPr lang="nb-NO" err="1"/>
              <a:t>Add</a:t>
            </a:r>
            <a:r>
              <a:rPr lang="nb-NO"/>
              <a:t> image to </a:t>
            </a:r>
            <a:r>
              <a:rPr lang="nb-NO" err="1"/>
              <a:t>shape</a:t>
            </a:r>
            <a:endParaRPr lang="nb-NO"/>
          </a:p>
        </p:txBody>
      </p:sp>
    </p:spTree>
    <p:extLst>
      <p:ext uri="{BB962C8B-B14F-4D97-AF65-F5344CB8AC3E}">
        <p14:creationId xmlns:p14="http://schemas.microsoft.com/office/powerpoint/2010/main" val="70604584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360000"/>
            <a:ext cx="8115300" cy="606600"/>
          </a:xfrm>
          <a:prstGeom prst="rect">
            <a:avLst/>
          </a:prstGeom>
        </p:spPr>
        <p:txBody>
          <a:bodyPr/>
          <a:lstStyle>
            <a:lvl1pPr>
              <a:defRPr>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nb-NO"/>
          </a:p>
        </p:txBody>
      </p:sp>
      <p:sp>
        <p:nvSpPr>
          <p:cNvPr id="3" name="Content Placeholder 2"/>
          <p:cNvSpPr>
            <a:spLocks noGrp="1"/>
          </p:cNvSpPr>
          <p:nvPr>
            <p:ph sz="half" idx="1" hasCustomPrompt="1"/>
          </p:nvPr>
        </p:nvSpPr>
        <p:spPr>
          <a:xfrm>
            <a:off x="571500" y="1212849"/>
            <a:ext cx="3912870" cy="3230563"/>
          </a:xfrm>
          <a:prstGeom prst="rect">
            <a:avLst/>
          </a:prstGeom>
          <a:solidFill>
            <a:schemeClr val="bg1"/>
          </a:solidFill>
        </p:spPr>
        <p:txBody>
          <a:bodyPr lIns="144000" tIns="144000">
            <a:normAutofit/>
          </a:bodyPr>
          <a:lstStyle>
            <a:lvl1pPr>
              <a:defRPr sz="1800">
                <a:solidFill>
                  <a:schemeClr val="tx1"/>
                </a:solidFill>
              </a:defRPr>
            </a:lvl1pPr>
            <a:lvl2pPr>
              <a:defRPr sz="16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nb-NO" noProof="0" err="1"/>
              <a:t>Text</a:t>
            </a:r>
            <a:r>
              <a:rPr lang="nb-NO" noProof="0"/>
              <a:t> first </a:t>
            </a:r>
            <a:r>
              <a:rPr lang="nb-NO" noProof="0" err="1"/>
              <a:t>level</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4" name="Content Placeholder 3"/>
          <p:cNvSpPr>
            <a:spLocks noGrp="1"/>
          </p:cNvSpPr>
          <p:nvPr>
            <p:ph sz="half" idx="2" hasCustomPrompt="1"/>
          </p:nvPr>
        </p:nvSpPr>
        <p:spPr>
          <a:xfrm>
            <a:off x="4659632" y="1212849"/>
            <a:ext cx="4027168" cy="3230563"/>
          </a:xfrm>
          <a:prstGeom prst="rect">
            <a:avLst/>
          </a:prstGeom>
          <a:solidFill>
            <a:schemeClr val="bg1"/>
          </a:solidFill>
        </p:spPr>
        <p:txBody>
          <a:bodyPr lIns="144000" tIns="144000">
            <a:normAutofit/>
          </a:bodyPr>
          <a:lstStyle>
            <a:lvl1pPr>
              <a:defRPr sz="1800">
                <a:solidFill>
                  <a:schemeClr val="tx1"/>
                </a:solidFill>
              </a:defRPr>
            </a:lvl1pPr>
            <a:lvl2pPr>
              <a:defRPr sz="16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nb-NO" noProof="0" err="1"/>
              <a:t>Text</a:t>
            </a:r>
            <a:r>
              <a:rPr lang="nb-NO" noProof="0"/>
              <a:t> first </a:t>
            </a:r>
            <a:r>
              <a:rPr lang="nb-NO" noProof="0" err="1"/>
              <a:t>level</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9" name="TextBox 8"/>
          <p:cNvSpPr txBox="1"/>
          <p:nvPr/>
        </p:nvSpPr>
        <p:spPr>
          <a:xfrm>
            <a:off x="9276426" y="-57507"/>
            <a:ext cx="1312332" cy="2431435"/>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Innholdsfeltene kan brukes til tekst,</a:t>
            </a:r>
            <a:r>
              <a:rPr lang="nb-NO" sz="800" baseline="0" noProof="1"/>
              <a:t> </a:t>
            </a:r>
            <a:r>
              <a:rPr lang="nb-NO" sz="800" noProof="1"/>
              <a:t>bilder, grafer eller andre</a:t>
            </a:r>
            <a:r>
              <a:rPr lang="nb-NO" sz="800" baseline="0" noProof="1"/>
              <a:t> elementer.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t>Ønskes annet innhold enn tekst, v</a:t>
            </a:r>
            <a:r>
              <a:rPr lang="nb-NO" sz="800" noProof="1"/>
              <a:t>elges</a:t>
            </a:r>
            <a:r>
              <a:rPr lang="nb-NO" sz="800" baseline="0" noProof="1"/>
              <a:t> dette</a:t>
            </a:r>
            <a:r>
              <a:rPr lang="nb-NO" sz="800" noProof="1"/>
              <a:t> ved hjelp av ikonene midt i boksen.</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p:txBody>
      </p:sp>
      <p:sp>
        <p:nvSpPr>
          <p:cNvPr id="10" name="TextBox 7">
            <a:extLst>
              <a:ext uri="{FF2B5EF4-FFF2-40B4-BE49-F238E27FC236}">
                <a16:creationId xmlns:a16="http://schemas.microsoft.com/office/drawing/2014/main" id="{CED17FE2-94B5-CF4C-BCE6-A71DC5E15387}"/>
              </a:ext>
            </a:extLst>
          </p:cNvPr>
          <p:cNvSpPr txBox="1"/>
          <p:nvPr/>
        </p:nvSpPr>
        <p:spPr>
          <a:xfrm>
            <a:off x="0" y="-287722"/>
            <a:ext cx="1991170" cy="215444"/>
          </a:xfrm>
          <a:prstGeom prst="rect">
            <a:avLst/>
          </a:prstGeom>
          <a:noFill/>
        </p:spPr>
        <p:txBody>
          <a:bodyPr wrap="square" rtlCol="0">
            <a:spAutoFit/>
          </a:bodyPr>
          <a:lstStyle/>
          <a:p>
            <a:r>
              <a:rPr lang="nb-NO" sz="800" b="1" noProof="1"/>
              <a:t>Two Columns</a:t>
            </a:r>
          </a:p>
        </p:txBody>
      </p:sp>
    </p:spTree>
    <p:extLst>
      <p:ext uri="{BB962C8B-B14F-4D97-AF65-F5344CB8AC3E}">
        <p14:creationId xmlns:p14="http://schemas.microsoft.com/office/powerpoint/2010/main" val="335105303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columns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360000"/>
            <a:ext cx="8115300" cy="606600"/>
          </a:xfrm>
          <a:prstGeom prst="rect">
            <a:avLst/>
          </a:prstGeom>
        </p:spPr>
        <p:txBody>
          <a:bodyPr/>
          <a:lstStyle>
            <a:lvl1pPr>
              <a:defRPr>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p>
        </p:txBody>
      </p:sp>
      <p:sp>
        <p:nvSpPr>
          <p:cNvPr id="12" name="TextBox 11"/>
          <p:cNvSpPr txBox="1"/>
          <p:nvPr/>
        </p:nvSpPr>
        <p:spPr>
          <a:xfrm>
            <a:off x="9267879" y="-70927"/>
            <a:ext cx="1405817" cy="1446550"/>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Innholdsfeltene kan brukes til tekst,</a:t>
            </a:r>
            <a:r>
              <a:rPr lang="nb-NO" sz="800" baseline="0" noProof="1"/>
              <a:t> </a:t>
            </a:r>
            <a:r>
              <a:rPr lang="nb-NO" sz="800" noProof="1"/>
              <a:t>bilder, grafer eller andre</a:t>
            </a:r>
            <a:r>
              <a:rPr lang="nb-NO" sz="800" baseline="0" noProof="1"/>
              <a:t> elementer.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15" name="TextBox 7">
            <a:extLst>
              <a:ext uri="{FF2B5EF4-FFF2-40B4-BE49-F238E27FC236}">
                <a16:creationId xmlns:a16="http://schemas.microsoft.com/office/drawing/2014/main" id="{CA8F7157-E8B4-474C-8D57-99BB9FD43947}"/>
              </a:ext>
            </a:extLst>
          </p:cNvPr>
          <p:cNvSpPr txBox="1"/>
          <p:nvPr/>
        </p:nvSpPr>
        <p:spPr>
          <a:xfrm>
            <a:off x="0" y="-286371"/>
            <a:ext cx="1991170" cy="215444"/>
          </a:xfrm>
          <a:prstGeom prst="rect">
            <a:avLst/>
          </a:prstGeom>
          <a:noFill/>
        </p:spPr>
        <p:txBody>
          <a:bodyPr wrap="square" rtlCol="0">
            <a:spAutoFit/>
          </a:bodyPr>
          <a:lstStyle/>
          <a:p>
            <a:r>
              <a:rPr lang="nb-NO" sz="800" b="1" noProof="1"/>
              <a:t>Two-columns comparison</a:t>
            </a:r>
          </a:p>
        </p:txBody>
      </p:sp>
      <p:sp>
        <p:nvSpPr>
          <p:cNvPr id="8" name="Plassholder for tekst 7">
            <a:extLst>
              <a:ext uri="{FF2B5EF4-FFF2-40B4-BE49-F238E27FC236}">
                <a16:creationId xmlns:a16="http://schemas.microsoft.com/office/drawing/2014/main" id="{72A1B737-3F65-D345-BE96-164FDAC0309B}"/>
              </a:ext>
            </a:extLst>
          </p:cNvPr>
          <p:cNvSpPr>
            <a:spLocks noGrp="1"/>
          </p:cNvSpPr>
          <p:nvPr>
            <p:ph type="body" sz="quarter" idx="12"/>
          </p:nvPr>
        </p:nvSpPr>
        <p:spPr>
          <a:xfrm>
            <a:off x="4730750" y="1212850"/>
            <a:ext cx="4006850" cy="3230563"/>
          </a:xfrm>
          <a:solidFill>
            <a:schemeClr val="accent1"/>
          </a:solidFill>
        </p:spPr>
        <p:txBody>
          <a:bodyPr lIns="180000" tIns="180000" rIns="180000" bIns="180000"/>
          <a:lstStyle>
            <a:lvl1pPr marL="4763" indent="-4763">
              <a:buNone/>
              <a:tabLst/>
              <a:defRPr sz="1500"/>
            </a:lvl1pPr>
            <a:lvl2pPr marL="4763" indent="0">
              <a:buNone/>
              <a:tabLst/>
              <a:defRPr sz="1500" b="1"/>
            </a:lvl2pPr>
            <a:lvl3pPr marL="222250" indent="-217488">
              <a:tabLst/>
              <a:defRPr sz="15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13" name="Plassholder for tekst 7">
            <a:extLst>
              <a:ext uri="{FF2B5EF4-FFF2-40B4-BE49-F238E27FC236}">
                <a16:creationId xmlns:a16="http://schemas.microsoft.com/office/drawing/2014/main" id="{60EBD655-1984-954F-986F-72C85D82970A}"/>
              </a:ext>
            </a:extLst>
          </p:cNvPr>
          <p:cNvSpPr>
            <a:spLocks noGrp="1"/>
          </p:cNvSpPr>
          <p:nvPr>
            <p:ph type="body" sz="quarter" idx="13"/>
          </p:nvPr>
        </p:nvSpPr>
        <p:spPr>
          <a:xfrm>
            <a:off x="571500" y="1212850"/>
            <a:ext cx="4006850" cy="3230563"/>
          </a:xfrm>
          <a:solidFill>
            <a:schemeClr val="accent1"/>
          </a:solidFill>
        </p:spPr>
        <p:txBody>
          <a:bodyPr lIns="180000" tIns="180000" rIns="180000" bIns="180000"/>
          <a:lstStyle>
            <a:lvl1pPr marL="4763" indent="-4763">
              <a:buNone/>
              <a:tabLst/>
              <a:defRPr sz="1500"/>
            </a:lvl1pPr>
            <a:lvl2pPr marL="4763" indent="0">
              <a:buNone/>
              <a:tabLst/>
              <a:defRPr sz="1500" b="1"/>
            </a:lvl2pPr>
            <a:lvl3pPr marL="222250" indent="-217488">
              <a:tabLst/>
              <a:defRPr sz="15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208731655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571500" y="360000"/>
            <a:ext cx="8115300" cy="606600"/>
          </a:xfrm>
          <a:prstGeom prst="rect">
            <a:avLst/>
          </a:prstGeom>
        </p:spPr>
        <p:txBody>
          <a:bodyPr/>
          <a:lstStyle>
            <a:lvl1pPr>
              <a:defRPr>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nb-NO"/>
          </a:p>
        </p:txBody>
      </p:sp>
      <p:sp>
        <p:nvSpPr>
          <p:cNvPr id="15" name="TextBox 7">
            <a:extLst>
              <a:ext uri="{FF2B5EF4-FFF2-40B4-BE49-F238E27FC236}">
                <a16:creationId xmlns:a16="http://schemas.microsoft.com/office/drawing/2014/main" id="{6C1E7DB7-7266-3C41-97CE-B836463FDC42}"/>
              </a:ext>
            </a:extLst>
          </p:cNvPr>
          <p:cNvSpPr txBox="1"/>
          <p:nvPr/>
        </p:nvSpPr>
        <p:spPr>
          <a:xfrm>
            <a:off x="0" y="-287722"/>
            <a:ext cx="1991170" cy="215444"/>
          </a:xfrm>
          <a:prstGeom prst="rect">
            <a:avLst/>
          </a:prstGeom>
          <a:noFill/>
        </p:spPr>
        <p:txBody>
          <a:bodyPr wrap="square" rtlCol="0">
            <a:spAutoFit/>
          </a:bodyPr>
          <a:lstStyle/>
          <a:p>
            <a:r>
              <a:rPr lang="nb-NO" sz="800" b="1" noProof="1"/>
              <a:t>Three columns</a:t>
            </a:r>
          </a:p>
        </p:txBody>
      </p:sp>
      <p:sp>
        <p:nvSpPr>
          <p:cNvPr id="16" name="TextBox 8">
            <a:extLst>
              <a:ext uri="{FF2B5EF4-FFF2-40B4-BE49-F238E27FC236}">
                <a16:creationId xmlns:a16="http://schemas.microsoft.com/office/drawing/2014/main" id="{D4B91405-0F87-484B-AD2B-AB5ED13C1561}"/>
              </a:ext>
            </a:extLst>
          </p:cNvPr>
          <p:cNvSpPr txBox="1"/>
          <p:nvPr/>
        </p:nvSpPr>
        <p:spPr>
          <a:xfrm>
            <a:off x="9276426" y="-57507"/>
            <a:ext cx="1312332" cy="2431435"/>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Innholdsfeltene kan brukes til tekst,</a:t>
            </a:r>
            <a:r>
              <a:rPr lang="nb-NO" sz="800" baseline="0" noProof="1"/>
              <a:t> </a:t>
            </a:r>
            <a:r>
              <a:rPr lang="nb-NO" sz="800" noProof="1"/>
              <a:t>bilder, grafer eller andre</a:t>
            </a:r>
            <a:r>
              <a:rPr lang="nb-NO" sz="800" baseline="0" noProof="1"/>
              <a:t> elementer.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t>Ønskes annet innhold enn tekst, v</a:t>
            </a:r>
            <a:r>
              <a:rPr lang="nb-NO" sz="800" noProof="1"/>
              <a:t>elges</a:t>
            </a:r>
            <a:r>
              <a:rPr lang="nb-NO" sz="800" baseline="0" noProof="1"/>
              <a:t> dette</a:t>
            </a:r>
            <a:r>
              <a:rPr lang="nb-NO" sz="800" noProof="1"/>
              <a:t> ved hjelp av ikonene midt i boksen.</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p:txBody>
      </p:sp>
      <p:sp>
        <p:nvSpPr>
          <p:cNvPr id="8" name="Plassholder for tekst 7">
            <a:extLst>
              <a:ext uri="{FF2B5EF4-FFF2-40B4-BE49-F238E27FC236}">
                <a16:creationId xmlns:a16="http://schemas.microsoft.com/office/drawing/2014/main" id="{67F07CC3-2627-0044-A0E1-8402BC248D81}"/>
              </a:ext>
            </a:extLst>
          </p:cNvPr>
          <p:cNvSpPr>
            <a:spLocks noGrp="1"/>
          </p:cNvSpPr>
          <p:nvPr>
            <p:ph type="body" sz="quarter" idx="14"/>
          </p:nvPr>
        </p:nvSpPr>
        <p:spPr>
          <a:xfrm>
            <a:off x="571500" y="1212850"/>
            <a:ext cx="2534400" cy="3230563"/>
          </a:xfrm>
          <a:solidFill>
            <a:schemeClr val="accent1"/>
          </a:solidFill>
        </p:spPr>
        <p:txBody>
          <a:bodyPr lIns="180000" tIns="180000" rIns="180000" bIns="180000"/>
          <a:lstStyle>
            <a:lvl1pPr marL="4763" indent="-4763">
              <a:buNone/>
              <a:tabLst/>
              <a:defRPr sz="1500"/>
            </a:lvl1pPr>
            <a:lvl2pPr marL="4763" indent="0">
              <a:buNone/>
              <a:tabLst/>
              <a:defRPr sz="1500" b="1"/>
            </a:lvl2pPr>
            <a:lvl3pPr marL="222250" indent="-217488">
              <a:tabLst/>
              <a:defRPr sz="15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9" name="Plassholder for tekst 7">
            <a:extLst>
              <a:ext uri="{FF2B5EF4-FFF2-40B4-BE49-F238E27FC236}">
                <a16:creationId xmlns:a16="http://schemas.microsoft.com/office/drawing/2014/main" id="{4698C122-EB45-0B49-A1AB-9A7B7396A7D4}"/>
              </a:ext>
            </a:extLst>
          </p:cNvPr>
          <p:cNvSpPr>
            <a:spLocks noGrp="1"/>
          </p:cNvSpPr>
          <p:nvPr>
            <p:ph type="body" sz="quarter" idx="15"/>
          </p:nvPr>
        </p:nvSpPr>
        <p:spPr>
          <a:xfrm>
            <a:off x="6152400" y="1212850"/>
            <a:ext cx="2534400" cy="3230563"/>
          </a:xfrm>
          <a:solidFill>
            <a:schemeClr val="accent1"/>
          </a:solidFill>
        </p:spPr>
        <p:txBody>
          <a:bodyPr lIns="180000" tIns="180000" rIns="180000" bIns="180000"/>
          <a:lstStyle>
            <a:lvl1pPr marL="4763" indent="-4763">
              <a:buNone/>
              <a:tabLst/>
              <a:defRPr sz="1500"/>
            </a:lvl1pPr>
            <a:lvl2pPr marL="4763" indent="0">
              <a:buNone/>
              <a:tabLst/>
              <a:defRPr sz="1500" b="1"/>
            </a:lvl2pPr>
            <a:lvl3pPr marL="222250" indent="-217488">
              <a:tabLst/>
              <a:defRPr sz="15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10" name="Plassholder for tekst 7">
            <a:extLst>
              <a:ext uri="{FF2B5EF4-FFF2-40B4-BE49-F238E27FC236}">
                <a16:creationId xmlns:a16="http://schemas.microsoft.com/office/drawing/2014/main" id="{5114DE2F-C86A-724D-994C-8CBB18C7FEA6}"/>
              </a:ext>
            </a:extLst>
          </p:cNvPr>
          <p:cNvSpPr>
            <a:spLocks noGrp="1"/>
          </p:cNvSpPr>
          <p:nvPr>
            <p:ph type="body" sz="quarter" idx="16"/>
          </p:nvPr>
        </p:nvSpPr>
        <p:spPr>
          <a:xfrm>
            <a:off x="3361950" y="1212850"/>
            <a:ext cx="2534400" cy="3230563"/>
          </a:xfrm>
          <a:solidFill>
            <a:schemeClr val="accent1"/>
          </a:solidFill>
        </p:spPr>
        <p:txBody>
          <a:bodyPr lIns="180000" tIns="180000" rIns="180000" bIns="180000"/>
          <a:lstStyle>
            <a:lvl1pPr marL="4763" indent="-4763">
              <a:buNone/>
              <a:tabLst/>
              <a:defRPr sz="1500"/>
            </a:lvl1pPr>
            <a:lvl2pPr marL="4763" indent="0">
              <a:buNone/>
              <a:tabLst/>
              <a:defRPr sz="1500" b="1"/>
            </a:lvl2pPr>
            <a:lvl3pPr marL="222250" indent="-217488">
              <a:tabLst/>
              <a:defRPr sz="15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26359999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our columns">
    <p:spTree>
      <p:nvGrpSpPr>
        <p:cNvPr id="1" name=""/>
        <p:cNvGrpSpPr/>
        <p:nvPr/>
      </p:nvGrpSpPr>
      <p:grpSpPr>
        <a:xfrm>
          <a:off x="0" y="0"/>
          <a:ext cx="0" cy="0"/>
          <a:chOff x="0" y="0"/>
          <a:chExt cx="0" cy="0"/>
        </a:xfrm>
      </p:grpSpPr>
      <p:sp>
        <p:nvSpPr>
          <p:cNvPr id="14" name="Plassholder for tekst 7">
            <a:extLst>
              <a:ext uri="{FF2B5EF4-FFF2-40B4-BE49-F238E27FC236}">
                <a16:creationId xmlns:a16="http://schemas.microsoft.com/office/drawing/2014/main" id="{3D668621-7CFC-1B46-9E33-33B4E7B1008F}"/>
              </a:ext>
            </a:extLst>
          </p:cNvPr>
          <p:cNvSpPr>
            <a:spLocks noGrp="1"/>
          </p:cNvSpPr>
          <p:nvPr>
            <p:ph type="body" sz="quarter" idx="13"/>
          </p:nvPr>
        </p:nvSpPr>
        <p:spPr>
          <a:xfrm>
            <a:off x="571500" y="1212850"/>
            <a:ext cx="1915584" cy="3230563"/>
          </a:xfrm>
          <a:solidFill>
            <a:schemeClr val="accent1"/>
          </a:solidFill>
        </p:spPr>
        <p:txBody>
          <a:bodyPr lIns="180000" tIns="180000" rIns="180000" bIns="180000"/>
          <a:lstStyle>
            <a:lvl1pPr marL="4763" indent="-4763">
              <a:buNone/>
              <a:tabLst/>
              <a:defRPr sz="1400"/>
            </a:lvl1pPr>
            <a:lvl2pPr marL="4763" indent="0">
              <a:buNone/>
              <a:tabLst/>
              <a:defRPr sz="1400" b="1"/>
            </a:lvl2pPr>
            <a:lvl3pPr marL="222250" indent="-217488">
              <a:tabLst/>
              <a:defRPr sz="14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8" name="TextBox 7"/>
          <p:cNvSpPr txBox="1"/>
          <p:nvPr/>
        </p:nvSpPr>
        <p:spPr>
          <a:xfrm>
            <a:off x="9246550" y="0"/>
            <a:ext cx="1396950" cy="230832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Innholdsfeltet kan brukes til tekst eller andre</a:t>
            </a:r>
            <a:r>
              <a:rPr lang="nb-NO" sz="800" baseline="0" noProof="1"/>
              <a:t> elementer.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Vær</a:t>
            </a:r>
            <a:r>
              <a:rPr lang="nb-NO" sz="800" baseline="0" noProof="1"/>
              <a:t> oppmerksom på at det finnes egne layoutmaler for heldekkende, utfallende bilder.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9" name="TextBox 7">
            <a:extLst>
              <a:ext uri="{FF2B5EF4-FFF2-40B4-BE49-F238E27FC236}">
                <a16:creationId xmlns:a16="http://schemas.microsoft.com/office/drawing/2014/main" id="{EDD9A8B8-9E9C-9B4A-8337-0CBFBFC32B95}"/>
              </a:ext>
            </a:extLst>
          </p:cNvPr>
          <p:cNvSpPr txBox="1"/>
          <p:nvPr/>
        </p:nvSpPr>
        <p:spPr>
          <a:xfrm>
            <a:off x="0" y="-287722"/>
            <a:ext cx="2572284" cy="215444"/>
          </a:xfrm>
          <a:prstGeom prst="rect">
            <a:avLst/>
          </a:prstGeom>
          <a:noFill/>
        </p:spPr>
        <p:txBody>
          <a:bodyPr wrap="square" rtlCol="0">
            <a:spAutoFit/>
          </a:bodyPr>
          <a:lstStyle/>
          <a:p>
            <a:r>
              <a:rPr lang="nb-NO" sz="800" b="1" noProof="1"/>
              <a:t>Four columns</a:t>
            </a:r>
          </a:p>
        </p:txBody>
      </p:sp>
      <p:sp>
        <p:nvSpPr>
          <p:cNvPr id="2" name="Title 1"/>
          <p:cNvSpPr>
            <a:spLocks noGrp="1"/>
          </p:cNvSpPr>
          <p:nvPr>
            <p:ph type="title" hasCustomPrompt="1"/>
          </p:nvPr>
        </p:nvSpPr>
        <p:spPr>
          <a:xfrm>
            <a:off x="571500" y="360000"/>
            <a:ext cx="8115300" cy="606600"/>
          </a:xfrm>
          <a:prstGeom prst="rect">
            <a:avLst/>
          </a:prstGeom>
        </p:spPr>
        <p:txBody>
          <a:bodyPr/>
          <a:lstStyle>
            <a:lvl1pPr>
              <a:defRPr baseline="0">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15" name="Plassholder for tekst 7">
            <a:extLst>
              <a:ext uri="{FF2B5EF4-FFF2-40B4-BE49-F238E27FC236}">
                <a16:creationId xmlns:a16="http://schemas.microsoft.com/office/drawing/2014/main" id="{28EFC9B6-8754-3B41-AE8D-394265664B79}"/>
              </a:ext>
            </a:extLst>
          </p:cNvPr>
          <p:cNvSpPr>
            <a:spLocks noGrp="1"/>
          </p:cNvSpPr>
          <p:nvPr>
            <p:ph type="body" sz="quarter" idx="18"/>
          </p:nvPr>
        </p:nvSpPr>
        <p:spPr>
          <a:xfrm>
            <a:off x="2638072" y="1212850"/>
            <a:ext cx="1915584" cy="3230563"/>
          </a:xfrm>
          <a:solidFill>
            <a:schemeClr val="accent1"/>
          </a:solidFill>
        </p:spPr>
        <p:txBody>
          <a:bodyPr lIns="180000" tIns="180000" rIns="180000" bIns="180000"/>
          <a:lstStyle>
            <a:lvl1pPr marL="4763" indent="-4763">
              <a:buNone/>
              <a:tabLst/>
              <a:defRPr sz="1400"/>
            </a:lvl1pPr>
            <a:lvl2pPr marL="4763" indent="0">
              <a:buNone/>
              <a:tabLst/>
              <a:defRPr sz="1400" b="1"/>
            </a:lvl2pPr>
            <a:lvl3pPr marL="222250" indent="-217488">
              <a:tabLst/>
              <a:defRPr sz="14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16" name="Plassholder for tekst 7">
            <a:extLst>
              <a:ext uri="{FF2B5EF4-FFF2-40B4-BE49-F238E27FC236}">
                <a16:creationId xmlns:a16="http://schemas.microsoft.com/office/drawing/2014/main" id="{2CB5ECE3-8CE2-4A4C-8253-6D22CBD45633}"/>
              </a:ext>
            </a:extLst>
          </p:cNvPr>
          <p:cNvSpPr>
            <a:spLocks noGrp="1"/>
          </p:cNvSpPr>
          <p:nvPr>
            <p:ph type="body" sz="quarter" idx="19"/>
          </p:nvPr>
        </p:nvSpPr>
        <p:spPr>
          <a:xfrm>
            <a:off x="4704644" y="1212850"/>
            <a:ext cx="1915584" cy="3230563"/>
          </a:xfrm>
          <a:solidFill>
            <a:schemeClr val="accent1"/>
          </a:solidFill>
        </p:spPr>
        <p:txBody>
          <a:bodyPr lIns="180000" tIns="180000" rIns="180000" bIns="180000"/>
          <a:lstStyle>
            <a:lvl1pPr marL="4763" indent="-4763">
              <a:buNone/>
              <a:tabLst/>
              <a:defRPr sz="1400"/>
            </a:lvl1pPr>
            <a:lvl2pPr marL="4763" indent="0">
              <a:buNone/>
              <a:tabLst/>
              <a:defRPr sz="1400" b="1"/>
            </a:lvl2pPr>
            <a:lvl3pPr marL="222250" indent="-217488">
              <a:tabLst/>
              <a:defRPr sz="14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17" name="Plassholder for tekst 7">
            <a:extLst>
              <a:ext uri="{FF2B5EF4-FFF2-40B4-BE49-F238E27FC236}">
                <a16:creationId xmlns:a16="http://schemas.microsoft.com/office/drawing/2014/main" id="{BDC72A49-C928-E04C-AA6D-065E646DDFAF}"/>
              </a:ext>
            </a:extLst>
          </p:cNvPr>
          <p:cNvSpPr>
            <a:spLocks noGrp="1"/>
          </p:cNvSpPr>
          <p:nvPr>
            <p:ph type="body" sz="quarter" idx="20"/>
          </p:nvPr>
        </p:nvSpPr>
        <p:spPr>
          <a:xfrm>
            <a:off x="6771216" y="1212850"/>
            <a:ext cx="1915584" cy="3230563"/>
          </a:xfrm>
          <a:solidFill>
            <a:schemeClr val="accent1"/>
          </a:solidFill>
        </p:spPr>
        <p:txBody>
          <a:bodyPr lIns="180000" tIns="180000" rIns="180000" bIns="180000"/>
          <a:lstStyle>
            <a:lvl1pPr marL="4763" indent="-4763">
              <a:buNone/>
              <a:tabLst/>
              <a:defRPr sz="1400"/>
            </a:lvl1pPr>
            <a:lvl2pPr marL="4763" indent="0">
              <a:buNone/>
              <a:tabLst/>
              <a:defRPr sz="1400" b="1"/>
            </a:lvl2pPr>
            <a:lvl3pPr marL="222250" indent="-217488">
              <a:tabLst/>
              <a:defRPr sz="1400"/>
            </a:lvl3pPr>
            <a:lvl4pPr marL="401638" indent="-179388">
              <a:tabLst/>
              <a:defRPr/>
            </a:lvl4pPr>
            <a:lvl5pPr marL="581025" indent="-136525">
              <a:tabLs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2844546535"/>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and picture green">
    <p:spTree>
      <p:nvGrpSpPr>
        <p:cNvPr id="1" name=""/>
        <p:cNvGrpSpPr/>
        <p:nvPr/>
      </p:nvGrpSpPr>
      <p:grpSpPr>
        <a:xfrm>
          <a:off x="0" y="0"/>
          <a:ext cx="0" cy="0"/>
          <a:chOff x="0" y="0"/>
          <a:chExt cx="0" cy="0"/>
        </a:xfrm>
      </p:grpSpPr>
      <p:sp>
        <p:nvSpPr>
          <p:cNvPr id="11" name="Rektangel 10">
            <a:extLst>
              <a:ext uri="{FF2B5EF4-FFF2-40B4-BE49-F238E27FC236}">
                <a16:creationId xmlns:a16="http://schemas.microsoft.com/office/drawing/2014/main" id="{C2FE6D7B-BD37-42F6-AC2D-2476B179B91C}"/>
              </a:ext>
            </a:extLst>
          </p:cNvPr>
          <p:cNvSpPr/>
          <p:nvPr/>
        </p:nvSpPr>
        <p:spPr>
          <a:xfrm>
            <a:off x="-6068" y="-6723"/>
            <a:ext cx="9144000" cy="4659312"/>
          </a:xfrm>
          <a:prstGeom prst="rect">
            <a:avLst/>
          </a:prstGeom>
          <a:solidFill>
            <a:srgbClr val="E8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37" name="TextBox 170">
            <a:extLst>
              <a:ext uri="{FF2B5EF4-FFF2-40B4-BE49-F238E27FC236}">
                <a16:creationId xmlns:a16="http://schemas.microsoft.com/office/drawing/2014/main" id="{B7B3FBCD-0FC4-4C44-9AEF-A8EBACAD8023}"/>
              </a:ext>
            </a:extLst>
          </p:cNvPr>
          <p:cNvSpPr txBox="1"/>
          <p:nvPr/>
        </p:nvSpPr>
        <p:spPr>
          <a:xfrm>
            <a:off x="9189720" y="41880"/>
            <a:ext cx="1196340" cy="2554545"/>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Bilde</a:t>
            </a:r>
            <a:r>
              <a:rPr lang="nb-NO" sz="800" noProof="1"/>
              <a:t> plasseres i boksen til venstre, sitat til høyre.</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For plassering og bildestørrelse bruk ‘beskjær’ under fanen ‘bileformat’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0" noProof="0">
                <a:latin typeface="+mn-lt"/>
              </a:rPr>
              <a:t>Velg ønsket farge på </a:t>
            </a:r>
            <a:r>
              <a:rPr lang="nb-NO" sz="800" b="1" noProof="0">
                <a:latin typeface="+mn-lt"/>
              </a:rPr>
              <a:t>tekstboks</a:t>
            </a:r>
            <a:r>
              <a:rPr lang="nb-NO" sz="800" b="0" noProof="0">
                <a:latin typeface="+mn-lt"/>
              </a:rPr>
              <a:t> og tekst. </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0" noProof="0">
                <a:latin typeface="+mn-lt"/>
              </a:rPr>
              <a:t>Vær oppmerksom på lovlige farge- kombinasjoner.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0" noProof="0">
                <a:latin typeface="+mn-lt"/>
              </a:rPr>
              <a:t>Pass på at tekstboksen ligger bak bildet.</a:t>
            </a:r>
          </a:p>
        </p:txBody>
      </p:sp>
      <p:sp>
        <p:nvSpPr>
          <p:cNvPr id="39" name="TextBox 7">
            <a:extLst>
              <a:ext uri="{FF2B5EF4-FFF2-40B4-BE49-F238E27FC236}">
                <a16:creationId xmlns:a16="http://schemas.microsoft.com/office/drawing/2014/main" id="{A71209F6-E47F-3046-BE0F-1D488045D6DB}"/>
              </a:ext>
            </a:extLst>
          </p:cNvPr>
          <p:cNvSpPr txBox="1"/>
          <p:nvPr/>
        </p:nvSpPr>
        <p:spPr>
          <a:xfrm>
            <a:off x="0" y="-286371"/>
            <a:ext cx="1991170" cy="215444"/>
          </a:xfrm>
          <a:prstGeom prst="rect">
            <a:avLst/>
          </a:prstGeom>
          <a:noFill/>
        </p:spPr>
        <p:txBody>
          <a:bodyPr wrap="square" rtlCol="0">
            <a:spAutoFit/>
          </a:bodyPr>
          <a:lstStyle/>
          <a:p>
            <a:r>
              <a:rPr lang="nb-NO" sz="800" b="1" noProof="1"/>
              <a:t>Quote and picture green</a:t>
            </a:r>
          </a:p>
        </p:txBody>
      </p:sp>
      <p:sp>
        <p:nvSpPr>
          <p:cNvPr id="10" name="Plassholder for tekst 4">
            <a:extLst>
              <a:ext uri="{FF2B5EF4-FFF2-40B4-BE49-F238E27FC236}">
                <a16:creationId xmlns:a16="http://schemas.microsoft.com/office/drawing/2014/main" id="{21A6F0F6-8E22-4AD7-9A79-2867004F5B8E}"/>
              </a:ext>
            </a:extLst>
          </p:cNvPr>
          <p:cNvSpPr>
            <a:spLocks noGrp="1"/>
          </p:cNvSpPr>
          <p:nvPr>
            <p:ph type="body" sz="quarter" idx="15" hasCustomPrompt="1"/>
          </p:nvPr>
        </p:nvSpPr>
        <p:spPr>
          <a:xfrm>
            <a:off x="5010150" y="963320"/>
            <a:ext cx="3430458" cy="2447391"/>
          </a:xfrm>
        </p:spPr>
        <p:txBody>
          <a:bodyPr tIns="180000" anchor="t" anchorCtr="0">
            <a:normAutofit/>
          </a:bodyPr>
          <a:lstStyle>
            <a:lvl1pPr marL="0" indent="0">
              <a:lnSpc>
                <a:spcPct val="120000"/>
              </a:lnSpc>
              <a:spcBef>
                <a:spcPts val="0"/>
              </a:spcBef>
              <a:buNone/>
              <a:defRPr sz="2800">
                <a:solidFill>
                  <a:schemeClr val="tx1"/>
                </a:solidFill>
              </a:defRPr>
            </a:lvl1pPr>
            <a:lvl2pPr marL="6350" indent="0">
              <a:buNone/>
              <a:tabLst/>
              <a:defRPr b="1">
                <a:solidFill>
                  <a:schemeClr val="tx2"/>
                </a:solidFill>
              </a:defRPr>
            </a:lvl2pPr>
          </a:lstStyle>
          <a:p>
            <a:pPr lvl="0"/>
            <a:r>
              <a:rPr lang="sv-SE" err="1"/>
              <a:t>Click</a:t>
            </a:r>
            <a:r>
              <a:rPr lang="sv-SE"/>
              <a:t> to </a:t>
            </a:r>
            <a:r>
              <a:rPr lang="sv-SE" err="1"/>
              <a:t>add</a:t>
            </a:r>
            <a:r>
              <a:rPr lang="sv-SE"/>
              <a:t> </a:t>
            </a:r>
            <a:r>
              <a:rPr lang="sv-SE" err="1"/>
              <a:t>quote</a:t>
            </a:r>
            <a:endParaRPr lang="sv-SE"/>
          </a:p>
        </p:txBody>
      </p:sp>
      <p:sp>
        <p:nvSpPr>
          <p:cNvPr id="5" name="Plassholder for tekst 4">
            <a:extLst>
              <a:ext uri="{FF2B5EF4-FFF2-40B4-BE49-F238E27FC236}">
                <a16:creationId xmlns:a16="http://schemas.microsoft.com/office/drawing/2014/main" id="{2E6BDF90-8A9E-B940-93A1-B935261D17D1}"/>
              </a:ext>
            </a:extLst>
          </p:cNvPr>
          <p:cNvSpPr>
            <a:spLocks noGrp="1"/>
          </p:cNvSpPr>
          <p:nvPr>
            <p:ph type="body" sz="quarter" idx="14" hasCustomPrompt="1"/>
          </p:nvPr>
        </p:nvSpPr>
        <p:spPr>
          <a:xfrm>
            <a:off x="5018461" y="3690167"/>
            <a:ext cx="3430458" cy="599379"/>
          </a:xfrm>
        </p:spPr>
        <p:txBody>
          <a:bodyPr tIns="180000">
            <a:noAutofit/>
          </a:bodyPr>
          <a:lstStyle>
            <a:lvl1pPr marL="0" indent="0">
              <a:lnSpc>
                <a:spcPct val="120000"/>
              </a:lnSpc>
              <a:spcBef>
                <a:spcPts val="0"/>
              </a:spcBef>
              <a:buNone/>
              <a:defRPr sz="1200" b="0">
                <a:solidFill>
                  <a:schemeClr val="tx1"/>
                </a:solidFill>
              </a:defRPr>
            </a:lvl1pPr>
            <a:lvl2pPr marL="6350" indent="0">
              <a:buNone/>
              <a:tabLst/>
              <a:defRPr b="1">
                <a:solidFill>
                  <a:schemeClr val="tx2"/>
                </a:solidFill>
              </a:defRPr>
            </a:lvl2pPr>
          </a:lstStyle>
          <a:p>
            <a:pPr lvl="0"/>
            <a:r>
              <a:rPr lang="sv-SE" err="1"/>
              <a:t>Click</a:t>
            </a:r>
            <a:r>
              <a:rPr lang="sv-SE"/>
              <a:t> to </a:t>
            </a:r>
            <a:r>
              <a:rPr lang="sv-SE" err="1"/>
              <a:t>add</a:t>
            </a:r>
            <a:r>
              <a:rPr lang="sv-SE"/>
              <a:t> </a:t>
            </a:r>
            <a:r>
              <a:rPr lang="sv-SE" err="1"/>
              <a:t>name</a:t>
            </a:r>
            <a:r>
              <a:rPr lang="sv-SE"/>
              <a:t> and </a:t>
            </a:r>
            <a:r>
              <a:rPr lang="sv-SE" err="1"/>
              <a:t>title</a:t>
            </a:r>
            <a:endParaRPr lang="sv-SE"/>
          </a:p>
        </p:txBody>
      </p:sp>
      <p:sp>
        <p:nvSpPr>
          <p:cNvPr id="16" name="Plassholder for bilde 28">
            <a:extLst>
              <a:ext uri="{FF2B5EF4-FFF2-40B4-BE49-F238E27FC236}">
                <a16:creationId xmlns:a16="http://schemas.microsoft.com/office/drawing/2014/main" id="{0003430E-8D4D-44BB-BE0E-8436F53C8523}"/>
              </a:ext>
            </a:extLst>
          </p:cNvPr>
          <p:cNvSpPr>
            <a:spLocks noGrp="1" noChangeAspect="1"/>
          </p:cNvSpPr>
          <p:nvPr>
            <p:ph type="pic" sz="quarter" idx="13" hasCustomPrompt="1"/>
          </p:nvPr>
        </p:nvSpPr>
        <p:spPr>
          <a:xfrm>
            <a:off x="-6068" y="-6723"/>
            <a:ext cx="4597909" cy="4659312"/>
          </a:xfrm>
          <a:custGeom>
            <a:avLst/>
            <a:gdLst>
              <a:gd name="connsiteX0" fmla="*/ 0 w 6394450"/>
              <a:gd name="connsiteY0" fmla="*/ 0 h 5975350"/>
              <a:gd name="connsiteX1" fmla="*/ 3403600 w 6394450"/>
              <a:gd name="connsiteY1" fmla="*/ 0 h 5975350"/>
              <a:gd name="connsiteX2" fmla="*/ 3406775 w 6394450"/>
              <a:gd name="connsiteY2" fmla="*/ 0 h 5975350"/>
              <a:gd name="connsiteX3" fmla="*/ 6394450 w 6394450"/>
              <a:gd name="connsiteY3" fmla="*/ 2987675 h 5975350"/>
              <a:gd name="connsiteX4" fmla="*/ 3406775 w 6394450"/>
              <a:gd name="connsiteY4" fmla="*/ 5975350 h 5975350"/>
              <a:gd name="connsiteX5" fmla="*/ 3403600 w 6394450"/>
              <a:gd name="connsiteY5" fmla="*/ 5975350 h 5975350"/>
              <a:gd name="connsiteX6" fmla="*/ 0 w 6394450"/>
              <a:gd name="connsiteY6" fmla="*/ 5975350 h 5975350"/>
              <a:gd name="connsiteX0" fmla="*/ 492259 w 6394450"/>
              <a:gd name="connsiteY0" fmla="*/ 11720 h 5975350"/>
              <a:gd name="connsiteX1" fmla="*/ 3403600 w 6394450"/>
              <a:gd name="connsiteY1" fmla="*/ 0 h 5975350"/>
              <a:gd name="connsiteX2" fmla="*/ 3406775 w 6394450"/>
              <a:gd name="connsiteY2" fmla="*/ 0 h 5975350"/>
              <a:gd name="connsiteX3" fmla="*/ 6394450 w 6394450"/>
              <a:gd name="connsiteY3" fmla="*/ 2987675 h 5975350"/>
              <a:gd name="connsiteX4" fmla="*/ 3406775 w 6394450"/>
              <a:gd name="connsiteY4" fmla="*/ 5975350 h 5975350"/>
              <a:gd name="connsiteX5" fmla="*/ 3403600 w 6394450"/>
              <a:gd name="connsiteY5" fmla="*/ 5975350 h 5975350"/>
              <a:gd name="connsiteX6" fmla="*/ 0 w 6394450"/>
              <a:gd name="connsiteY6" fmla="*/ 5975350 h 5975350"/>
              <a:gd name="connsiteX7" fmla="*/ 492259 w 6394450"/>
              <a:gd name="connsiteY7" fmla="*/ 11720 h 5975350"/>
              <a:gd name="connsiteX0" fmla="*/ 0 w 5902191"/>
              <a:gd name="connsiteY0" fmla="*/ 11720 h 5975350"/>
              <a:gd name="connsiteX1" fmla="*/ 2911341 w 5902191"/>
              <a:gd name="connsiteY1" fmla="*/ 0 h 5975350"/>
              <a:gd name="connsiteX2" fmla="*/ 2914516 w 5902191"/>
              <a:gd name="connsiteY2" fmla="*/ 0 h 5975350"/>
              <a:gd name="connsiteX3" fmla="*/ 5902191 w 5902191"/>
              <a:gd name="connsiteY3" fmla="*/ 2987675 h 5975350"/>
              <a:gd name="connsiteX4" fmla="*/ 2914516 w 5902191"/>
              <a:gd name="connsiteY4" fmla="*/ 5975350 h 5975350"/>
              <a:gd name="connsiteX5" fmla="*/ 2911341 w 5902191"/>
              <a:gd name="connsiteY5" fmla="*/ 5975350 h 5975350"/>
              <a:gd name="connsiteX6" fmla="*/ 0 w 5902191"/>
              <a:gd name="connsiteY6" fmla="*/ 5963630 h 5975350"/>
              <a:gd name="connsiteX7" fmla="*/ 0 w 5902191"/>
              <a:gd name="connsiteY7" fmla="*/ 11720 h 5975350"/>
              <a:gd name="connsiteX0" fmla="*/ 3052 w 5902191"/>
              <a:gd name="connsiteY0" fmla="*/ 5617 h 5975350"/>
              <a:gd name="connsiteX1" fmla="*/ 2911341 w 5902191"/>
              <a:gd name="connsiteY1" fmla="*/ 0 h 5975350"/>
              <a:gd name="connsiteX2" fmla="*/ 2914516 w 5902191"/>
              <a:gd name="connsiteY2" fmla="*/ 0 h 5975350"/>
              <a:gd name="connsiteX3" fmla="*/ 5902191 w 5902191"/>
              <a:gd name="connsiteY3" fmla="*/ 2987675 h 5975350"/>
              <a:gd name="connsiteX4" fmla="*/ 2914516 w 5902191"/>
              <a:gd name="connsiteY4" fmla="*/ 5975350 h 5975350"/>
              <a:gd name="connsiteX5" fmla="*/ 2911341 w 5902191"/>
              <a:gd name="connsiteY5" fmla="*/ 5975350 h 5975350"/>
              <a:gd name="connsiteX6" fmla="*/ 0 w 5902191"/>
              <a:gd name="connsiteY6" fmla="*/ 5963630 h 5975350"/>
              <a:gd name="connsiteX7" fmla="*/ 3052 w 5902191"/>
              <a:gd name="connsiteY7" fmla="*/ 5617 h 5975350"/>
              <a:gd name="connsiteX0" fmla="*/ 6104 w 5905243"/>
              <a:gd name="connsiteY0" fmla="*/ 5617 h 5981945"/>
              <a:gd name="connsiteX1" fmla="*/ 2914393 w 5905243"/>
              <a:gd name="connsiteY1" fmla="*/ 0 h 5981945"/>
              <a:gd name="connsiteX2" fmla="*/ 2917568 w 5905243"/>
              <a:gd name="connsiteY2" fmla="*/ 0 h 5981945"/>
              <a:gd name="connsiteX3" fmla="*/ 5905243 w 5905243"/>
              <a:gd name="connsiteY3" fmla="*/ 2987675 h 5981945"/>
              <a:gd name="connsiteX4" fmla="*/ 2917568 w 5905243"/>
              <a:gd name="connsiteY4" fmla="*/ 5975350 h 5981945"/>
              <a:gd name="connsiteX5" fmla="*/ 2914393 w 5905243"/>
              <a:gd name="connsiteY5" fmla="*/ 5975350 h 5981945"/>
              <a:gd name="connsiteX6" fmla="*/ 0 w 5905243"/>
              <a:gd name="connsiteY6" fmla="*/ 5981945 h 5981945"/>
              <a:gd name="connsiteX7" fmla="*/ 6104 w 5905243"/>
              <a:gd name="connsiteY7" fmla="*/ 5617 h 5981945"/>
              <a:gd name="connsiteX0" fmla="*/ 6104 w 5905243"/>
              <a:gd name="connsiteY0" fmla="*/ 0 h 5982433"/>
              <a:gd name="connsiteX1" fmla="*/ 2914393 w 5905243"/>
              <a:gd name="connsiteY1" fmla="*/ 488 h 5982433"/>
              <a:gd name="connsiteX2" fmla="*/ 2917568 w 5905243"/>
              <a:gd name="connsiteY2" fmla="*/ 488 h 5982433"/>
              <a:gd name="connsiteX3" fmla="*/ 5905243 w 5905243"/>
              <a:gd name="connsiteY3" fmla="*/ 2988163 h 5982433"/>
              <a:gd name="connsiteX4" fmla="*/ 2917568 w 5905243"/>
              <a:gd name="connsiteY4" fmla="*/ 5975838 h 5982433"/>
              <a:gd name="connsiteX5" fmla="*/ 2914393 w 5905243"/>
              <a:gd name="connsiteY5" fmla="*/ 5975838 h 5982433"/>
              <a:gd name="connsiteX6" fmla="*/ 0 w 5905243"/>
              <a:gd name="connsiteY6" fmla="*/ 5982433 h 5982433"/>
              <a:gd name="connsiteX7" fmla="*/ 6104 w 5905243"/>
              <a:gd name="connsiteY7" fmla="*/ 0 h 5982433"/>
              <a:gd name="connsiteX0" fmla="*/ 12209 w 5911348"/>
              <a:gd name="connsiteY0" fmla="*/ 0 h 5975838"/>
              <a:gd name="connsiteX1" fmla="*/ 2920498 w 5911348"/>
              <a:gd name="connsiteY1" fmla="*/ 488 h 5975838"/>
              <a:gd name="connsiteX2" fmla="*/ 2923673 w 5911348"/>
              <a:gd name="connsiteY2" fmla="*/ 488 h 5975838"/>
              <a:gd name="connsiteX3" fmla="*/ 5911348 w 5911348"/>
              <a:gd name="connsiteY3" fmla="*/ 2988163 h 5975838"/>
              <a:gd name="connsiteX4" fmla="*/ 2923673 w 5911348"/>
              <a:gd name="connsiteY4" fmla="*/ 5975838 h 5975838"/>
              <a:gd name="connsiteX5" fmla="*/ 2920498 w 5911348"/>
              <a:gd name="connsiteY5" fmla="*/ 5975838 h 5975838"/>
              <a:gd name="connsiteX6" fmla="*/ 0 w 5911348"/>
              <a:gd name="connsiteY6" fmla="*/ 5970236 h 5975838"/>
              <a:gd name="connsiteX7" fmla="*/ 12209 w 5911348"/>
              <a:gd name="connsiteY7" fmla="*/ 0 h 5975838"/>
              <a:gd name="connsiteX0" fmla="*/ 203 w 5912703"/>
              <a:gd name="connsiteY0" fmla="*/ 0 h 5975838"/>
              <a:gd name="connsiteX1" fmla="*/ 2921853 w 5912703"/>
              <a:gd name="connsiteY1" fmla="*/ 488 h 5975838"/>
              <a:gd name="connsiteX2" fmla="*/ 2925028 w 5912703"/>
              <a:gd name="connsiteY2" fmla="*/ 488 h 5975838"/>
              <a:gd name="connsiteX3" fmla="*/ 5912703 w 5912703"/>
              <a:gd name="connsiteY3" fmla="*/ 2988163 h 5975838"/>
              <a:gd name="connsiteX4" fmla="*/ 2925028 w 5912703"/>
              <a:gd name="connsiteY4" fmla="*/ 5975838 h 5975838"/>
              <a:gd name="connsiteX5" fmla="*/ 2921853 w 5912703"/>
              <a:gd name="connsiteY5" fmla="*/ 5975838 h 5975838"/>
              <a:gd name="connsiteX6" fmla="*/ 1355 w 5912703"/>
              <a:gd name="connsiteY6" fmla="*/ 5970236 h 5975838"/>
              <a:gd name="connsiteX7" fmla="*/ 203 w 5912703"/>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64132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64132 h 5975838"/>
              <a:gd name="connsiteX7" fmla="*/ 11096 w 5923596"/>
              <a:gd name="connsiteY7" fmla="*/ 0 h 5975838"/>
              <a:gd name="connsiteX0" fmla="*/ 11096 w 5923596"/>
              <a:gd name="connsiteY0" fmla="*/ 0 h 5977156"/>
              <a:gd name="connsiteX1" fmla="*/ 2932746 w 5923596"/>
              <a:gd name="connsiteY1" fmla="*/ 488 h 5977156"/>
              <a:gd name="connsiteX2" fmla="*/ 2935921 w 5923596"/>
              <a:gd name="connsiteY2" fmla="*/ 488 h 5977156"/>
              <a:gd name="connsiteX3" fmla="*/ 5923596 w 5923596"/>
              <a:gd name="connsiteY3" fmla="*/ 2988163 h 5977156"/>
              <a:gd name="connsiteX4" fmla="*/ 2935921 w 5923596"/>
              <a:gd name="connsiteY4" fmla="*/ 5975838 h 5977156"/>
              <a:gd name="connsiteX5" fmla="*/ 2932746 w 5923596"/>
              <a:gd name="connsiteY5" fmla="*/ 5975838 h 5977156"/>
              <a:gd name="connsiteX6" fmla="*/ 0 w 5923596"/>
              <a:gd name="connsiteY6" fmla="*/ 5977156 h 5977156"/>
              <a:gd name="connsiteX7" fmla="*/ 11096 w 5923596"/>
              <a:gd name="connsiteY7" fmla="*/ 0 h 5977156"/>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23596" h="5975838">
                <a:moveTo>
                  <a:pt x="11096" y="0"/>
                </a:moveTo>
                <a:lnTo>
                  <a:pt x="2932746" y="488"/>
                </a:lnTo>
                <a:lnTo>
                  <a:pt x="2935921" y="488"/>
                </a:lnTo>
                <a:cubicBezTo>
                  <a:pt x="4585651" y="488"/>
                  <a:pt x="5923596" y="1338433"/>
                  <a:pt x="5923596" y="2988163"/>
                </a:cubicBezTo>
                <a:cubicBezTo>
                  <a:pt x="5923596" y="4637893"/>
                  <a:pt x="4585651" y="5975838"/>
                  <a:pt x="2935921" y="5975838"/>
                </a:cubicBezTo>
                <a:lnTo>
                  <a:pt x="2932746" y="5975838"/>
                </a:lnTo>
                <a:lnTo>
                  <a:pt x="0" y="5970644"/>
                </a:lnTo>
                <a:cubicBezTo>
                  <a:pt x="1017" y="3984640"/>
                  <a:pt x="10079" y="1986004"/>
                  <a:pt x="11096" y="0"/>
                </a:cubicBezTo>
                <a:close/>
              </a:path>
            </a:pathLst>
          </a:custGeom>
        </p:spPr>
        <p:txBody>
          <a:bodyPr wrap="square" anchor="ctr" anchorCtr="1">
            <a:noAutofit/>
          </a:bodyPr>
          <a:lstStyle>
            <a:lvl1pPr>
              <a:defRPr/>
            </a:lvl1pPr>
          </a:lstStyle>
          <a:p>
            <a:r>
              <a:rPr lang="nb-NO" err="1"/>
              <a:t>Add</a:t>
            </a:r>
            <a:r>
              <a:rPr lang="nb-NO"/>
              <a:t> image to </a:t>
            </a:r>
            <a:r>
              <a:rPr lang="nb-NO" err="1"/>
              <a:t>shape</a:t>
            </a:r>
            <a:endParaRPr lang="nb-NO"/>
          </a:p>
        </p:txBody>
      </p:sp>
      <p:pic>
        <p:nvPicPr>
          <p:cNvPr id="12" name="Grafikk 11">
            <a:extLst>
              <a:ext uri="{FF2B5EF4-FFF2-40B4-BE49-F238E27FC236}">
                <a16:creationId xmlns:a16="http://schemas.microsoft.com/office/drawing/2014/main" id="{1F55EB93-A5DC-440E-A47D-9DF0BC1215C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rot="10800000">
            <a:off x="5010150" y="615778"/>
            <a:ext cx="501667" cy="347540"/>
          </a:xfrm>
          <a:prstGeom prst="rect">
            <a:avLst/>
          </a:prstGeom>
        </p:spPr>
      </p:pic>
    </p:spTree>
    <p:extLst>
      <p:ext uri="{BB962C8B-B14F-4D97-AF65-F5344CB8AC3E}">
        <p14:creationId xmlns:p14="http://schemas.microsoft.com/office/powerpoint/2010/main" val="3117142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and picture beige">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A9C0C1D0-481B-4F32-AFB2-D7876FDD8901}"/>
              </a:ext>
            </a:extLst>
          </p:cNvPr>
          <p:cNvSpPr/>
          <p:nvPr/>
        </p:nvSpPr>
        <p:spPr>
          <a:xfrm>
            <a:off x="0" y="-8965"/>
            <a:ext cx="9144000" cy="4659313"/>
          </a:xfrm>
          <a:prstGeom prst="rect">
            <a:avLst/>
          </a:prstGeom>
          <a:solidFill>
            <a:srgbClr val="FD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14" name="Plassholder for bilde 28">
            <a:extLst>
              <a:ext uri="{FF2B5EF4-FFF2-40B4-BE49-F238E27FC236}">
                <a16:creationId xmlns:a16="http://schemas.microsoft.com/office/drawing/2014/main" id="{7743C455-2D00-4FD0-B541-6C868C36D13F}"/>
              </a:ext>
            </a:extLst>
          </p:cNvPr>
          <p:cNvSpPr>
            <a:spLocks noGrp="1"/>
          </p:cNvSpPr>
          <p:nvPr>
            <p:ph type="pic" sz="quarter" idx="13" hasCustomPrompt="1"/>
          </p:nvPr>
        </p:nvSpPr>
        <p:spPr>
          <a:xfrm>
            <a:off x="-6068" y="-8964"/>
            <a:ext cx="4597909" cy="4659312"/>
          </a:xfrm>
          <a:custGeom>
            <a:avLst/>
            <a:gdLst>
              <a:gd name="connsiteX0" fmla="*/ 0 w 6394450"/>
              <a:gd name="connsiteY0" fmla="*/ 0 h 5975350"/>
              <a:gd name="connsiteX1" fmla="*/ 3403600 w 6394450"/>
              <a:gd name="connsiteY1" fmla="*/ 0 h 5975350"/>
              <a:gd name="connsiteX2" fmla="*/ 3406775 w 6394450"/>
              <a:gd name="connsiteY2" fmla="*/ 0 h 5975350"/>
              <a:gd name="connsiteX3" fmla="*/ 6394450 w 6394450"/>
              <a:gd name="connsiteY3" fmla="*/ 2987675 h 5975350"/>
              <a:gd name="connsiteX4" fmla="*/ 3406775 w 6394450"/>
              <a:gd name="connsiteY4" fmla="*/ 5975350 h 5975350"/>
              <a:gd name="connsiteX5" fmla="*/ 3403600 w 6394450"/>
              <a:gd name="connsiteY5" fmla="*/ 5975350 h 5975350"/>
              <a:gd name="connsiteX6" fmla="*/ 0 w 6394450"/>
              <a:gd name="connsiteY6" fmla="*/ 5975350 h 5975350"/>
              <a:gd name="connsiteX0" fmla="*/ 492259 w 6394450"/>
              <a:gd name="connsiteY0" fmla="*/ 11720 h 5975350"/>
              <a:gd name="connsiteX1" fmla="*/ 3403600 w 6394450"/>
              <a:gd name="connsiteY1" fmla="*/ 0 h 5975350"/>
              <a:gd name="connsiteX2" fmla="*/ 3406775 w 6394450"/>
              <a:gd name="connsiteY2" fmla="*/ 0 h 5975350"/>
              <a:gd name="connsiteX3" fmla="*/ 6394450 w 6394450"/>
              <a:gd name="connsiteY3" fmla="*/ 2987675 h 5975350"/>
              <a:gd name="connsiteX4" fmla="*/ 3406775 w 6394450"/>
              <a:gd name="connsiteY4" fmla="*/ 5975350 h 5975350"/>
              <a:gd name="connsiteX5" fmla="*/ 3403600 w 6394450"/>
              <a:gd name="connsiteY5" fmla="*/ 5975350 h 5975350"/>
              <a:gd name="connsiteX6" fmla="*/ 0 w 6394450"/>
              <a:gd name="connsiteY6" fmla="*/ 5975350 h 5975350"/>
              <a:gd name="connsiteX7" fmla="*/ 492259 w 6394450"/>
              <a:gd name="connsiteY7" fmla="*/ 11720 h 5975350"/>
              <a:gd name="connsiteX0" fmla="*/ 0 w 5902191"/>
              <a:gd name="connsiteY0" fmla="*/ 11720 h 5975350"/>
              <a:gd name="connsiteX1" fmla="*/ 2911341 w 5902191"/>
              <a:gd name="connsiteY1" fmla="*/ 0 h 5975350"/>
              <a:gd name="connsiteX2" fmla="*/ 2914516 w 5902191"/>
              <a:gd name="connsiteY2" fmla="*/ 0 h 5975350"/>
              <a:gd name="connsiteX3" fmla="*/ 5902191 w 5902191"/>
              <a:gd name="connsiteY3" fmla="*/ 2987675 h 5975350"/>
              <a:gd name="connsiteX4" fmla="*/ 2914516 w 5902191"/>
              <a:gd name="connsiteY4" fmla="*/ 5975350 h 5975350"/>
              <a:gd name="connsiteX5" fmla="*/ 2911341 w 5902191"/>
              <a:gd name="connsiteY5" fmla="*/ 5975350 h 5975350"/>
              <a:gd name="connsiteX6" fmla="*/ 0 w 5902191"/>
              <a:gd name="connsiteY6" fmla="*/ 5963630 h 5975350"/>
              <a:gd name="connsiteX7" fmla="*/ 0 w 5902191"/>
              <a:gd name="connsiteY7" fmla="*/ 11720 h 5975350"/>
              <a:gd name="connsiteX0" fmla="*/ 3052 w 5902191"/>
              <a:gd name="connsiteY0" fmla="*/ 5617 h 5975350"/>
              <a:gd name="connsiteX1" fmla="*/ 2911341 w 5902191"/>
              <a:gd name="connsiteY1" fmla="*/ 0 h 5975350"/>
              <a:gd name="connsiteX2" fmla="*/ 2914516 w 5902191"/>
              <a:gd name="connsiteY2" fmla="*/ 0 h 5975350"/>
              <a:gd name="connsiteX3" fmla="*/ 5902191 w 5902191"/>
              <a:gd name="connsiteY3" fmla="*/ 2987675 h 5975350"/>
              <a:gd name="connsiteX4" fmla="*/ 2914516 w 5902191"/>
              <a:gd name="connsiteY4" fmla="*/ 5975350 h 5975350"/>
              <a:gd name="connsiteX5" fmla="*/ 2911341 w 5902191"/>
              <a:gd name="connsiteY5" fmla="*/ 5975350 h 5975350"/>
              <a:gd name="connsiteX6" fmla="*/ 0 w 5902191"/>
              <a:gd name="connsiteY6" fmla="*/ 5963630 h 5975350"/>
              <a:gd name="connsiteX7" fmla="*/ 3052 w 5902191"/>
              <a:gd name="connsiteY7" fmla="*/ 5617 h 5975350"/>
              <a:gd name="connsiteX0" fmla="*/ 6104 w 5905243"/>
              <a:gd name="connsiteY0" fmla="*/ 5617 h 5981945"/>
              <a:gd name="connsiteX1" fmla="*/ 2914393 w 5905243"/>
              <a:gd name="connsiteY1" fmla="*/ 0 h 5981945"/>
              <a:gd name="connsiteX2" fmla="*/ 2917568 w 5905243"/>
              <a:gd name="connsiteY2" fmla="*/ 0 h 5981945"/>
              <a:gd name="connsiteX3" fmla="*/ 5905243 w 5905243"/>
              <a:gd name="connsiteY3" fmla="*/ 2987675 h 5981945"/>
              <a:gd name="connsiteX4" fmla="*/ 2917568 w 5905243"/>
              <a:gd name="connsiteY4" fmla="*/ 5975350 h 5981945"/>
              <a:gd name="connsiteX5" fmla="*/ 2914393 w 5905243"/>
              <a:gd name="connsiteY5" fmla="*/ 5975350 h 5981945"/>
              <a:gd name="connsiteX6" fmla="*/ 0 w 5905243"/>
              <a:gd name="connsiteY6" fmla="*/ 5981945 h 5981945"/>
              <a:gd name="connsiteX7" fmla="*/ 6104 w 5905243"/>
              <a:gd name="connsiteY7" fmla="*/ 5617 h 5981945"/>
              <a:gd name="connsiteX0" fmla="*/ 6104 w 5905243"/>
              <a:gd name="connsiteY0" fmla="*/ 0 h 5982433"/>
              <a:gd name="connsiteX1" fmla="*/ 2914393 w 5905243"/>
              <a:gd name="connsiteY1" fmla="*/ 488 h 5982433"/>
              <a:gd name="connsiteX2" fmla="*/ 2917568 w 5905243"/>
              <a:gd name="connsiteY2" fmla="*/ 488 h 5982433"/>
              <a:gd name="connsiteX3" fmla="*/ 5905243 w 5905243"/>
              <a:gd name="connsiteY3" fmla="*/ 2988163 h 5982433"/>
              <a:gd name="connsiteX4" fmla="*/ 2917568 w 5905243"/>
              <a:gd name="connsiteY4" fmla="*/ 5975838 h 5982433"/>
              <a:gd name="connsiteX5" fmla="*/ 2914393 w 5905243"/>
              <a:gd name="connsiteY5" fmla="*/ 5975838 h 5982433"/>
              <a:gd name="connsiteX6" fmla="*/ 0 w 5905243"/>
              <a:gd name="connsiteY6" fmla="*/ 5982433 h 5982433"/>
              <a:gd name="connsiteX7" fmla="*/ 6104 w 5905243"/>
              <a:gd name="connsiteY7" fmla="*/ 0 h 5982433"/>
              <a:gd name="connsiteX0" fmla="*/ 12209 w 5911348"/>
              <a:gd name="connsiteY0" fmla="*/ 0 h 5975838"/>
              <a:gd name="connsiteX1" fmla="*/ 2920498 w 5911348"/>
              <a:gd name="connsiteY1" fmla="*/ 488 h 5975838"/>
              <a:gd name="connsiteX2" fmla="*/ 2923673 w 5911348"/>
              <a:gd name="connsiteY2" fmla="*/ 488 h 5975838"/>
              <a:gd name="connsiteX3" fmla="*/ 5911348 w 5911348"/>
              <a:gd name="connsiteY3" fmla="*/ 2988163 h 5975838"/>
              <a:gd name="connsiteX4" fmla="*/ 2923673 w 5911348"/>
              <a:gd name="connsiteY4" fmla="*/ 5975838 h 5975838"/>
              <a:gd name="connsiteX5" fmla="*/ 2920498 w 5911348"/>
              <a:gd name="connsiteY5" fmla="*/ 5975838 h 5975838"/>
              <a:gd name="connsiteX6" fmla="*/ 0 w 5911348"/>
              <a:gd name="connsiteY6" fmla="*/ 5970236 h 5975838"/>
              <a:gd name="connsiteX7" fmla="*/ 12209 w 5911348"/>
              <a:gd name="connsiteY7" fmla="*/ 0 h 5975838"/>
              <a:gd name="connsiteX0" fmla="*/ 203 w 5912703"/>
              <a:gd name="connsiteY0" fmla="*/ 0 h 5975838"/>
              <a:gd name="connsiteX1" fmla="*/ 2921853 w 5912703"/>
              <a:gd name="connsiteY1" fmla="*/ 488 h 5975838"/>
              <a:gd name="connsiteX2" fmla="*/ 2925028 w 5912703"/>
              <a:gd name="connsiteY2" fmla="*/ 488 h 5975838"/>
              <a:gd name="connsiteX3" fmla="*/ 5912703 w 5912703"/>
              <a:gd name="connsiteY3" fmla="*/ 2988163 h 5975838"/>
              <a:gd name="connsiteX4" fmla="*/ 2925028 w 5912703"/>
              <a:gd name="connsiteY4" fmla="*/ 5975838 h 5975838"/>
              <a:gd name="connsiteX5" fmla="*/ 2921853 w 5912703"/>
              <a:gd name="connsiteY5" fmla="*/ 5975838 h 5975838"/>
              <a:gd name="connsiteX6" fmla="*/ 1355 w 5912703"/>
              <a:gd name="connsiteY6" fmla="*/ 5970236 h 5975838"/>
              <a:gd name="connsiteX7" fmla="*/ 203 w 5912703"/>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64132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64132 h 5975838"/>
              <a:gd name="connsiteX7" fmla="*/ 11096 w 5923596"/>
              <a:gd name="connsiteY7" fmla="*/ 0 h 5975838"/>
              <a:gd name="connsiteX0" fmla="*/ 11096 w 5923596"/>
              <a:gd name="connsiteY0" fmla="*/ 0 h 5977156"/>
              <a:gd name="connsiteX1" fmla="*/ 2932746 w 5923596"/>
              <a:gd name="connsiteY1" fmla="*/ 488 h 5977156"/>
              <a:gd name="connsiteX2" fmla="*/ 2935921 w 5923596"/>
              <a:gd name="connsiteY2" fmla="*/ 488 h 5977156"/>
              <a:gd name="connsiteX3" fmla="*/ 5923596 w 5923596"/>
              <a:gd name="connsiteY3" fmla="*/ 2988163 h 5977156"/>
              <a:gd name="connsiteX4" fmla="*/ 2935921 w 5923596"/>
              <a:gd name="connsiteY4" fmla="*/ 5975838 h 5977156"/>
              <a:gd name="connsiteX5" fmla="*/ 2932746 w 5923596"/>
              <a:gd name="connsiteY5" fmla="*/ 5975838 h 5977156"/>
              <a:gd name="connsiteX6" fmla="*/ 0 w 5923596"/>
              <a:gd name="connsiteY6" fmla="*/ 5977156 h 5977156"/>
              <a:gd name="connsiteX7" fmla="*/ 11096 w 5923596"/>
              <a:gd name="connsiteY7" fmla="*/ 0 h 5977156"/>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 name="connsiteX0" fmla="*/ 11096 w 5923596"/>
              <a:gd name="connsiteY0" fmla="*/ 0 h 5975838"/>
              <a:gd name="connsiteX1" fmla="*/ 2932746 w 5923596"/>
              <a:gd name="connsiteY1" fmla="*/ 488 h 5975838"/>
              <a:gd name="connsiteX2" fmla="*/ 2935921 w 5923596"/>
              <a:gd name="connsiteY2" fmla="*/ 488 h 5975838"/>
              <a:gd name="connsiteX3" fmla="*/ 5923596 w 5923596"/>
              <a:gd name="connsiteY3" fmla="*/ 2988163 h 5975838"/>
              <a:gd name="connsiteX4" fmla="*/ 2935921 w 5923596"/>
              <a:gd name="connsiteY4" fmla="*/ 5975838 h 5975838"/>
              <a:gd name="connsiteX5" fmla="*/ 2932746 w 5923596"/>
              <a:gd name="connsiteY5" fmla="*/ 5975838 h 5975838"/>
              <a:gd name="connsiteX6" fmla="*/ 0 w 5923596"/>
              <a:gd name="connsiteY6" fmla="*/ 5970644 h 5975838"/>
              <a:gd name="connsiteX7" fmla="*/ 11096 w 5923596"/>
              <a:gd name="connsiteY7" fmla="*/ 0 h 5975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23596" h="5975838">
                <a:moveTo>
                  <a:pt x="11096" y="0"/>
                </a:moveTo>
                <a:lnTo>
                  <a:pt x="2932746" y="488"/>
                </a:lnTo>
                <a:lnTo>
                  <a:pt x="2935921" y="488"/>
                </a:lnTo>
                <a:cubicBezTo>
                  <a:pt x="4585651" y="488"/>
                  <a:pt x="5923596" y="1338433"/>
                  <a:pt x="5923596" y="2988163"/>
                </a:cubicBezTo>
                <a:cubicBezTo>
                  <a:pt x="5923596" y="4637893"/>
                  <a:pt x="4585651" y="5975838"/>
                  <a:pt x="2935921" y="5975838"/>
                </a:cubicBezTo>
                <a:lnTo>
                  <a:pt x="2932746" y="5975838"/>
                </a:lnTo>
                <a:lnTo>
                  <a:pt x="0" y="5970644"/>
                </a:lnTo>
                <a:cubicBezTo>
                  <a:pt x="1017" y="3984640"/>
                  <a:pt x="10079" y="1986004"/>
                  <a:pt x="11096" y="0"/>
                </a:cubicBezTo>
                <a:close/>
              </a:path>
            </a:pathLst>
          </a:custGeom>
        </p:spPr>
        <p:txBody>
          <a:bodyPr wrap="square" anchor="ctr" anchorCtr="1">
            <a:noAutofit/>
          </a:bodyPr>
          <a:lstStyle>
            <a:lvl1pPr>
              <a:defRPr/>
            </a:lvl1pPr>
          </a:lstStyle>
          <a:p>
            <a:r>
              <a:rPr lang="nb-NO" err="1"/>
              <a:t>Add</a:t>
            </a:r>
            <a:r>
              <a:rPr lang="nb-NO"/>
              <a:t> image to </a:t>
            </a:r>
            <a:r>
              <a:rPr lang="nb-NO" err="1"/>
              <a:t>shape</a:t>
            </a:r>
            <a:endParaRPr lang="nb-NO"/>
          </a:p>
        </p:txBody>
      </p:sp>
      <p:sp>
        <p:nvSpPr>
          <p:cNvPr id="37" name="TextBox 170">
            <a:extLst>
              <a:ext uri="{FF2B5EF4-FFF2-40B4-BE49-F238E27FC236}">
                <a16:creationId xmlns:a16="http://schemas.microsoft.com/office/drawing/2014/main" id="{B7B3FBCD-0FC4-4C44-9AEF-A8EBACAD8023}"/>
              </a:ext>
            </a:extLst>
          </p:cNvPr>
          <p:cNvSpPr txBox="1"/>
          <p:nvPr/>
        </p:nvSpPr>
        <p:spPr>
          <a:xfrm>
            <a:off x="9189720" y="41880"/>
            <a:ext cx="1196340" cy="2554545"/>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Bilde</a:t>
            </a:r>
            <a:r>
              <a:rPr lang="nb-NO" sz="800" noProof="1"/>
              <a:t> plasseres i boksen til venstre, sitat til høyre.</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For plassering og bildestørrelse bruk ‘beskjær’ under fanen ‘bileformat’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0" noProof="0">
                <a:latin typeface="+mn-lt"/>
              </a:rPr>
              <a:t>Velg ønsket farge på </a:t>
            </a:r>
            <a:r>
              <a:rPr lang="nb-NO" sz="800" b="1" noProof="0">
                <a:latin typeface="+mn-lt"/>
              </a:rPr>
              <a:t>tekstboks</a:t>
            </a:r>
            <a:r>
              <a:rPr lang="nb-NO" sz="800" b="0" noProof="0">
                <a:latin typeface="+mn-lt"/>
              </a:rPr>
              <a:t> og tekst. </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0" noProof="0">
                <a:latin typeface="+mn-lt"/>
              </a:rPr>
              <a:t>Vær oppmerksom på lovlige farge- kombinasjoner.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0" noProof="0">
                <a:latin typeface="+mn-lt"/>
              </a:rPr>
              <a:t>Pass på at tekstboksen ligger bak bildet.</a:t>
            </a:r>
          </a:p>
        </p:txBody>
      </p:sp>
      <p:sp>
        <p:nvSpPr>
          <p:cNvPr id="39" name="TextBox 7">
            <a:extLst>
              <a:ext uri="{FF2B5EF4-FFF2-40B4-BE49-F238E27FC236}">
                <a16:creationId xmlns:a16="http://schemas.microsoft.com/office/drawing/2014/main" id="{A71209F6-E47F-3046-BE0F-1D488045D6DB}"/>
              </a:ext>
            </a:extLst>
          </p:cNvPr>
          <p:cNvSpPr txBox="1"/>
          <p:nvPr/>
        </p:nvSpPr>
        <p:spPr>
          <a:xfrm>
            <a:off x="0" y="-286371"/>
            <a:ext cx="1991170" cy="215444"/>
          </a:xfrm>
          <a:prstGeom prst="rect">
            <a:avLst/>
          </a:prstGeom>
          <a:noFill/>
        </p:spPr>
        <p:txBody>
          <a:bodyPr wrap="square" rtlCol="0">
            <a:spAutoFit/>
          </a:bodyPr>
          <a:lstStyle/>
          <a:p>
            <a:r>
              <a:rPr lang="nb-NO" sz="800" b="1" noProof="1"/>
              <a:t>Quote and picture beige</a:t>
            </a:r>
          </a:p>
        </p:txBody>
      </p:sp>
      <p:sp>
        <p:nvSpPr>
          <p:cNvPr id="10" name="Plassholder for tekst 4">
            <a:extLst>
              <a:ext uri="{FF2B5EF4-FFF2-40B4-BE49-F238E27FC236}">
                <a16:creationId xmlns:a16="http://schemas.microsoft.com/office/drawing/2014/main" id="{21A6F0F6-8E22-4AD7-9A79-2867004F5B8E}"/>
              </a:ext>
            </a:extLst>
          </p:cNvPr>
          <p:cNvSpPr>
            <a:spLocks noGrp="1"/>
          </p:cNvSpPr>
          <p:nvPr>
            <p:ph type="body" sz="quarter" idx="15" hasCustomPrompt="1"/>
          </p:nvPr>
        </p:nvSpPr>
        <p:spPr>
          <a:xfrm>
            <a:off x="5010150" y="963320"/>
            <a:ext cx="3430458" cy="2447391"/>
          </a:xfrm>
        </p:spPr>
        <p:txBody>
          <a:bodyPr tIns="180000" anchor="t" anchorCtr="0">
            <a:normAutofit/>
          </a:bodyPr>
          <a:lstStyle>
            <a:lvl1pPr marL="0" indent="0">
              <a:lnSpc>
                <a:spcPct val="120000"/>
              </a:lnSpc>
              <a:spcBef>
                <a:spcPts val="0"/>
              </a:spcBef>
              <a:buNone/>
              <a:defRPr sz="2800">
                <a:solidFill>
                  <a:schemeClr val="tx1"/>
                </a:solidFill>
              </a:defRPr>
            </a:lvl1pPr>
            <a:lvl2pPr marL="6350" indent="0">
              <a:buNone/>
              <a:tabLst/>
              <a:defRPr b="1">
                <a:solidFill>
                  <a:schemeClr val="tx2"/>
                </a:solidFill>
              </a:defRPr>
            </a:lvl2pPr>
          </a:lstStyle>
          <a:p>
            <a:pPr lvl="0"/>
            <a:r>
              <a:rPr lang="sv-SE" err="1"/>
              <a:t>Click</a:t>
            </a:r>
            <a:r>
              <a:rPr lang="sv-SE"/>
              <a:t> to </a:t>
            </a:r>
            <a:r>
              <a:rPr lang="sv-SE" err="1"/>
              <a:t>add</a:t>
            </a:r>
            <a:r>
              <a:rPr lang="sv-SE"/>
              <a:t> </a:t>
            </a:r>
            <a:r>
              <a:rPr lang="sv-SE" err="1"/>
              <a:t>quote</a:t>
            </a:r>
            <a:endParaRPr lang="sv-SE"/>
          </a:p>
        </p:txBody>
      </p:sp>
      <p:sp>
        <p:nvSpPr>
          <p:cNvPr id="5" name="Plassholder for tekst 4">
            <a:extLst>
              <a:ext uri="{FF2B5EF4-FFF2-40B4-BE49-F238E27FC236}">
                <a16:creationId xmlns:a16="http://schemas.microsoft.com/office/drawing/2014/main" id="{2E6BDF90-8A9E-B940-93A1-B935261D17D1}"/>
              </a:ext>
            </a:extLst>
          </p:cNvPr>
          <p:cNvSpPr>
            <a:spLocks noGrp="1"/>
          </p:cNvSpPr>
          <p:nvPr>
            <p:ph type="body" sz="quarter" idx="14" hasCustomPrompt="1"/>
          </p:nvPr>
        </p:nvSpPr>
        <p:spPr>
          <a:xfrm>
            <a:off x="5018461" y="3696890"/>
            <a:ext cx="3430458" cy="599379"/>
          </a:xfrm>
        </p:spPr>
        <p:txBody>
          <a:bodyPr tIns="180000">
            <a:noAutofit/>
          </a:bodyPr>
          <a:lstStyle>
            <a:lvl1pPr marL="0" indent="0">
              <a:lnSpc>
                <a:spcPct val="120000"/>
              </a:lnSpc>
              <a:spcBef>
                <a:spcPts val="0"/>
              </a:spcBef>
              <a:buNone/>
              <a:defRPr sz="1200" b="0">
                <a:solidFill>
                  <a:schemeClr val="tx1"/>
                </a:solidFill>
              </a:defRPr>
            </a:lvl1pPr>
            <a:lvl2pPr marL="6350" indent="0">
              <a:buNone/>
              <a:tabLst/>
              <a:defRPr b="1">
                <a:solidFill>
                  <a:schemeClr val="tx2"/>
                </a:solidFill>
              </a:defRPr>
            </a:lvl2pPr>
          </a:lstStyle>
          <a:p>
            <a:pPr lvl="0"/>
            <a:r>
              <a:rPr lang="sv-SE" err="1"/>
              <a:t>Click</a:t>
            </a:r>
            <a:r>
              <a:rPr lang="sv-SE"/>
              <a:t> to </a:t>
            </a:r>
            <a:r>
              <a:rPr lang="sv-SE" err="1"/>
              <a:t>add</a:t>
            </a:r>
            <a:r>
              <a:rPr lang="sv-SE"/>
              <a:t> </a:t>
            </a:r>
            <a:r>
              <a:rPr lang="sv-SE" err="1"/>
              <a:t>name</a:t>
            </a:r>
            <a:r>
              <a:rPr lang="sv-SE"/>
              <a:t> and </a:t>
            </a:r>
            <a:r>
              <a:rPr lang="sv-SE" err="1"/>
              <a:t>title</a:t>
            </a:r>
            <a:endParaRPr lang="sv-SE"/>
          </a:p>
        </p:txBody>
      </p:sp>
      <p:pic>
        <p:nvPicPr>
          <p:cNvPr id="11" name="Grafikk 10">
            <a:extLst>
              <a:ext uri="{FF2B5EF4-FFF2-40B4-BE49-F238E27FC236}">
                <a16:creationId xmlns:a16="http://schemas.microsoft.com/office/drawing/2014/main" id="{00F34B74-6779-439B-8FCD-D8669485F9B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010150" y="615778"/>
            <a:ext cx="501667" cy="347541"/>
          </a:xfrm>
          <a:prstGeom prst="rect">
            <a:avLst/>
          </a:prstGeom>
        </p:spPr>
      </p:pic>
    </p:spTree>
    <p:extLst>
      <p:ext uri="{BB962C8B-B14F-4D97-AF65-F5344CB8AC3E}">
        <p14:creationId xmlns:p14="http://schemas.microsoft.com/office/powerpoint/2010/main" val="33972241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1500" y="360000"/>
            <a:ext cx="8115300" cy="606600"/>
          </a:xfrm>
          <a:prstGeom prst="rect">
            <a:avLst/>
          </a:prstGeom>
        </p:spPr>
        <p:txBody>
          <a:bodyPr/>
          <a:lstStyle>
            <a:lvl1pPr>
              <a:defRPr>
                <a:solidFill>
                  <a:schemeClr val="accent6"/>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p>
        </p:txBody>
      </p:sp>
      <p:sp>
        <p:nvSpPr>
          <p:cNvPr id="7" name="TextBox 6"/>
          <p:cNvSpPr txBox="1"/>
          <p:nvPr/>
        </p:nvSpPr>
        <p:spPr>
          <a:xfrm>
            <a:off x="9302063" y="-59975"/>
            <a:ext cx="1397271" cy="1077218"/>
          </a:xfrm>
          <a:prstGeom prst="rect">
            <a:avLst/>
          </a:prstGeom>
          <a:noFill/>
        </p:spPr>
        <p:txBody>
          <a:bodyPr wrap="square" rtlCol="0">
            <a:spAutoFit/>
          </a:bodyPr>
          <a:lstStyle/>
          <a:p>
            <a:r>
              <a:rPr lang="nb-NO" sz="800" b="1" noProof="1"/>
              <a:t>Tittel blank</a:t>
            </a:r>
          </a:p>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Brukes til </a:t>
            </a:r>
            <a:r>
              <a:rPr lang="nb-NO" sz="800" baseline="0" noProof="1"/>
              <a:t> grafikk/bilder mm.</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t>Vær oppmerksom </a:t>
            </a:r>
            <a:br>
              <a:rPr lang="nb-NO" sz="800" baseline="0" noProof="1"/>
            </a:br>
            <a:r>
              <a:rPr lang="nb-NO" sz="800" baseline="0" noProof="1"/>
              <a:t>på lovlige farge-kombinasjoner som vises i palletten over.</a:t>
            </a:r>
            <a:endParaRPr lang="nb-NO" sz="800" noProof="1"/>
          </a:p>
        </p:txBody>
      </p:sp>
      <p:sp>
        <p:nvSpPr>
          <p:cNvPr id="11" name="TextBox 7">
            <a:extLst>
              <a:ext uri="{FF2B5EF4-FFF2-40B4-BE49-F238E27FC236}">
                <a16:creationId xmlns:a16="http://schemas.microsoft.com/office/drawing/2014/main" id="{6BF41D07-A0CC-4F4D-96F9-EE7B586E6FBC}"/>
              </a:ext>
            </a:extLst>
          </p:cNvPr>
          <p:cNvSpPr txBox="1"/>
          <p:nvPr/>
        </p:nvSpPr>
        <p:spPr>
          <a:xfrm>
            <a:off x="0" y="-286371"/>
            <a:ext cx="1991170" cy="215444"/>
          </a:xfrm>
          <a:prstGeom prst="rect">
            <a:avLst/>
          </a:prstGeom>
          <a:noFill/>
        </p:spPr>
        <p:txBody>
          <a:bodyPr wrap="square" rtlCol="0">
            <a:spAutoFit/>
          </a:bodyPr>
          <a:lstStyle/>
          <a:p>
            <a:r>
              <a:rPr lang="nb-NO" sz="800" b="1" noProof="1"/>
              <a:t>Title blank</a:t>
            </a:r>
          </a:p>
        </p:txBody>
      </p:sp>
    </p:spTree>
    <p:extLst>
      <p:ext uri="{BB962C8B-B14F-4D97-AF65-F5344CB8AC3E}">
        <p14:creationId xmlns:p14="http://schemas.microsoft.com/office/powerpoint/2010/main" val="287742687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picture">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15901" y="1017346"/>
            <a:ext cx="8712200" cy="3426067"/>
          </a:xfrm>
          <a:prstGeom prst="rect">
            <a:avLst/>
          </a:prstGeom>
        </p:spPr>
        <p:txBody>
          <a:bodyPr lIns="2520000" tIns="720000" rIns="2520000" bIns="720000">
            <a:normAutofit/>
          </a:bodyPr>
          <a:lstStyle>
            <a:lvl1pPr marL="0" indent="0" algn="ctr">
              <a:buNone/>
              <a:defRPr sz="10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000">
                <a:effectLst/>
                <a:latin typeface="Verdana" panose="020B0604030504040204" pitchFamily="34" charset="0"/>
                <a:ea typeface="Calibri" panose="020F0502020204030204" pitchFamily="34" charset="0"/>
                <a:cs typeface="Times New Roman" panose="02020603050405020304" pitchFamily="18" charset="0"/>
              </a:rPr>
              <a:t>Add picture by drag &amp; drop or insert picture. Use picture tools to adjust. </a:t>
            </a:r>
            <a:endParaRPr lang="sv-SE" sz="10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Placeholder 8"/>
          <p:cNvSpPr>
            <a:spLocks noGrp="1"/>
          </p:cNvSpPr>
          <p:nvPr>
            <p:ph type="body" sz="quarter" idx="13" hasCustomPrompt="1"/>
          </p:nvPr>
        </p:nvSpPr>
        <p:spPr>
          <a:xfrm>
            <a:off x="374823" y="3809269"/>
            <a:ext cx="5562600" cy="489347"/>
          </a:xfrm>
          <a:prstGeom prst="rect">
            <a:avLst/>
          </a:prstGeom>
        </p:spPr>
        <p:txBody>
          <a:bodyPr anchor="b" anchorCtr="0">
            <a:normAutofit/>
          </a:bodyPr>
          <a:lstStyle>
            <a:lvl1pPr marL="0" indent="0">
              <a:buNone/>
              <a:defRPr sz="800" baseline="0">
                <a:solidFill>
                  <a:schemeClr val="tx2"/>
                </a:solidFill>
              </a:defRPr>
            </a:lvl1pPr>
          </a:lstStyle>
          <a:p>
            <a:pPr lvl="0"/>
            <a:r>
              <a:rPr lang="nb-NO" err="1"/>
              <a:t>Insert</a:t>
            </a:r>
            <a:r>
              <a:rPr lang="nb-NO"/>
              <a:t> </a:t>
            </a:r>
            <a:r>
              <a:rPr lang="nb-NO" err="1"/>
              <a:t>caption</a:t>
            </a:r>
            <a:r>
              <a:rPr lang="nb-NO"/>
              <a:t>/</a:t>
            </a:r>
            <a:r>
              <a:rPr lang="nb-NO" err="1"/>
              <a:t>reference</a:t>
            </a:r>
            <a:endParaRPr lang="nb-NO"/>
          </a:p>
        </p:txBody>
      </p:sp>
      <p:sp>
        <p:nvSpPr>
          <p:cNvPr id="2" name="Title 1"/>
          <p:cNvSpPr>
            <a:spLocks noGrp="1"/>
          </p:cNvSpPr>
          <p:nvPr>
            <p:ph type="title" hasCustomPrompt="1"/>
          </p:nvPr>
        </p:nvSpPr>
        <p:spPr>
          <a:xfrm>
            <a:off x="571500" y="360000"/>
            <a:ext cx="8115300" cy="606600"/>
          </a:xfrm>
          <a:prstGeom prst="rect">
            <a:avLst/>
          </a:prstGeom>
        </p:spPr>
        <p:txBody>
          <a:bodyPr/>
          <a:lstStyle>
            <a:lvl1pPr>
              <a:defRPr>
                <a:solidFill>
                  <a:srgbClr val="BF0900"/>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nb-NO"/>
          </a:p>
        </p:txBody>
      </p:sp>
      <p:sp>
        <p:nvSpPr>
          <p:cNvPr id="10" name="TextBox 9"/>
          <p:cNvSpPr txBox="1"/>
          <p:nvPr/>
        </p:nvSpPr>
        <p:spPr>
          <a:xfrm>
            <a:off x="9319156" y="-70927"/>
            <a:ext cx="1025133" cy="461665"/>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Tittel og heldekkende bilde.</a:t>
            </a:r>
          </a:p>
        </p:txBody>
      </p:sp>
      <p:sp>
        <p:nvSpPr>
          <p:cNvPr id="11" name="TextBox 7">
            <a:extLst>
              <a:ext uri="{FF2B5EF4-FFF2-40B4-BE49-F238E27FC236}">
                <a16:creationId xmlns:a16="http://schemas.microsoft.com/office/drawing/2014/main" id="{6C135EF7-BEFE-F641-B9CE-854C4939675C}"/>
              </a:ext>
            </a:extLst>
          </p:cNvPr>
          <p:cNvSpPr txBox="1"/>
          <p:nvPr/>
        </p:nvSpPr>
        <p:spPr>
          <a:xfrm>
            <a:off x="0" y="-286371"/>
            <a:ext cx="1991170" cy="215444"/>
          </a:xfrm>
          <a:prstGeom prst="rect">
            <a:avLst/>
          </a:prstGeom>
          <a:noFill/>
        </p:spPr>
        <p:txBody>
          <a:bodyPr wrap="square" rtlCol="0">
            <a:spAutoFit/>
          </a:bodyPr>
          <a:lstStyle/>
          <a:p>
            <a:r>
              <a:rPr lang="nb-NO" sz="800" b="1" noProof="1"/>
              <a:t>Title and picture</a:t>
            </a:r>
          </a:p>
        </p:txBody>
      </p:sp>
    </p:spTree>
    <p:extLst>
      <p:ext uri="{BB962C8B-B14F-4D97-AF65-F5344CB8AC3E}">
        <p14:creationId xmlns:p14="http://schemas.microsoft.com/office/powerpoint/2010/main" val="383126646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icture only">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15899" y="231774"/>
            <a:ext cx="8712201" cy="4211639"/>
          </a:xfrm>
          <a:prstGeom prst="rect">
            <a:avLst/>
          </a:prstGeom>
        </p:spPr>
        <p:txBody>
          <a:bodyPr lIns="2520000" tIns="1080000" rIns="2520000">
            <a:normAutofit/>
          </a:bodyPr>
          <a:lstStyle>
            <a:lvl1pPr marL="0" indent="0" algn="ctr">
              <a:buNone/>
              <a:defRPr sz="1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000">
                <a:effectLst/>
                <a:latin typeface="Verdana" panose="020B0604030504040204" pitchFamily="34" charset="0"/>
                <a:ea typeface="Calibri" panose="020F0502020204030204" pitchFamily="34" charset="0"/>
                <a:cs typeface="Times New Roman" panose="02020603050405020304" pitchFamily="18" charset="0"/>
              </a:rPr>
              <a:t>Add picture by drag &amp; drop or insert picture. Use picture tools to adjust. </a:t>
            </a:r>
            <a:endParaRPr lang="sv-SE" sz="10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3" name="TextBox 7">
            <a:extLst>
              <a:ext uri="{FF2B5EF4-FFF2-40B4-BE49-F238E27FC236}">
                <a16:creationId xmlns:a16="http://schemas.microsoft.com/office/drawing/2014/main" id="{86A55290-BA34-574B-88BB-9F743262227F}"/>
              </a:ext>
            </a:extLst>
          </p:cNvPr>
          <p:cNvSpPr txBox="1"/>
          <p:nvPr/>
        </p:nvSpPr>
        <p:spPr>
          <a:xfrm>
            <a:off x="0" y="-286371"/>
            <a:ext cx="1991170" cy="215444"/>
          </a:xfrm>
          <a:prstGeom prst="rect">
            <a:avLst/>
          </a:prstGeom>
          <a:noFill/>
        </p:spPr>
        <p:txBody>
          <a:bodyPr wrap="square" rtlCol="0">
            <a:spAutoFit/>
          </a:bodyPr>
          <a:lstStyle/>
          <a:p>
            <a:r>
              <a:rPr lang="nb-NO" sz="800" b="1" noProof="1"/>
              <a:t>Picture only</a:t>
            </a:r>
          </a:p>
        </p:txBody>
      </p:sp>
      <p:sp>
        <p:nvSpPr>
          <p:cNvPr id="5" name="Text Placeholder 8">
            <a:extLst>
              <a:ext uri="{FF2B5EF4-FFF2-40B4-BE49-F238E27FC236}">
                <a16:creationId xmlns:a16="http://schemas.microsoft.com/office/drawing/2014/main" id="{35C3BFC8-465D-4C8C-A929-246EE5604071}"/>
              </a:ext>
            </a:extLst>
          </p:cNvPr>
          <p:cNvSpPr>
            <a:spLocks noGrp="1"/>
          </p:cNvSpPr>
          <p:nvPr>
            <p:ph type="body" sz="quarter" idx="13" hasCustomPrompt="1"/>
          </p:nvPr>
        </p:nvSpPr>
        <p:spPr>
          <a:xfrm>
            <a:off x="374823" y="3809269"/>
            <a:ext cx="5562600" cy="489347"/>
          </a:xfrm>
          <a:prstGeom prst="rect">
            <a:avLst/>
          </a:prstGeom>
        </p:spPr>
        <p:txBody>
          <a:bodyPr anchor="b" anchorCtr="0">
            <a:normAutofit/>
          </a:bodyPr>
          <a:lstStyle>
            <a:lvl1pPr marL="0" indent="0">
              <a:buNone/>
              <a:defRPr sz="800" baseline="0">
                <a:solidFill>
                  <a:schemeClr val="tx2"/>
                </a:solidFill>
              </a:defRPr>
            </a:lvl1pPr>
          </a:lstStyle>
          <a:p>
            <a:pPr lvl="0"/>
            <a:r>
              <a:rPr lang="nb-NO" err="1"/>
              <a:t>Insert</a:t>
            </a:r>
            <a:r>
              <a:rPr lang="nb-NO"/>
              <a:t> </a:t>
            </a:r>
            <a:r>
              <a:rPr lang="nb-NO" err="1"/>
              <a:t>caption</a:t>
            </a:r>
            <a:r>
              <a:rPr lang="nb-NO"/>
              <a:t>/</a:t>
            </a:r>
            <a:r>
              <a:rPr lang="nb-NO" err="1"/>
              <a:t>reference</a:t>
            </a:r>
            <a:endParaRPr lang="nb-NO"/>
          </a:p>
        </p:txBody>
      </p:sp>
    </p:spTree>
    <p:extLst>
      <p:ext uri="{BB962C8B-B14F-4D97-AF65-F5344CB8AC3E}">
        <p14:creationId xmlns:p14="http://schemas.microsoft.com/office/powerpoint/2010/main" val="65696272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Large text beige">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C38899F-3D8D-4985-B48B-19DAEB65F106}"/>
              </a:ext>
            </a:extLst>
          </p:cNvPr>
          <p:cNvSpPr/>
          <p:nvPr/>
        </p:nvSpPr>
        <p:spPr>
          <a:xfrm>
            <a:off x="0" y="-10585"/>
            <a:ext cx="9144000" cy="46593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2" name="Title 1"/>
          <p:cNvSpPr>
            <a:spLocks noGrp="1"/>
          </p:cNvSpPr>
          <p:nvPr>
            <p:ph type="title" hasCustomPrompt="1"/>
          </p:nvPr>
        </p:nvSpPr>
        <p:spPr>
          <a:xfrm>
            <a:off x="571500" y="709301"/>
            <a:ext cx="6858000" cy="3432798"/>
          </a:xfrm>
          <a:prstGeom prst="rect">
            <a:avLst/>
          </a:prstGeom>
        </p:spPr>
        <p:txBody>
          <a:bodyPr anchor="ctr" anchorCtr="0">
            <a:normAutofit/>
          </a:bodyPr>
          <a:lstStyle>
            <a:lvl1pPr algn="l">
              <a:lnSpc>
                <a:spcPct val="120000"/>
              </a:lnSpc>
              <a:defRPr sz="2400" b="0" cap="none">
                <a:solidFill>
                  <a:schemeClr val="tx1"/>
                </a:solidFill>
              </a:defRPr>
            </a:lvl1pPr>
          </a:lstStyle>
          <a:p>
            <a:r>
              <a:rPr lang="nb-NO" noProof="0" err="1"/>
              <a:t>Click</a:t>
            </a:r>
            <a:r>
              <a:rPr lang="nb-NO" noProof="0"/>
              <a:t> to </a:t>
            </a:r>
            <a:r>
              <a:rPr lang="nb-NO" noProof="0" err="1"/>
              <a:t>add</a:t>
            </a:r>
            <a:r>
              <a:rPr lang="nb-NO" noProof="0"/>
              <a:t> </a:t>
            </a:r>
            <a:r>
              <a:rPr lang="nb-NO" noProof="0" err="1"/>
              <a:t>text</a:t>
            </a:r>
            <a:endParaRPr lang="nb-NO" noProof="0"/>
          </a:p>
        </p:txBody>
      </p:sp>
      <p:sp>
        <p:nvSpPr>
          <p:cNvPr id="17" name="TextBox 16"/>
          <p:cNvSpPr txBox="1"/>
          <p:nvPr/>
        </p:nvSpPr>
        <p:spPr>
          <a:xfrm>
            <a:off x="9310610" y="-70927"/>
            <a:ext cx="1072530" cy="1692771"/>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Kan brukes som kapittelslide, eller når det er behov for kun én stor tekst.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nb-NO" sz="800" b="0" noProof="0">
                <a:latin typeface="+mn-lt"/>
              </a:rPr>
              <a:t>Velg ønsket farge og grad av gjennomsiktighet i panelet på høyre side.</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9" name="TextBox 7">
            <a:extLst>
              <a:ext uri="{FF2B5EF4-FFF2-40B4-BE49-F238E27FC236}">
                <a16:creationId xmlns:a16="http://schemas.microsoft.com/office/drawing/2014/main" id="{CEDD10C5-14CC-734B-ACA7-7066DDE299D8}"/>
              </a:ext>
            </a:extLst>
          </p:cNvPr>
          <p:cNvSpPr txBox="1"/>
          <p:nvPr/>
        </p:nvSpPr>
        <p:spPr>
          <a:xfrm>
            <a:off x="0" y="-287722"/>
            <a:ext cx="1991170" cy="215444"/>
          </a:xfrm>
          <a:prstGeom prst="rect">
            <a:avLst/>
          </a:prstGeom>
          <a:noFill/>
        </p:spPr>
        <p:txBody>
          <a:bodyPr wrap="square" rtlCol="0">
            <a:spAutoFit/>
          </a:bodyPr>
          <a:lstStyle/>
          <a:p>
            <a:r>
              <a:rPr lang="nb-NO" sz="800" b="1" noProof="1"/>
              <a:t>Large text beige</a:t>
            </a:r>
          </a:p>
        </p:txBody>
      </p:sp>
    </p:spTree>
    <p:extLst>
      <p:ext uri="{BB962C8B-B14F-4D97-AF65-F5344CB8AC3E}">
        <p14:creationId xmlns:p14="http://schemas.microsoft.com/office/powerpoint/2010/main" val="9613239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hree pictures and circles beige">
    <p:spTree>
      <p:nvGrpSpPr>
        <p:cNvPr id="1" name=""/>
        <p:cNvGrpSpPr/>
        <p:nvPr/>
      </p:nvGrpSpPr>
      <p:grpSpPr>
        <a:xfrm>
          <a:off x="0" y="0"/>
          <a:ext cx="0" cy="0"/>
          <a:chOff x="0" y="0"/>
          <a:chExt cx="0" cy="0"/>
        </a:xfrm>
      </p:grpSpPr>
      <p:sp>
        <p:nvSpPr>
          <p:cNvPr id="14" name="Plassholder for bilde 8">
            <a:extLst>
              <a:ext uri="{FF2B5EF4-FFF2-40B4-BE49-F238E27FC236}">
                <a16:creationId xmlns:a16="http://schemas.microsoft.com/office/drawing/2014/main" id="{2A64645C-DFF2-486F-A191-8B8B2B864F64}"/>
              </a:ext>
            </a:extLst>
          </p:cNvPr>
          <p:cNvSpPr>
            <a:spLocks noGrp="1"/>
          </p:cNvSpPr>
          <p:nvPr>
            <p:ph type="pic" sz="quarter" idx="14" hasCustomPrompt="1"/>
          </p:nvPr>
        </p:nvSpPr>
        <p:spPr>
          <a:xfrm>
            <a:off x="219456" y="231775"/>
            <a:ext cx="2750107" cy="4211638"/>
          </a:xfrm>
        </p:spPr>
        <p:txBody>
          <a:bodyPr lIns="180000" tIns="180000" rIns="180000" bIns="180000">
            <a:normAutofit/>
          </a:bodyPr>
          <a:lstStyle>
            <a:lvl1pPr marL="0" indent="0" algn="l">
              <a:buFont typeface="+mj-lt"/>
              <a:buNone/>
              <a:defRPr sz="1000" baseline="0"/>
            </a:lvl1pPr>
          </a:lstStyle>
          <a:p>
            <a:r>
              <a:rPr lang="nb-NO" err="1"/>
              <a:t>Insert</a:t>
            </a:r>
            <a:r>
              <a:rPr lang="nb-NO"/>
              <a:t> or drag and </a:t>
            </a:r>
            <a:r>
              <a:rPr lang="nb-NO" err="1"/>
              <a:t>drop</a:t>
            </a:r>
            <a:r>
              <a:rPr lang="nb-NO"/>
              <a:t> </a:t>
            </a:r>
            <a:r>
              <a:rPr lang="nb-NO" err="1"/>
              <a:t>picture</a:t>
            </a:r>
            <a:endParaRPr lang="nb-NO"/>
          </a:p>
        </p:txBody>
      </p:sp>
      <p:sp>
        <p:nvSpPr>
          <p:cNvPr id="15" name="Plassholder for bilde 8">
            <a:extLst>
              <a:ext uri="{FF2B5EF4-FFF2-40B4-BE49-F238E27FC236}">
                <a16:creationId xmlns:a16="http://schemas.microsoft.com/office/drawing/2014/main" id="{59621879-604F-446E-BB74-3CB05E075924}"/>
              </a:ext>
            </a:extLst>
          </p:cNvPr>
          <p:cNvSpPr>
            <a:spLocks noGrp="1"/>
          </p:cNvSpPr>
          <p:nvPr>
            <p:ph type="pic" sz="quarter" idx="22" hasCustomPrompt="1"/>
          </p:nvPr>
        </p:nvSpPr>
        <p:spPr>
          <a:xfrm>
            <a:off x="3197938" y="231775"/>
            <a:ext cx="2750107" cy="4211638"/>
          </a:xfrm>
        </p:spPr>
        <p:txBody>
          <a:bodyPr lIns="180000" tIns="180000" rIns="180000" bIns="180000">
            <a:normAutofit/>
          </a:bodyPr>
          <a:lstStyle>
            <a:lvl1pPr marL="0" indent="0" algn="l">
              <a:buFont typeface="+mj-lt"/>
              <a:buNone/>
              <a:defRPr sz="1000" baseline="0"/>
            </a:lvl1pPr>
          </a:lstStyle>
          <a:p>
            <a:r>
              <a:rPr lang="nb-NO" err="1"/>
              <a:t>Insert</a:t>
            </a:r>
            <a:r>
              <a:rPr lang="nb-NO"/>
              <a:t> or drag and </a:t>
            </a:r>
            <a:r>
              <a:rPr lang="nb-NO" err="1"/>
              <a:t>drop</a:t>
            </a:r>
            <a:r>
              <a:rPr lang="nb-NO"/>
              <a:t> </a:t>
            </a:r>
            <a:r>
              <a:rPr lang="nb-NO" err="1"/>
              <a:t>picture</a:t>
            </a:r>
            <a:endParaRPr lang="nb-NO"/>
          </a:p>
        </p:txBody>
      </p:sp>
      <p:sp>
        <p:nvSpPr>
          <p:cNvPr id="18" name="Plassholder for bilde 8">
            <a:extLst>
              <a:ext uri="{FF2B5EF4-FFF2-40B4-BE49-F238E27FC236}">
                <a16:creationId xmlns:a16="http://schemas.microsoft.com/office/drawing/2014/main" id="{9F097B6C-AC51-4541-9377-FB743A643B97}"/>
              </a:ext>
            </a:extLst>
          </p:cNvPr>
          <p:cNvSpPr>
            <a:spLocks noGrp="1"/>
          </p:cNvSpPr>
          <p:nvPr>
            <p:ph type="pic" sz="quarter" idx="23" hasCustomPrompt="1"/>
          </p:nvPr>
        </p:nvSpPr>
        <p:spPr>
          <a:xfrm>
            <a:off x="6169807" y="231775"/>
            <a:ext cx="2750107" cy="4211638"/>
          </a:xfrm>
        </p:spPr>
        <p:txBody>
          <a:bodyPr lIns="180000" tIns="180000" rIns="180000" bIns="180000">
            <a:normAutofit/>
          </a:bodyPr>
          <a:lstStyle>
            <a:lvl1pPr marL="0" indent="0" algn="l">
              <a:buFont typeface="+mj-lt"/>
              <a:buNone/>
              <a:defRPr sz="1000" baseline="0"/>
            </a:lvl1pPr>
          </a:lstStyle>
          <a:p>
            <a:r>
              <a:rPr lang="nb-NO" err="1"/>
              <a:t>Insert</a:t>
            </a:r>
            <a:r>
              <a:rPr lang="nb-NO"/>
              <a:t> or drag and </a:t>
            </a:r>
            <a:r>
              <a:rPr lang="nb-NO" err="1"/>
              <a:t>drop</a:t>
            </a:r>
            <a:r>
              <a:rPr lang="nb-NO"/>
              <a:t> </a:t>
            </a:r>
            <a:r>
              <a:rPr lang="nb-NO" err="1"/>
              <a:t>picture</a:t>
            </a:r>
            <a:endParaRPr lang="nb-NO"/>
          </a:p>
        </p:txBody>
      </p:sp>
      <p:sp>
        <p:nvSpPr>
          <p:cNvPr id="10" name="TextBox 7">
            <a:extLst>
              <a:ext uri="{FF2B5EF4-FFF2-40B4-BE49-F238E27FC236}">
                <a16:creationId xmlns:a16="http://schemas.microsoft.com/office/drawing/2014/main" id="{4DCB47A4-2EBA-204A-8E47-730228792A8E}"/>
              </a:ext>
            </a:extLst>
          </p:cNvPr>
          <p:cNvSpPr txBox="1"/>
          <p:nvPr/>
        </p:nvSpPr>
        <p:spPr>
          <a:xfrm>
            <a:off x="0" y="-287722"/>
            <a:ext cx="2667000" cy="215444"/>
          </a:xfrm>
          <a:prstGeom prst="rect">
            <a:avLst/>
          </a:prstGeom>
          <a:noFill/>
        </p:spPr>
        <p:txBody>
          <a:bodyPr wrap="square" rtlCol="0">
            <a:spAutoFit/>
          </a:bodyPr>
          <a:lstStyle/>
          <a:p>
            <a:r>
              <a:rPr lang="nb-NO" sz="800" b="1" noProof="1"/>
              <a:t>Three pictures and circles beige</a:t>
            </a:r>
          </a:p>
        </p:txBody>
      </p:sp>
      <p:sp>
        <p:nvSpPr>
          <p:cNvPr id="11" name="TextBox 7">
            <a:extLst>
              <a:ext uri="{FF2B5EF4-FFF2-40B4-BE49-F238E27FC236}">
                <a16:creationId xmlns:a16="http://schemas.microsoft.com/office/drawing/2014/main" id="{1F1B407C-A22F-064F-9840-7CEDE8ED1185}"/>
              </a:ext>
            </a:extLst>
          </p:cNvPr>
          <p:cNvSpPr txBox="1"/>
          <p:nvPr/>
        </p:nvSpPr>
        <p:spPr>
          <a:xfrm>
            <a:off x="9246550" y="0"/>
            <a:ext cx="1396950" cy="1815882"/>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t>D</a:t>
            </a:r>
            <a:r>
              <a:rPr lang="nb-NO" sz="800" baseline="0" noProof="1"/>
              <a:t>et finnes egne layoutmaler for heldekkende, utfallende bilder.</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p>
          <a:p>
            <a:pPr marL="0" marR="0" lvl="0" indent="0" algn="l" defTabSz="457200" rtl="0" eaLnBrk="1" fontAlgn="auto" latinLnBrk="0" hangingPunct="1">
              <a:lnSpc>
                <a:spcPct val="100000"/>
              </a:lnSpc>
              <a:spcBef>
                <a:spcPts val="0"/>
              </a:spcBef>
              <a:spcAft>
                <a:spcPts val="0"/>
              </a:spcAft>
              <a:buClrTx/>
              <a:buSzTx/>
              <a:buFontTx/>
              <a:buNone/>
              <a:tabLst/>
              <a:defRPr/>
            </a:pPr>
            <a:endParaRPr lang="nb-NO" sz="800" b="0" noProof="0">
              <a:latin typeface="+mn-lt"/>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t>NB!</a:t>
            </a:r>
            <a:r>
              <a:rPr lang="nb-NO" sz="800" b="1" baseline="0" noProof="1"/>
              <a:t> </a:t>
            </a:r>
            <a:r>
              <a:rPr lang="nb-NO" sz="800" noProof="1"/>
              <a:t>Slå</a:t>
            </a:r>
            <a:r>
              <a:rPr lang="nb-NO" sz="800" baseline="0" noProof="1"/>
              <a:t> gjerne av bullets dersom det ikke er hensiktsmessig med bullets foran hver tekstlinje.</a:t>
            </a:r>
            <a:endParaRPr lang="nb-NO" sz="800" noProof="1"/>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p>
        </p:txBody>
      </p:sp>
      <p:sp>
        <p:nvSpPr>
          <p:cNvPr id="8" name="Plassholder for tekst 2">
            <a:extLst>
              <a:ext uri="{FF2B5EF4-FFF2-40B4-BE49-F238E27FC236}">
                <a16:creationId xmlns:a16="http://schemas.microsoft.com/office/drawing/2014/main" id="{5BF8E78C-6A84-46EB-815B-DFF55FDCC084}"/>
              </a:ext>
            </a:extLst>
          </p:cNvPr>
          <p:cNvSpPr>
            <a:spLocks noGrp="1" noChangeAspect="1"/>
          </p:cNvSpPr>
          <p:nvPr>
            <p:ph type="body" sz="quarter" idx="19" hasCustomPrompt="1"/>
          </p:nvPr>
        </p:nvSpPr>
        <p:spPr>
          <a:xfrm>
            <a:off x="633416" y="1438200"/>
            <a:ext cx="1980000" cy="1980000"/>
          </a:xfrm>
          <a:prstGeom prst="ellipse">
            <a:avLst/>
          </a:prstGeom>
          <a:solidFill>
            <a:schemeClr val="accent1"/>
          </a:solidFill>
        </p:spPr>
        <p:txBody>
          <a:bodyPr anchor="ctr" anchorCtr="0"/>
          <a:lstStyle>
            <a:lvl1pPr marL="0" indent="0" algn="ctr">
              <a:buClr>
                <a:schemeClr val="bg1"/>
              </a:buClr>
              <a:buFont typeface="Arial" panose="020B0604020202020204" pitchFamily="34" charset="0"/>
              <a:buNone/>
              <a:defRPr>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noProof="0" err="1"/>
              <a:t>Click</a:t>
            </a:r>
            <a:r>
              <a:rPr lang="nb-NO" noProof="0"/>
              <a:t> to </a:t>
            </a:r>
            <a:r>
              <a:rPr lang="nb-NO" noProof="0" err="1"/>
              <a:t>add</a:t>
            </a:r>
            <a:r>
              <a:rPr lang="nb-NO" noProof="0"/>
              <a:t> </a:t>
            </a:r>
            <a:r>
              <a:rPr lang="nb-NO" noProof="0" err="1"/>
              <a:t>text</a:t>
            </a:r>
            <a:endParaRPr lang="nb-NO"/>
          </a:p>
        </p:txBody>
      </p:sp>
      <p:sp>
        <p:nvSpPr>
          <p:cNvPr id="12" name="Plassholder for tekst 2">
            <a:extLst>
              <a:ext uri="{FF2B5EF4-FFF2-40B4-BE49-F238E27FC236}">
                <a16:creationId xmlns:a16="http://schemas.microsoft.com/office/drawing/2014/main" id="{ECEB7A8C-A655-47D7-8114-68DEC70EC4FE}"/>
              </a:ext>
            </a:extLst>
          </p:cNvPr>
          <p:cNvSpPr>
            <a:spLocks noGrp="1" noChangeAspect="1"/>
          </p:cNvSpPr>
          <p:nvPr>
            <p:ph type="body" sz="quarter" idx="20" hasCustomPrompt="1"/>
          </p:nvPr>
        </p:nvSpPr>
        <p:spPr>
          <a:xfrm>
            <a:off x="3574900" y="1433200"/>
            <a:ext cx="1980000" cy="1980000"/>
          </a:xfrm>
          <a:prstGeom prst="ellipse">
            <a:avLst/>
          </a:prstGeom>
          <a:solidFill>
            <a:schemeClr val="accent1"/>
          </a:solidFill>
        </p:spPr>
        <p:txBody>
          <a:bodyPr anchor="ctr" anchorCtr="0"/>
          <a:lstStyle>
            <a:lvl1pPr marL="0" indent="0" algn="ctr">
              <a:buClr>
                <a:schemeClr val="bg1"/>
              </a:buClr>
              <a:buFont typeface="Arial" panose="020B0604020202020204" pitchFamily="34" charset="0"/>
              <a:buNone/>
              <a:defRPr>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noProof="0" err="1"/>
              <a:t>Click</a:t>
            </a:r>
            <a:r>
              <a:rPr lang="nb-NO" noProof="0"/>
              <a:t> to </a:t>
            </a:r>
            <a:r>
              <a:rPr lang="nb-NO" noProof="0" err="1"/>
              <a:t>add</a:t>
            </a:r>
            <a:r>
              <a:rPr lang="nb-NO" noProof="0"/>
              <a:t> </a:t>
            </a:r>
            <a:r>
              <a:rPr lang="nb-NO" noProof="0" err="1"/>
              <a:t>text</a:t>
            </a:r>
            <a:endParaRPr lang="nb-NO"/>
          </a:p>
        </p:txBody>
      </p:sp>
      <p:sp>
        <p:nvSpPr>
          <p:cNvPr id="13" name="Plassholder for tekst 2">
            <a:extLst>
              <a:ext uri="{FF2B5EF4-FFF2-40B4-BE49-F238E27FC236}">
                <a16:creationId xmlns:a16="http://schemas.microsoft.com/office/drawing/2014/main" id="{6B8CCD4A-5A7F-4199-8471-AE333441B908}"/>
              </a:ext>
            </a:extLst>
          </p:cNvPr>
          <p:cNvSpPr>
            <a:spLocks noGrp="1" noChangeAspect="1"/>
          </p:cNvSpPr>
          <p:nvPr>
            <p:ph type="body" sz="quarter" idx="21" hasCustomPrompt="1"/>
          </p:nvPr>
        </p:nvSpPr>
        <p:spPr>
          <a:xfrm>
            <a:off x="6530584" y="1433200"/>
            <a:ext cx="1980000" cy="1980000"/>
          </a:xfrm>
          <a:prstGeom prst="ellipse">
            <a:avLst/>
          </a:prstGeom>
          <a:solidFill>
            <a:schemeClr val="accent1"/>
          </a:solidFill>
        </p:spPr>
        <p:txBody>
          <a:bodyPr anchor="ctr" anchorCtr="0"/>
          <a:lstStyle>
            <a:lvl1pPr marL="0" indent="0" algn="ctr">
              <a:buClr>
                <a:schemeClr val="bg1"/>
              </a:buClr>
              <a:buFont typeface="Arial" panose="020B0604020202020204" pitchFamily="34" charset="0"/>
              <a:buNone/>
              <a:defRPr>
                <a:solidFill>
                  <a:schemeClr val="tx1"/>
                </a:solidFill>
              </a:defRPr>
            </a:lvl1pPr>
            <a:lvl2pPr marL="270000" indent="-126000">
              <a:buClr>
                <a:schemeClr val="bg1"/>
              </a:buClr>
              <a:buFont typeface="Arial" panose="020B0604020202020204" pitchFamily="34" charset="0"/>
              <a:buChar char="•"/>
              <a:defRPr>
                <a:solidFill>
                  <a:schemeClr val="bg1"/>
                </a:solidFill>
              </a:defRPr>
            </a:lvl2pPr>
            <a:lvl3pPr marL="403200" indent="-125413">
              <a:buClr>
                <a:schemeClr val="bg1"/>
              </a:buClr>
              <a:buFont typeface="Arial" panose="020B0604020202020204" pitchFamily="34" charset="0"/>
              <a:buChar char="•"/>
              <a:defRPr>
                <a:solidFill>
                  <a:schemeClr val="bg1"/>
                </a:solidFill>
              </a:defRPr>
            </a:lvl3pPr>
            <a:lvl4pPr marL="539750" indent="-125413">
              <a:buClr>
                <a:schemeClr val="bg1"/>
              </a:buClr>
              <a:buFont typeface="Arial" panose="020B0604020202020204" pitchFamily="34" charset="0"/>
              <a:buChar char="•"/>
              <a:defRPr>
                <a:solidFill>
                  <a:schemeClr val="bg1"/>
                </a:solidFill>
              </a:defRPr>
            </a:lvl4pPr>
            <a:lvl5pPr marL="717550" indent="-177800">
              <a:buClr>
                <a:schemeClr val="bg1"/>
              </a:buClr>
              <a:buFont typeface="Arial" panose="020B0604020202020204" pitchFamily="34" charset="0"/>
              <a:buChar char="•"/>
              <a:defRPr>
                <a:solidFill>
                  <a:schemeClr val="bg1"/>
                </a:solidFill>
              </a:defRPr>
            </a:lvl5pPr>
          </a:lstStyle>
          <a:p>
            <a:pPr lvl="0"/>
            <a:r>
              <a:rPr lang="nb-NO" noProof="0" err="1"/>
              <a:t>Click</a:t>
            </a:r>
            <a:r>
              <a:rPr lang="nb-NO" noProof="0"/>
              <a:t> to </a:t>
            </a:r>
            <a:r>
              <a:rPr lang="nb-NO" noProof="0" err="1"/>
              <a:t>add</a:t>
            </a:r>
            <a:r>
              <a:rPr lang="nb-NO" noProof="0"/>
              <a:t> </a:t>
            </a:r>
            <a:r>
              <a:rPr lang="nb-NO" noProof="0" err="1"/>
              <a:t>text</a:t>
            </a:r>
            <a:endParaRPr lang="nb-NO"/>
          </a:p>
        </p:txBody>
      </p:sp>
    </p:spTree>
    <p:extLst>
      <p:ext uri="{BB962C8B-B14F-4D97-AF65-F5344CB8AC3E}">
        <p14:creationId xmlns:p14="http://schemas.microsoft.com/office/powerpoint/2010/main" val="3416549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Picture wth beige circles">
    <p:spTree>
      <p:nvGrpSpPr>
        <p:cNvPr id="1" name=""/>
        <p:cNvGrpSpPr/>
        <p:nvPr/>
      </p:nvGrpSpPr>
      <p:grpSpPr>
        <a:xfrm>
          <a:off x="0" y="0"/>
          <a:ext cx="0" cy="0"/>
          <a:chOff x="0" y="0"/>
          <a:chExt cx="0" cy="0"/>
        </a:xfrm>
      </p:grpSpPr>
      <p:sp>
        <p:nvSpPr>
          <p:cNvPr id="24" name="Plassholder for bilde 23"/>
          <p:cNvSpPr>
            <a:spLocks noGrp="1"/>
          </p:cNvSpPr>
          <p:nvPr>
            <p:ph type="pic" sz="quarter" idx="18" hasCustomPrompt="1"/>
          </p:nvPr>
        </p:nvSpPr>
        <p:spPr>
          <a:xfrm>
            <a:off x="6000750" y="231775"/>
            <a:ext cx="2932938" cy="4211638"/>
          </a:xfrm>
          <a:prstGeom prst="rect">
            <a:avLst/>
          </a:prstGeom>
        </p:spPr>
        <p:txBody>
          <a:bodyPr>
            <a:normAutofit/>
          </a:bodyPr>
          <a:lstStyle>
            <a:lvl1pPr marL="0" indent="0" algn="ctr">
              <a:buNone/>
              <a:defRPr sz="1100" baseline="0">
                <a:solidFill>
                  <a:schemeClr val="tx1"/>
                </a:solidFill>
              </a:defRPr>
            </a:lvl1pPr>
          </a:lstStyle>
          <a:p>
            <a:r>
              <a:rPr lang="nb-NO" err="1"/>
              <a:t>Click</a:t>
            </a:r>
            <a:r>
              <a:rPr lang="nb-NO"/>
              <a:t> </a:t>
            </a:r>
            <a:r>
              <a:rPr lang="nb-NO" err="1"/>
              <a:t>icon</a:t>
            </a:r>
            <a:r>
              <a:rPr lang="nb-NO"/>
              <a:t> or drag and </a:t>
            </a:r>
            <a:r>
              <a:rPr lang="nb-NO" err="1"/>
              <a:t>drop</a:t>
            </a:r>
            <a:r>
              <a:rPr lang="nb-NO"/>
              <a:t> to </a:t>
            </a:r>
            <a:r>
              <a:rPr lang="nb-NO" err="1"/>
              <a:t>add</a:t>
            </a:r>
            <a:r>
              <a:rPr lang="nb-NO"/>
              <a:t> </a:t>
            </a:r>
            <a:r>
              <a:rPr lang="nb-NO" err="1"/>
              <a:t>picture</a:t>
            </a:r>
            <a:endParaRPr lang="nb-NO"/>
          </a:p>
        </p:txBody>
      </p:sp>
      <p:sp>
        <p:nvSpPr>
          <p:cNvPr id="3" name="Plassholder for tekst 2">
            <a:extLst>
              <a:ext uri="{FF2B5EF4-FFF2-40B4-BE49-F238E27FC236}">
                <a16:creationId xmlns:a16="http://schemas.microsoft.com/office/drawing/2014/main" id="{5429DE71-182E-473F-B6FD-4B37716D11AB}"/>
              </a:ext>
            </a:extLst>
          </p:cNvPr>
          <p:cNvSpPr>
            <a:spLocks noGrp="1" noChangeAspect="1"/>
          </p:cNvSpPr>
          <p:nvPr>
            <p:ph type="body" sz="quarter" idx="21" hasCustomPrompt="1"/>
          </p:nvPr>
        </p:nvSpPr>
        <p:spPr>
          <a:xfrm>
            <a:off x="6653644" y="518605"/>
            <a:ext cx="1675805" cy="1675805"/>
          </a:xfrm>
          <a:prstGeom prst="ellipse">
            <a:avLst/>
          </a:prstGeom>
          <a:solidFill>
            <a:schemeClr val="accent1"/>
          </a:solidFill>
        </p:spPr>
        <p:txBody>
          <a:bodyPr anchor="ctr"/>
          <a:lstStyle>
            <a:lvl1pPr marL="0" indent="0" algn="ctr">
              <a:buNone/>
              <a:defRPr>
                <a:solidFill>
                  <a:schemeClr val="tx1"/>
                </a:solidFill>
              </a:defRPr>
            </a:lvl1pPr>
            <a:lvl2pPr marL="144000" indent="0">
              <a:buNone/>
              <a:defRPr/>
            </a:lvl2pPr>
            <a:lvl3pPr marL="277787" indent="0">
              <a:buNone/>
              <a:defRPr/>
            </a:lvl3pPr>
            <a:lvl4pPr marL="414337" indent="0">
              <a:buNone/>
              <a:defRPr/>
            </a:lvl4pPr>
            <a:lvl5pPr marL="539750" indent="0">
              <a:buNone/>
              <a:defRPr/>
            </a:lvl5pPr>
          </a:lstStyle>
          <a:p>
            <a:pPr lvl="0"/>
            <a:r>
              <a:rPr lang="nb-NO" noProof="0" err="1"/>
              <a:t>Click</a:t>
            </a:r>
            <a:r>
              <a:rPr lang="nb-NO" noProof="0"/>
              <a:t> to </a:t>
            </a:r>
            <a:r>
              <a:rPr lang="nb-NO" noProof="0" err="1"/>
              <a:t>add</a:t>
            </a:r>
            <a:r>
              <a:rPr lang="nb-NO" noProof="0"/>
              <a:t> </a:t>
            </a:r>
            <a:r>
              <a:rPr lang="nb-NO" noProof="0" err="1"/>
              <a:t>text</a:t>
            </a:r>
            <a:endParaRPr lang="nb-NO"/>
          </a:p>
        </p:txBody>
      </p:sp>
      <p:sp>
        <p:nvSpPr>
          <p:cNvPr id="10" name="TextBox 7">
            <a:extLst>
              <a:ext uri="{FF2B5EF4-FFF2-40B4-BE49-F238E27FC236}">
                <a16:creationId xmlns:a16="http://schemas.microsoft.com/office/drawing/2014/main" id="{66EA2944-5508-E64E-A2C4-C13CBDF1C3E2}"/>
              </a:ext>
            </a:extLst>
          </p:cNvPr>
          <p:cNvSpPr txBox="1"/>
          <p:nvPr/>
        </p:nvSpPr>
        <p:spPr>
          <a:xfrm>
            <a:off x="-1" y="-287722"/>
            <a:ext cx="3434443" cy="215444"/>
          </a:xfrm>
          <a:prstGeom prst="rect">
            <a:avLst/>
          </a:prstGeom>
          <a:noFill/>
        </p:spPr>
        <p:txBody>
          <a:bodyPr wrap="square" rtlCol="0">
            <a:spAutoFit/>
          </a:bodyPr>
          <a:lstStyle/>
          <a:p>
            <a:r>
              <a:rPr lang="en-US" sz="800" b="1" noProof="1">
                <a:solidFill>
                  <a:schemeClr val="tx1"/>
                </a:solidFill>
              </a:rPr>
              <a:t>Title  and  content. Picture wth beige circles</a:t>
            </a:r>
            <a:endParaRPr lang="nb-NO" sz="800" b="1" noProof="1">
              <a:solidFill>
                <a:schemeClr val="tx1"/>
              </a:solidFill>
            </a:endParaRPr>
          </a:p>
        </p:txBody>
      </p:sp>
      <p:sp>
        <p:nvSpPr>
          <p:cNvPr id="11" name="TextBox 7">
            <a:extLst>
              <a:ext uri="{FF2B5EF4-FFF2-40B4-BE49-F238E27FC236}">
                <a16:creationId xmlns:a16="http://schemas.microsoft.com/office/drawing/2014/main" id="{885F1382-CCEA-F04F-95E9-B8B34C10084E}"/>
              </a:ext>
            </a:extLst>
          </p:cNvPr>
          <p:cNvSpPr txBox="1"/>
          <p:nvPr/>
        </p:nvSpPr>
        <p:spPr>
          <a:xfrm>
            <a:off x="9246550" y="0"/>
            <a:ext cx="1396950" cy="267765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solidFill>
                  <a:schemeClr val="tx1"/>
                </a:solidFill>
              </a:rPr>
              <a:t>Det </a:t>
            </a:r>
            <a:r>
              <a:rPr lang="nb-NO" sz="800" baseline="0" noProof="1">
                <a:solidFill>
                  <a:schemeClr val="tx1"/>
                </a:solidFill>
              </a:rPr>
              <a:t>finnes egne layoutmaler for heldekkende, utfallende bilder uten tekst.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solidFill>
                  <a:schemeClr val="tx1"/>
                </a:solidFill>
              </a:rPr>
              <a:t>Bildet må alltid plasseres bakerst.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solidFill>
                  <a:schemeClr val="tx1"/>
                </a:solidFill>
              </a:rPr>
              <a:t>Tilpass transparens i tekstboksen for god lesbarhet.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solidFill>
                  <a:schemeClr val="tx1"/>
                </a:solidFill>
              </a:rPr>
              <a:t>NB!</a:t>
            </a:r>
            <a:r>
              <a:rPr lang="nb-NO" sz="800" b="1" baseline="0" noProof="1">
                <a:solidFill>
                  <a:schemeClr val="tx1"/>
                </a:solidFill>
              </a:rPr>
              <a:t> </a:t>
            </a:r>
            <a:r>
              <a:rPr lang="nb-NO" sz="800" noProof="1">
                <a:solidFill>
                  <a:schemeClr val="tx1"/>
                </a:solidFill>
              </a:rPr>
              <a:t>Slå</a:t>
            </a:r>
            <a:r>
              <a:rPr lang="nb-NO" sz="800" baseline="0" noProof="1">
                <a:solidFill>
                  <a:schemeClr val="tx1"/>
                </a:solidFill>
              </a:rPr>
              <a:t> gjerne av bullets dersom det ikke er hensiktsmessig med bullets foran hver tekstlinje.</a:t>
            </a: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p:txBody>
      </p:sp>
      <p:sp>
        <p:nvSpPr>
          <p:cNvPr id="22" name="Content Placeholder 2"/>
          <p:cNvSpPr>
            <a:spLocks noGrp="1"/>
          </p:cNvSpPr>
          <p:nvPr>
            <p:ph idx="1" hasCustomPrompt="1"/>
          </p:nvPr>
        </p:nvSpPr>
        <p:spPr>
          <a:xfrm>
            <a:off x="571500" y="1212850"/>
            <a:ext cx="4733925" cy="3230563"/>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21" name="Title 1"/>
          <p:cNvSpPr>
            <a:spLocks noGrp="1"/>
          </p:cNvSpPr>
          <p:nvPr>
            <p:ph type="title" hasCustomPrompt="1"/>
          </p:nvPr>
        </p:nvSpPr>
        <p:spPr>
          <a:xfrm>
            <a:off x="571500" y="359649"/>
            <a:ext cx="4733925" cy="606600"/>
          </a:xfrm>
          <a:prstGeom prst="rect">
            <a:avLst/>
          </a:prstGeom>
        </p:spPr>
        <p:txBody>
          <a:bodyPr/>
          <a:lstStyle>
            <a:lvl1pPr>
              <a:defRPr>
                <a:solidFill>
                  <a:srgbClr val="BF0900"/>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13" name="Plassholder for tekst 2">
            <a:extLst>
              <a:ext uri="{FF2B5EF4-FFF2-40B4-BE49-F238E27FC236}">
                <a16:creationId xmlns:a16="http://schemas.microsoft.com/office/drawing/2014/main" id="{F5E058EE-BE49-4259-BB65-F86F8EE2E2DB}"/>
              </a:ext>
            </a:extLst>
          </p:cNvPr>
          <p:cNvSpPr>
            <a:spLocks noGrp="1" noChangeAspect="1"/>
          </p:cNvSpPr>
          <p:nvPr>
            <p:ph type="body" sz="quarter" idx="22" hasCustomPrompt="1"/>
          </p:nvPr>
        </p:nvSpPr>
        <p:spPr>
          <a:xfrm>
            <a:off x="6653644" y="2455154"/>
            <a:ext cx="1698616" cy="1698616"/>
          </a:xfrm>
          <a:prstGeom prst="ellipse">
            <a:avLst/>
          </a:prstGeom>
          <a:solidFill>
            <a:schemeClr val="accent1"/>
          </a:solidFill>
        </p:spPr>
        <p:txBody>
          <a:bodyPr anchor="ctr"/>
          <a:lstStyle>
            <a:lvl1pPr marL="0" indent="0" algn="ctr">
              <a:buNone/>
              <a:defRPr>
                <a:solidFill>
                  <a:schemeClr val="tx1"/>
                </a:solidFill>
              </a:defRPr>
            </a:lvl1pPr>
            <a:lvl2pPr marL="144000" indent="0">
              <a:buNone/>
              <a:defRPr/>
            </a:lvl2pPr>
            <a:lvl3pPr marL="277787" indent="0">
              <a:buNone/>
              <a:defRPr/>
            </a:lvl3pPr>
            <a:lvl4pPr marL="414337" indent="0">
              <a:buNone/>
              <a:defRPr/>
            </a:lvl4pPr>
            <a:lvl5pPr marL="539750" indent="0">
              <a:buNone/>
              <a:defRPr/>
            </a:lvl5pPr>
          </a:lstStyle>
          <a:p>
            <a:pPr lvl="0"/>
            <a:r>
              <a:rPr lang="nb-NO" noProof="0" err="1"/>
              <a:t>Click</a:t>
            </a:r>
            <a:r>
              <a:rPr lang="nb-NO" noProof="0"/>
              <a:t> to </a:t>
            </a:r>
            <a:r>
              <a:rPr lang="nb-NO" noProof="0" err="1"/>
              <a:t>add</a:t>
            </a:r>
            <a:r>
              <a:rPr lang="nb-NO" noProof="0"/>
              <a:t> </a:t>
            </a:r>
            <a:r>
              <a:rPr lang="nb-NO" noProof="0" err="1"/>
              <a:t>text</a:t>
            </a:r>
            <a:endParaRPr lang="nb-NO"/>
          </a:p>
        </p:txBody>
      </p:sp>
    </p:spTree>
    <p:extLst>
      <p:ext uri="{BB962C8B-B14F-4D97-AF65-F5344CB8AC3E}">
        <p14:creationId xmlns:p14="http://schemas.microsoft.com/office/powerpoint/2010/main" val="330602100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ontent. Picture wth green circles">
    <p:spTree>
      <p:nvGrpSpPr>
        <p:cNvPr id="1" name=""/>
        <p:cNvGrpSpPr/>
        <p:nvPr/>
      </p:nvGrpSpPr>
      <p:grpSpPr>
        <a:xfrm>
          <a:off x="0" y="0"/>
          <a:ext cx="0" cy="0"/>
          <a:chOff x="0" y="0"/>
          <a:chExt cx="0" cy="0"/>
        </a:xfrm>
      </p:grpSpPr>
      <p:sp>
        <p:nvSpPr>
          <p:cNvPr id="10" name="TextBox 7">
            <a:extLst>
              <a:ext uri="{FF2B5EF4-FFF2-40B4-BE49-F238E27FC236}">
                <a16:creationId xmlns:a16="http://schemas.microsoft.com/office/drawing/2014/main" id="{66EA2944-5508-E64E-A2C4-C13CBDF1C3E2}"/>
              </a:ext>
            </a:extLst>
          </p:cNvPr>
          <p:cNvSpPr txBox="1"/>
          <p:nvPr/>
        </p:nvSpPr>
        <p:spPr>
          <a:xfrm>
            <a:off x="0" y="-287722"/>
            <a:ext cx="4343400" cy="215444"/>
          </a:xfrm>
          <a:prstGeom prst="rect">
            <a:avLst/>
          </a:prstGeom>
          <a:noFill/>
        </p:spPr>
        <p:txBody>
          <a:bodyPr wrap="square" rtlCol="0">
            <a:spAutoFit/>
          </a:bodyPr>
          <a:lstStyle/>
          <a:p>
            <a:r>
              <a:rPr lang="en-US" sz="800" b="1" noProof="1">
                <a:solidFill>
                  <a:schemeClr val="tx1"/>
                </a:solidFill>
              </a:rPr>
              <a:t>Title  and  content. Picture wth green circles</a:t>
            </a:r>
            <a:endParaRPr lang="nb-NO" sz="800" b="1" noProof="1">
              <a:solidFill>
                <a:schemeClr val="tx1"/>
              </a:solidFill>
            </a:endParaRPr>
          </a:p>
        </p:txBody>
      </p:sp>
      <p:sp>
        <p:nvSpPr>
          <p:cNvPr id="11" name="TextBox 7">
            <a:extLst>
              <a:ext uri="{FF2B5EF4-FFF2-40B4-BE49-F238E27FC236}">
                <a16:creationId xmlns:a16="http://schemas.microsoft.com/office/drawing/2014/main" id="{885F1382-CCEA-F04F-95E9-B8B34C10084E}"/>
              </a:ext>
            </a:extLst>
          </p:cNvPr>
          <p:cNvSpPr txBox="1"/>
          <p:nvPr/>
        </p:nvSpPr>
        <p:spPr>
          <a:xfrm>
            <a:off x="9246550" y="0"/>
            <a:ext cx="1396950" cy="267765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solidFill>
                  <a:schemeClr val="tx1"/>
                </a:solidFill>
              </a:rPr>
              <a:t>Det </a:t>
            </a:r>
            <a:r>
              <a:rPr lang="nb-NO" sz="800" baseline="0" noProof="1">
                <a:solidFill>
                  <a:schemeClr val="tx1"/>
                </a:solidFill>
              </a:rPr>
              <a:t>finnes egne layoutmaler for heldekkende, utfallende bilder uten tekst.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solidFill>
                  <a:schemeClr val="tx1"/>
                </a:solidFill>
              </a:rPr>
              <a:t>Bildet må alltid plasseres bakerst.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solidFill>
                  <a:schemeClr val="tx1"/>
                </a:solidFill>
              </a:rPr>
              <a:t>Tilpass transparens i tekstboksen for god lesbarhet.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solidFill>
                  <a:schemeClr val="tx1"/>
                </a:solidFill>
              </a:rPr>
              <a:t>NB!</a:t>
            </a:r>
            <a:r>
              <a:rPr lang="nb-NO" sz="800" b="1" baseline="0" noProof="1">
                <a:solidFill>
                  <a:schemeClr val="tx1"/>
                </a:solidFill>
              </a:rPr>
              <a:t> </a:t>
            </a:r>
            <a:r>
              <a:rPr lang="nb-NO" sz="800" noProof="1">
                <a:solidFill>
                  <a:schemeClr val="tx1"/>
                </a:solidFill>
              </a:rPr>
              <a:t>Slå</a:t>
            </a:r>
            <a:r>
              <a:rPr lang="nb-NO" sz="800" baseline="0" noProof="1">
                <a:solidFill>
                  <a:schemeClr val="tx1"/>
                </a:solidFill>
              </a:rPr>
              <a:t> gjerne av bullets dersom det ikke er hensiktsmessig med bullets foran hver tekstlinje.</a:t>
            </a: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p:txBody>
      </p:sp>
      <p:sp>
        <p:nvSpPr>
          <p:cNvPr id="22" name="Content Placeholder 2"/>
          <p:cNvSpPr>
            <a:spLocks noGrp="1"/>
          </p:cNvSpPr>
          <p:nvPr>
            <p:ph idx="1" hasCustomPrompt="1"/>
          </p:nvPr>
        </p:nvSpPr>
        <p:spPr>
          <a:xfrm>
            <a:off x="571500" y="1212850"/>
            <a:ext cx="4733925" cy="3230563"/>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21" name="Title 1"/>
          <p:cNvSpPr>
            <a:spLocks noGrp="1"/>
          </p:cNvSpPr>
          <p:nvPr>
            <p:ph type="title" hasCustomPrompt="1"/>
          </p:nvPr>
        </p:nvSpPr>
        <p:spPr>
          <a:xfrm>
            <a:off x="571500" y="359649"/>
            <a:ext cx="4733925" cy="606600"/>
          </a:xfrm>
          <a:prstGeom prst="rect">
            <a:avLst/>
          </a:prstGeom>
        </p:spPr>
        <p:txBody>
          <a:bodyPr/>
          <a:lstStyle>
            <a:lvl1pPr>
              <a:defRPr>
                <a:solidFill>
                  <a:srgbClr val="BF0900"/>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9" name="Plassholder for bilde 23">
            <a:extLst>
              <a:ext uri="{FF2B5EF4-FFF2-40B4-BE49-F238E27FC236}">
                <a16:creationId xmlns:a16="http://schemas.microsoft.com/office/drawing/2014/main" id="{0DEEA316-9F54-46D1-B4FA-DB8FF4587FB3}"/>
              </a:ext>
            </a:extLst>
          </p:cNvPr>
          <p:cNvSpPr>
            <a:spLocks noGrp="1"/>
          </p:cNvSpPr>
          <p:nvPr>
            <p:ph type="pic" sz="quarter" idx="18" hasCustomPrompt="1"/>
          </p:nvPr>
        </p:nvSpPr>
        <p:spPr>
          <a:xfrm>
            <a:off x="6000750" y="231775"/>
            <a:ext cx="2932938" cy="4211638"/>
          </a:xfrm>
          <a:prstGeom prst="rect">
            <a:avLst/>
          </a:prstGeom>
        </p:spPr>
        <p:txBody>
          <a:bodyPr>
            <a:normAutofit/>
          </a:bodyPr>
          <a:lstStyle>
            <a:lvl1pPr marL="0" indent="0" algn="ctr">
              <a:buNone/>
              <a:defRPr sz="1100" baseline="0">
                <a:solidFill>
                  <a:schemeClr val="tx1"/>
                </a:solidFill>
              </a:defRPr>
            </a:lvl1pPr>
          </a:lstStyle>
          <a:p>
            <a:r>
              <a:rPr lang="nb-NO" err="1"/>
              <a:t>Click</a:t>
            </a:r>
            <a:r>
              <a:rPr lang="nb-NO"/>
              <a:t> </a:t>
            </a:r>
            <a:r>
              <a:rPr lang="nb-NO" err="1"/>
              <a:t>icon</a:t>
            </a:r>
            <a:r>
              <a:rPr lang="nb-NO"/>
              <a:t> or drag and </a:t>
            </a:r>
            <a:r>
              <a:rPr lang="nb-NO" err="1"/>
              <a:t>drop</a:t>
            </a:r>
            <a:r>
              <a:rPr lang="nb-NO"/>
              <a:t> to </a:t>
            </a:r>
            <a:r>
              <a:rPr lang="nb-NO" err="1"/>
              <a:t>add</a:t>
            </a:r>
            <a:r>
              <a:rPr lang="nb-NO"/>
              <a:t> </a:t>
            </a:r>
            <a:r>
              <a:rPr lang="nb-NO" err="1"/>
              <a:t>picture</a:t>
            </a:r>
            <a:endParaRPr lang="nb-NO"/>
          </a:p>
        </p:txBody>
      </p:sp>
      <p:sp>
        <p:nvSpPr>
          <p:cNvPr id="12" name="Plassholder for tekst 2">
            <a:extLst>
              <a:ext uri="{FF2B5EF4-FFF2-40B4-BE49-F238E27FC236}">
                <a16:creationId xmlns:a16="http://schemas.microsoft.com/office/drawing/2014/main" id="{B98D4E42-2B0B-4446-BFB0-199A556937F6}"/>
              </a:ext>
            </a:extLst>
          </p:cNvPr>
          <p:cNvSpPr>
            <a:spLocks noGrp="1" noChangeAspect="1"/>
          </p:cNvSpPr>
          <p:nvPr>
            <p:ph type="body" sz="quarter" idx="21" hasCustomPrompt="1"/>
          </p:nvPr>
        </p:nvSpPr>
        <p:spPr>
          <a:xfrm>
            <a:off x="6653644" y="518605"/>
            <a:ext cx="1675805" cy="1675805"/>
          </a:xfrm>
          <a:prstGeom prst="ellipse">
            <a:avLst/>
          </a:prstGeom>
          <a:solidFill>
            <a:schemeClr val="accent3"/>
          </a:solidFill>
        </p:spPr>
        <p:txBody>
          <a:bodyPr anchor="ctr"/>
          <a:lstStyle>
            <a:lvl1pPr marL="0" indent="0" algn="ctr">
              <a:buNone/>
              <a:defRPr>
                <a:solidFill>
                  <a:schemeClr val="tx1"/>
                </a:solidFill>
              </a:defRPr>
            </a:lvl1pPr>
            <a:lvl2pPr marL="144000" indent="0">
              <a:buNone/>
              <a:defRPr/>
            </a:lvl2pPr>
            <a:lvl3pPr marL="277787" indent="0">
              <a:buNone/>
              <a:defRPr/>
            </a:lvl3pPr>
            <a:lvl4pPr marL="414337" indent="0">
              <a:buNone/>
              <a:defRPr/>
            </a:lvl4pPr>
            <a:lvl5pPr marL="539750" indent="0">
              <a:buNone/>
              <a:defRPr/>
            </a:lvl5pPr>
          </a:lstStyle>
          <a:p>
            <a:pPr lvl="0"/>
            <a:r>
              <a:rPr lang="nb-NO" noProof="0" err="1"/>
              <a:t>Click</a:t>
            </a:r>
            <a:r>
              <a:rPr lang="nb-NO" noProof="0"/>
              <a:t> to </a:t>
            </a:r>
            <a:r>
              <a:rPr lang="nb-NO" noProof="0" err="1"/>
              <a:t>add</a:t>
            </a:r>
            <a:r>
              <a:rPr lang="nb-NO" noProof="0"/>
              <a:t> </a:t>
            </a:r>
            <a:r>
              <a:rPr lang="nb-NO" noProof="0" err="1"/>
              <a:t>text</a:t>
            </a:r>
            <a:endParaRPr lang="nb-NO"/>
          </a:p>
        </p:txBody>
      </p:sp>
      <p:sp>
        <p:nvSpPr>
          <p:cNvPr id="14" name="Plassholder for tekst 2">
            <a:extLst>
              <a:ext uri="{FF2B5EF4-FFF2-40B4-BE49-F238E27FC236}">
                <a16:creationId xmlns:a16="http://schemas.microsoft.com/office/drawing/2014/main" id="{43F4BDDB-6D57-4FE0-B3F8-C4EF92D6802F}"/>
              </a:ext>
            </a:extLst>
          </p:cNvPr>
          <p:cNvSpPr>
            <a:spLocks noGrp="1" noChangeAspect="1"/>
          </p:cNvSpPr>
          <p:nvPr>
            <p:ph type="body" sz="quarter" idx="22" hasCustomPrompt="1"/>
          </p:nvPr>
        </p:nvSpPr>
        <p:spPr>
          <a:xfrm>
            <a:off x="6653644" y="2455154"/>
            <a:ext cx="1698616" cy="1698616"/>
          </a:xfrm>
          <a:prstGeom prst="ellipse">
            <a:avLst/>
          </a:prstGeom>
          <a:solidFill>
            <a:schemeClr val="accent3"/>
          </a:solidFill>
        </p:spPr>
        <p:txBody>
          <a:bodyPr anchor="ctr"/>
          <a:lstStyle>
            <a:lvl1pPr marL="0" indent="0" algn="ctr">
              <a:buNone/>
              <a:defRPr>
                <a:solidFill>
                  <a:schemeClr val="tx1"/>
                </a:solidFill>
              </a:defRPr>
            </a:lvl1pPr>
            <a:lvl2pPr marL="144000" indent="0">
              <a:buNone/>
              <a:defRPr/>
            </a:lvl2pPr>
            <a:lvl3pPr marL="277787" indent="0">
              <a:buNone/>
              <a:defRPr/>
            </a:lvl3pPr>
            <a:lvl4pPr marL="414337" indent="0">
              <a:buNone/>
              <a:defRPr/>
            </a:lvl4pPr>
            <a:lvl5pPr marL="539750" indent="0">
              <a:buNone/>
              <a:defRPr/>
            </a:lvl5pPr>
          </a:lstStyle>
          <a:p>
            <a:pPr lvl="0"/>
            <a:r>
              <a:rPr lang="nb-NO" noProof="0" err="1"/>
              <a:t>Click</a:t>
            </a:r>
            <a:r>
              <a:rPr lang="nb-NO" noProof="0"/>
              <a:t> to </a:t>
            </a:r>
            <a:r>
              <a:rPr lang="nb-NO" noProof="0" err="1"/>
              <a:t>add</a:t>
            </a:r>
            <a:r>
              <a:rPr lang="nb-NO" noProof="0"/>
              <a:t> </a:t>
            </a:r>
            <a:r>
              <a:rPr lang="nb-NO" noProof="0" err="1"/>
              <a:t>text</a:t>
            </a:r>
            <a:endParaRPr lang="nb-NO"/>
          </a:p>
        </p:txBody>
      </p:sp>
    </p:spTree>
    <p:extLst>
      <p:ext uri="{BB962C8B-B14F-4D97-AF65-F5344CB8AC3E}">
        <p14:creationId xmlns:p14="http://schemas.microsoft.com/office/powerpoint/2010/main" val="3414208501"/>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ontent. Picture wth red circle">
    <p:spTree>
      <p:nvGrpSpPr>
        <p:cNvPr id="1" name=""/>
        <p:cNvGrpSpPr/>
        <p:nvPr/>
      </p:nvGrpSpPr>
      <p:grpSpPr>
        <a:xfrm>
          <a:off x="0" y="0"/>
          <a:ext cx="0" cy="0"/>
          <a:chOff x="0" y="0"/>
          <a:chExt cx="0" cy="0"/>
        </a:xfrm>
      </p:grpSpPr>
      <p:sp>
        <p:nvSpPr>
          <p:cNvPr id="12" name="Plassholder for bilde 23">
            <a:extLst>
              <a:ext uri="{FF2B5EF4-FFF2-40B4-BE49-F238E27FC236}">
                <a16:creationId xmlns:a16="http://schemas.microsoft.com/office/drawing/2014/main" id="{05627308-AD13-4588-8E65-B561589F1359}"/>
              </a:ext>
            </a:extLst>
          </p:cNvPr>
          <p:cNvSpPr>
            <a:spLocks noGrp="1"/>
          </p:cNvSpPr>
          <p:nvPr>
            <p:ph type="pic" sz="quarter" idx="18" hasCustomPrompt="1"/>
          </p:nvPr>
        </p:nvSpPr>
        <p:spPr>
          <a:xfrm>
            <a:off x="6000750" y="231775"/>
            <a:ext cx="2932938" cy="4211638"/>
          </a:xfrm>
          <a:prstGeom prst="rect">
            <a:avLst/>
          </a:prstGeom>
        </p:spPr>
        <p:txBody>
          <a:bodyPr>
            <a:normAutofit/>
          </a:bodyPr>
          <a:lstStyle>
            <a:lvl1pPr marL="0" indent="0" algn="ctr">
              <a:buNone/>
              <a:defRPr sz="1100" baseline="0">
                <a:solidFill>
                  <a:schemeClr val="tx1"/>
                </a:solidFill>
              </a:defRPr>
            </a:lvl1pPr>
          </a:lstStyle>
          <a:p>
            <a:r>
              <a:rPr lang="nb-NO" err="1"/>
              <a:t>Click</a:t>
            </a:r>
            <a:r>
              <a:rPr lang="nb-NO"/>
              <a:t> </a:t>
            </a:r>
            <a:r>
              <a:rPr lang="nb-NO" err="1"/>
              <a:t>icon</a:t>
            </a:r>
            <a:r>
              <a:rPr lang="nb-NO"/>
              <a:t> or drag and </a:t>
            </a:r>
            <a:r>
              <a:rPr lang="nb-NO" err="1"/>
              <a:t>drop</a:t>
            </a:r>
            <a:r>
              <a:rPr lang="nb-NO"/>
              <a:t> to </a:t>
            </a:r>
            <a:r>
              <a:rPr lang="nb-NO" err="1"/>
              <a:t>add</a:t>
            </a:r>
            <a:r>
              <a:rPr lang="nb-NO"/>
              <a:t> </a:t>
            </a:r>
            <a:r>
              <a:rPr lang="nb-NO" err="1"/>
              <a:t>picture</a:t>
            </a:r>
            <a:endParaRPr lang="nb-NO"/>
          </a:p>
        </p:txBody>
      </p:sp>
      <p:sp>
        <p:nvSpPr>
          <p:cNvPr id="10" name="TextBox 7">
            <a:extLst>
              <a:ext uri="{FF2B5EF4-FFF2-40B4-BE49-F238E27FC236}">
                <a16:creationId xmlns:a16="http://schemas.microsoft.com/office/drawing/2014/main" id="{66EA2944-5508-E64E-A2C4-C13CBDF1C3E2}"/>
              </a:ext>
            </a:extLst>
          </p:cNvPr>
          <p:cNvSpPr txBox="1"/>
          <p:nvPr/>
        </p:nvSpPr>
        <p:spPr>
          <a:xfrm>
            <a:off x="0" y="-287722"/>
            <a:ext cx="2857500" cy="215444"/>
          </a:xfrm>
          <a:prstGeom prst="rect">
            <a:avLst/>
          </a:prstGeom>
          <a:noFill/>
        </p:spPr>
        <p:txBody>
          <a:bodyPr wrap="square" rtlCol="0">
            <a:spAutoFit/>
          </a:bodyPr>
          <a:lstStyle/>
          <a:p>
            <a:r>
              <a:rPr lang="en-US" sz="800" b="1" noProof="1">
                <a:solidFill>
                  <a:schemeClr val="tx1"/>
                </a:solidFill>
              </a:rPr>
              <a:t>Title  and  content. Picture wth red circle</a:t>
            </a:r>
            <a:endParaRPr lang="nb-NO" sz="800" b="1" noProof="1">
              <a:solidFill>
                <a:schemeClr val="tx1"/>
              </a:solidFill>
            </a:endParaRPr>
          </a:p>
        </p:txBody>
      </p:sp>
      <p:sp>
        <p:nvSpPr>
          <p:cNvPr id="11" name="TextBox 7">
            <a:extLst>
              <a:ext uri="{FF2B5EF4-FFF2-40B4-BE49-F238E27FC236}">
                <a16:creationId xmlns:a16="http://schemas.microsoft.com/office/drawing/2014/main" id="{885F1382-CCEA-F04F-95E9-B8B34C10084E}"/>
              </a:ext>
            </a:extLst>
          </p:cNvPr>
          <p:cNvSpPr txBox="1"/>
          <p:nvPr/>
        </p:nvSpPr>
        <p:spPr>
          <a:xfrm>
            <a:off x="9246550" y="0"/>
            <a:ext cx="1396950" cy="2677656"/>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noProof="1">
                <a:solidFill>
                  <a:schemeClr val="tx1"/>
                </a:solidFill>
              </a:rPr>
              <a:t>Det </a:t>
            </a:r>
            <a:r>
              <a:rPr lang="nb-NO" sz="800" baseline="0" noProof="1">
                <a:solidFill>
                  <a:schemeClr val="tx1"/>
                </a:solidFill>
              </a:rPr>
              <a:t>finnes egne layoutmaler for heldekkende, utfallende bilder uten tekst.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solidFill>
                  <a:schemeClr val="tx1"/>
                </a:solidFill>
              </a:rPr>
              <a:t>Bildet må alltid plasseres bakerst.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solidFill>
                  <a:schemeClr val="tx1"/>
                </a:solidFill>
              </a:rPr>
              <a:t>Tilpass transparens i tekstboksen for god lesbarhet.</a:t>
            </a: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baseline="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nb-NO" sz="800" b="1" noProof="1">
                <a:solidFill>
                  <a:schemeClr val="tx1"/>
                </a:solidFill>
              </a:rPr>
              <a:t>NB!</a:t>
            </a:r>
            <a:r>
              <a:rPr lang="nb-NO" sz="800" b="1" baseline="0" noProof="1">
                <a:solidFill>
                  <a:schemeClr val="tx1"/>
                </a:solidFill>
              </a:rPr>
              <a:t> </a:t>
            </a:r>
            <a:r>
              <a:rPr lang="nb-NO" sz="800" noProof="1">
                <a:solidFill>
                  <a:schemeClr val="tx1"/>
                </a:solidFill>
              </a:rPr>
              <a:t>Slå</a:t>
            </a:r>
            <a:r>
              <a:rPr lang="nb-NO" sz="800" baseline="0" noProof="1">
                <a:solidFill>
                  <a:schemeClr val="tx1"/>
                </a:solidFill>
              </a:rPr>
              <a:t> gjerne av bullets dersom det ikke er hensiktsmessig med bullets foran hver tekstlinje.</a:t>
            </a:r>
            <a:endParaRPr lang="nb-NO" sz="800" noProof="1">
              <a:solidFill>
                <a:schemeClr val="tx1"/>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nb-NO" sz="800" noProof="1">
              <a:solidFill>
                <a:schemeClr val="tx1"/>
              </a:solidFill>
            </a:endParaRPr>
          </a:p>
        </p:txBody>
      </p:sp>
      <p:sp>
        <p:nvSpPr>
          <p:cNvPr id="22" name="Content Placeholder 2"/>
          <p:cNvSpPr>
            <a:spLocks noGrp="1"/>
          </p:cNvSpPr>
          <p:nvPr>
            <p:ph idx="1" hasCustomPrompt="1"/>
          </p:nvPr>
        </p:nvSpPr>
        <p:spPr>
          <a:xfrm>
            <a:off x="571500" y="1212849"/>
            <a:ext cx="4733925" cy="3251085"/>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nb-NO" noProof="0" err="1"/>
              <a:t>Text</a:t>
            </a:r>
            <a:r>
              <a:rPr lang="nb-NO" noProof="0"/>
              <a:t> first </a:t>
            </a:r>
            <a:r>
              <a:rPr lang="nb-NO" noProof="0" err="1"/>
              <a:t>level</a:t>
            </a:r>
            <a:r>
              <a:rPr lang="nb-NO" noProof="0"/>
              <a:t>, </a:t>
            </a:r>
            <a:r>
              <a:rPr lang="nb-NO" noProof="0" err="1"/>
              <a:t>use</a:t>
            </a:r>
            <a:r>
              <a:rPr lang="nb-NO" noProof="0"/>
              <a:t> </a:t>
            </a:r>
            <a:r>
              <a:rPr lang="nb-NO" noProof="0" err="1"/>
              <a:t>indent</a:t>
            </a:r>
            <a:r>
              <a:rPr lang="nb-NO" noProof="0"/>
              <a:t> for sub </a:t>
            </a:r>
            <a:r>
              <a:rPr lang="nb-NO" noProof="0" err="1"/>
              <a:t>levels</a:t>
            </a:r>
            <a:endParaRPr lang="nb-NO" noProof="0"/>
          </a:p>
          <a:p>
            <a:pPr lvl="1"/>
            <a:r>
              <a:rPr lang="nb-NO"/>
              <a:t>Second </a:t>
            </a:r>
            <a:r>
              <a:rPr lang="nb-NO" err="1"/>
              <a:t>level</a:t>
            </a:r>
            <a:endParaRPr lang="nb-NO"/>
          </a:p>
          <a:p>
            <a:pPr lvl="2"/>
            <a:r>
              <a:rPr lang="nb-NO"/>
              <a:t>Third </a:t>
            </a:r>
            <a:r>
              <a:rPr lang="nb-NO" err="1"/>
              <a:t>level</a:t>
            </a:r>
            <a:endParaRPr lang="nb-NO"/>
          </a:p>
          <a:p>
            <a:pPr lvl="3"/>
            <a:r>
              <a:rPr lang="nb-NO" err="1"/>
              <a:t>Fourth</a:t>
            </a:r>
            <a:r>
              <a:rPr lang="nb-NO"/>
              <a:t> </a:t>
            </a:r>
            <a:r>
              <a:rPr lang="nb-NO" err="1"/>
              <a:t>level</a:t>
            </a:r>
            <a:endParaRPr lang="nb-NO"/>
          </a:p>
          <a:p>
            <a:pPr lvl="4"/>
            <a:r>
              <a:rPr lang="nb-NO"/>
              <a:t>Fifth </a:t>
            </a:r>
            <a:r>
              <a:rPr lang="nb-NO" err="1"/>
              <a:t>level</a:t>
            </a:r>
            <a:endParaRPr lang="en-US"/>
          </a:p>
        </p:txBody>
      </p:sp>
      <p:sp>
        <p:nvSpPr>
          <p:cNvPr id="21" name="Title 1"/>
          <p:cNvSpPr>
            <a:spLocks noGrp="1"/>
          </p:cNvSpPr>
          <p:nvPr>
            <p:ph type="title" hasCustomPrompt="1"/>
          </p:nvPr>
        </p:nvSpPr>
        <p:spPr>
          <a:xfrm>
            <a:off x="571500" y="359649"/>
            <a:ext cx="4733925" cy="606600"/>
          </a:xfrm>
          <a:prstGeom prst="rect">
            <a:avLst/>
          </a:prstGeom>
        </p:spPr>
        <p:txBody>
          <a:bodyPr/>
          <a:lstStyle>
            <a:lvl1pPr>
              <a:defRPr>
                <a:solidFill>
                  <a:srgbClr val="BF0900"/>
                </a:solidFill>
              </a:defRPr>
            </a:lvl1p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endParaRPr lang="en-US"/>
          </a:p>
        </p:txBody>
      </p:sp>
      <p:sp>
        <p:nvSpPr>
          <p:cNvPr id="9" name="Plassholder for tekst 2">
            <a:extLst>
              <a:ext uri="{FF2B5EF4-FFF2-40B4-BE49-F238E27FC236}">
                <a16:creationId xmlns:a16="http://schemas.microsoft.com/office/drawing/2014/main" id="{85511C0A-B26D-4782-A482-725423F40066}"/>
              </a:ext>
            </a:extLst>
          </p:cNvPr>
          <p:cNvSpPr>
            <a:spLocks noGrp="1" noChangeAspect="1"/>
          </p:cNvSpPr>
          <p:nvPr>
            <p:ph type="body" sz="quarter" idx="21" hasCustomPrompt="1"/>
          </p:nvPr>
        </p:nvSpPr>
        <p:spPr>
          <a:xfrm>
            <a:off x="6477219" y="1347594"/>
            <a:ext cx="1980000" cy="1980000"/>
          </a:xfrm>
          <a:prstGeom prst="ellipse">
            <a:avLst/>
          </a:prstGeom>
          <a:solidFill>
            <a:schemeClr val="accent5"/>
          </a:solidFill>
        </p:spPr>
        <p:txBody>
          <a:bodyPr anchor="ctr"/>
          <a:lstStyle>
            <a:lvl1pPr marL="0" indent="0" algn="ctr">
              <a:buNone/>
              <a:defRPr>
                <a:solidFill>
                  <a:schemeClr val="bg1"/>
                </a:solidFill>
              </a:defRPr>
            </a:lvl1pPr>
            <a:lvl2pPr marL="144000" indent="0">
              <a:buNone/>
              <a:defRPr/>
            </a:lvl2pPr>
            <a:lvl3pPr marL="277787" indent="0">
              <a:buNone/>
              <a:defRPr/>
            </a:lvl3pPr>
            <a:lvl4pPr marL="414337" indent="0">
              <a:buNone/>
              <a:defRPr/>
            </a:lvl4pPr>
            <a:lvl5pPr marL="539750" indent="0">
              <a:buNone/>
              <a:defRPr/>
            </a:lvl5pPr>
          </a:lstStyle>
          <a:p>
            <a:pPr lvl="0"/>
            <a:r>
              <a:rPr lang="nb-NO" noProof="0" err="1"/>
              <a:t>Click</a:t>
            </a:r>
            <a:r>
              <a:rPr lang="nb-NO" noProof="0"/>
              <a:t> to </a:t>
            </a:r>
            <a:r>
              <a:rPr lang="nb-NO" noProof="0" err="1"/>
              <a:t>add</a:t>
            </a:r>
            <a:r>
              <a:rPr lang="nb-NO" noProof="0"/>
              <a:t> </a:t>
            </a:r>
            <a:r>
              <a:rPr lang="nb-NO" noProof="0" err="1"/>
              <a:t>text</a:t>
            </a:r>
            <a:endParaRPr lang="nb-NO"/>
          </a:p>
        </p:txBody>
      </p:sp>
    </p:spTree>
    <p:extLst>
      <p:ext uri="{BB962C8B-B14F-4D97-AF65-F5344CB8AC3E}">
        <p14:creationId xmlns:p14="http://schemas.microsoft.com/office/powerpoint/2010/main" val="3994538264"/>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bheading Content bottom picture top">
    <p:spTree>
      <p:nvGrpSpPr>
        <p:cNvPr id="1" name=""/>
        <p:cNvGrpSpPr/>
        <p:nvPr/>
      </p:nvGrpSpPr>
      <p:grpSpPr>
        <a:xfrm>
          <a:off x="0" y="0"/>
          <a:ext cx="0" cy="0"/>
          <a:chOff x="0" y="0"/>
          <a:chExt cx="0" cy="0"/>
        </a:xfrm>
      </p:grpSpPr>
      <p:sp>
        <p:nvSpPr>
          <p:cNvPr id="9" name="Plassholder for bilde 8">
            <a:extLst>
              <a:ext uri="{FF2B5EF4-FFF2-40B4-BE49-F238E27FC236}">
                <a16:creationId xmlns:a16="http://schemas.microsoft.com/office/drawing/2014/main" id="{E9D7CBBC-66CC-C041-A07C-EB28B53B2FC7}"/>
              </a:ext>
            </a:extLst>
          </p:cNvPr>
          <p:cNvSpPr>
            <a:spLocks noGrp="1"/>
          </p:cNvSpPr>
          <p:nvPr>
            <p:ph type="pic" sz="quarter" idx="13" hasCustomPrompt="1"/>
          </p:nvPr>
        </p:nvSpPr>
        <p:spPr>
          <a:xfrm>
            <a:off x="215900" y="231775"/>
            <a:ext cx="8712199" cy="2189161"/>
          </a:xfrm>
          <a:solidFill>
            <a:schemeClr val="accent1"/>
          </a:solidFill>
        </p:spPr>
        <p:txBody>
          <a:bodyPr lIns="540000" tIns="360000" rIns="180000" bIns="360000" anchor="t" anchorCtr="0">
            <a:normAutofit/>
          </a:bodyPr>
          <a:lstStyle>
            <a:lvl1pPr marL="0" indent="0" algn="l">
              <a:buFont typeface="+mj-lt"/>
              <a:buNone/>
              <a:defRPr sz="1000"/>
            </a:lvl1pPr>
          </a:lstStyle>
          <a:p>
            <a:r>
              <a:rPr lang="nb-NO" err="1"/>
              <a:t>Insert</a:t>
            </a:r>
            <a:r>
              <a:rPr lang="nb-NO"/>
              <a:t> or drag and </a:t>
            </a:r>
            <a:r>
              <a:rPr lang="nb-NO" err="1"/>
              <a:t>drop</a:t>
            </a:r>
            <a:r>
              <a:rPr lang="nb-NO"/>
              <a:t> </a:t>
            </a:r>
            <a:r>
              <a:rPr lang="nb-NO" err="1"/>
              <a:t>picture</a:t>
            </a:r>
            <a:endParaRPr lang="nb-NO"/>
          </a:p>
        </p:txBody>
      </p:sp>
      <p:sp>
        <p:nvSpPr>
          <p:cNvPr id="2" name="Tittel 1">
            <a:extLst>
              <a:ext uri="{FF2B5EF4-FFF2-40B4-BE49-F238E27FC236}">
                <a16:creationId xmlns:a16="http://schemas.microsoft.com/office/drawing/2014/main" id="{1B5BDACB-17B3-D546-AB1B-3202000D4318}"/>
              </a:ext>
            </a:extLst>
          </p:cNvPr>
          <p:cNvSpPr>
            <a:spLocks noGrp="1"/>
          </p:cNvSpPr>
          <p:nvPr>
            <p:ph type="title" hasCustomPrompt="1"/>
          </p:nvPr>
        </p:nvSpPr>
        <p:spPr>
          <a:xfrm>
            <a:off x="0" y="2403009"/>
            <a:ext cx="9144000" cy="2246479"/>
          </a:xfrm>
          <a:solidFill>
            <a:schemeClr val="bg1">
              <a:alpha val="70000"/>
            </a:schemeClr>
          </a:solidFill>
        </p:spPr>
        <p:txBody>
          <a:bodyPr vert="horz" lIns="540000" tIns="360000" rIns="180000" bIns="360000" rtlCol="0" anchor="ctr" anchorCtr="0">
            <a:normAutofit/>
          </a:bodyPr>
          <a:lstStyle>
            <a:lvl1pPr>
              <a:defRPr lang="en-GB" sz="2000">
                <a:solidFill>
                  <a:schemeClr val="tx1"/>
                </a:solidFill>
              </a:defRPr>
            </a:lvl1pPr>
          </a:lstStyle>
          <a:p>
            <a:pPr lvl="0"/>
            <a:r>
              <a:rPr lang="sv-SE" err="1"/>
              <a:t>Click</a:t>
            </a:r>
            <a:r>
              <a:rPr lang="sv-SE"/>
              <a:t> to </a:t>
            </a:r>
            <a:r>
              <a:rPr lang="sv-SE" err="1"/>
              <a:t>add</a:t>
            </a:r>
            <a:r>
              <a:rPr lang="sv-SE"/>
              <a:t> text</a:t>
            </a:r>
            <a:endParaRPr lang="en-GB"/>
          </a:p>
        </p:txBody>
      </p:sp>
      <p:sp>
        <p:nvSpPr>
          <p:cNvPr id="7" name="TextBox 7">
            <a:extLst>
              <a:ext uri="{FF2B5EF4-FFF2-40B4-BE49-F238E27FC236}">
                <a16:creationId xmlns:a16="http://schemas.microsoft.com/office/drawing/2014/main" id="{75CA6841-6EC4-9841-80AD-32DCCADC08C7}"/>
              </a:ext>
            </a:extLst>
          </p:cNvPr>
          <p:cNvSpPr txBox="1"/>
          <p:nvPr/>
        </p:nvSpPr>
        <p:spPr>
          <a:xfrm>
            <a:off x="0" y="-287722"/>
            <a:ext cx="3695700" cy="215444"/>
          </a:xfrm>
          <a:prstGeom prst="rect">
            <a:avLst/>
          </a:prstGeom>
          <a:noFill/>
        </p:spPr>
        <p:txBody>
          <a:bodyPr wrap="square" rtlCol="0">
            <a:spAutoFit/>
          </a:bodyPr>
          <a:lstStyle/>
          <a:p>
            <a:r>
              <a:rPr lang="nb-NO" sz="800" b="1" noProof="1"/>
              <a:t>Subheading Content bottom picture top</a:t>
            </a:r>
          </a:p>
        </p:txBody>
      </p:sp>
      <p:sp>
        <p:nvSpPr>
          <p:cNvPr id="8" name="TextBox 7">
            <a:extLst>
              <a:ext uri="{FF2B5EF4-FFF2-40B4-BE49-F238E27FC236}">
                <a16:creationId xmlns:a16="http://schemas.microsoft.com/office/drawing/2014/main" id="{18DCF192-B6A4-1C4E-89FA-46B1C0FCCA30}"/>
              </a:ext>
            </a:extLst>
          </p:cNvPr>
          <p:cNvSpPr txBox="1"/>
          <p:nvPr/>
        </p:nvSpPr>
        <p:spPr>
          <a:xfrm>
            <a:off x="9246550" y="0"/>
            <a:ext cx="1396950" cy="33855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baseline="0" noProof="1"/>
              <a:t>Påse at utsnittet av bildet fungerer</a:t>
            </a:r>
          </a:p>
        </p:txBody>
      </p:sp>
    </p:spTree>
    <p:extLst>
      <p:ext uri="{BB962C8B-B14F-4D97-AF65-F5344CB8AC3E}">
        <p14:creationId xmlns:p14="http://schemas.microsoft.com/office/powerpoint/2010/main" val="293962636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ubheading text only green">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B5BDACB-17B3-D546-AB1B-3202000D4318}"/>
              </a:ext>
            </a:extLst>
          </p:cNvPr>
          <p:cNvSpPr>
            <a:spLocks noGrp="1"/>
          </p:cNvSpPr>
          <p:nvPr>
            <p:ph type="title" hasCustomPrompt="1"/>
          </p:nvPr>
        </p:nvSpPr>
        <p:spPr>
          <a:xfrm>
            <a:off x="0" y="0"/>
            <a:ext cx="9144000" cy="2430000"/>
          </a:xfrm>
          <a:prstGeom prst="rect">
            <a:avLst/>
          </a:prstGeom>
          <a:solidFill>
            <a:schemeClr val="bg1"/>
          </a:solidFill>
        </p:spPr>
        <p:txBody>
          <a:bodyPr vert="horz" lIns="540000" tIns="360000" rIns="180000" bIns="360000" rtlCol="0" anchor="ctr" anchorCtr="0">
            <a:normAutofit/>
          </a:bodyPr>
          <a:lstStyle>
            <a:lvl1pPr>
              <a:defRPr lang="en-GB" sz="3000">
                <a:solidFill>
                  <a:schemeClr val="tx2"/>
                </a:solidFill>
              </a:defRPr>
            </a:lvl1pPr>
          </a:lstStyle>
          <a:p>
            <a:pPr lvl="0"/>
            <a:r>
              <a:rPr lang="sv-SE" err="1"/>
              <a:t>Click</a:t>
            </a:r>
            <a:r>
              <a:rPr lang="sv-SE"/>
              <a:t> to </a:t>
            </a:r>
            <a:r>
              <a:rPr lang="sv-SE" err="1"/>
              <a:t>add</a:t>
            </a:r>
            <a:r>
              <a:rPr lang="sv-SE"/>
              <a:t> text</a:t>
            </a:r>
            <a:endParaRPr lang="en-GB"/>
          </a:p>
        </p:txBody>
      </p:sp>
      <p:sp>
        <p:nvSpPr>
          <p:cNvPr id="7" name="TextBox 7">
            <a:extLst>
              <a:ext uri="{FF2B5EF4-FFF2-40B4-BE49-F238E27FC236}">
                <a16:creationId xmlns:a16="http://schemas.microsoft.com/office/drawing/2014/main" id="{23470A32-4A28-E44F-8BF3-3A5FB9EABD0C}"/>
              </a:ext>
            </a:extLst>
          </p:cNvPr>
          <p:cNvSpPr txBox="1"/>
          <p:nvPr/>
        </p:nvSpPr>
        <p:spPr>
          <a:xfrm>
            <a:off x="0" y="-287722"/>
            <a:ext cx="1991170" cy="215444"/>
          </a:xfrm>
          <a:prstGeom prst="rect">
            <a:avLst/>
          </a:prstGeom>
          <a:noFill/>
        </p:spPr>
        <p:txBody>
          <a:bodyPr wrap="square" rtlCol="0">
            <a:spAutoFit/>
          </a:bodyPr>
          <a:lstStyle/>
          <a:p>
            <a:r>
              <a:rPr lang="nb-NO" sz="800" b="1" noProof="1"/>
              <a:t>Subheading text only green</a:t>
            </a:r>
          </a:p>
        </p:txBody>
      </p:sp>
      <p:sp>
        <p:nvSpPr>
          <p:cNvPr id="12" name="Slide Number Placeholder 5"/>
          <p:cNvSpPr>
            <a:spLocks noGrp="1"/>
          </p:cNvSpPr>
          <p:nvPr>
            <p:ph type="sldNum" sz="quarter" idx="12"/>
          </p:nvPr>
        </p:nvSpPr>
        <p:spPr>
          <a:xfrm>
            <a:off x="0" y="4852800"/>
            <a:ext cx="571500" cy="288000"/>
          </a:xfrm>
          <a:prstGeom prst="rect">
            <a:avLst/>
          </a:prstGeom>
        </p:spPr>
        <p:txBody>
          <a:bodyPr/>
          <a:lstStyle>
            <a:lvl1pPr algn="ctr">
              <a:defRPr sz="1100">
                <a:solidFill>
                  <a:schemeClr val="bg1"/>
                </a:solidFill>
              </a:defRPr>
            </a:lvl1pPr>
          </a:lstStyle>
          <a:p>
            <a:fld id="{09232CC8-3A3C-4CC7-B6ED-94A369B1EF05}" type="slidenum">
              <a:rPr lang="en-US" smtClean="0"/>
              <a:pPr/>
              <a:t>‹#›</a:t>
            </a:fld>
            <a:endParaRPr lang="en-US"/>
          </a:p>
        </p:txBody>
      </p:sp>
      <p:sp>
        <p:nvSpPr>
          <p:cNvPr id="3" name="Rektangel 2">
            <a:extLst>
              <a:ext uri="{FF2B5EF4-FFF2-40B4-BE49-F238E27FC236}">
                <a16:creationId xmlns:a16="http://schemas.microsoft.com/office/drawing/2014/main" id="{2896BDF8-4822-497B-8B13-504AD8837282}"/>
              </a:ext>
            </a:extLst>
          </p:cNvPr>
          <p:cNvSpPr/>
          <p:nvPr/>
        </p:nvSpPr>
        <p:spPr>
          <a:xfrm>
            <a:off x="0" y="2413362"/>
            <a:ext cx="9144000" cy="2236794"/>
          </a:xfrm>
          <a:prstGeom prst="rect">
            <a:avLst/>
          </a:prstGeom>
          <a:solidFill>
            <a:srgbClr val="E8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4254284280"/>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ubheading text only re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B5BDACB-17B3-D546-AB1B-3202000D4318}"/>
              </a:ext>
            </a:extLst>
          </p:cNvPr>
          <p:cNvSpPr>
            <a:spLocks noGrp="1"/>
          </p:cNvSpPr>
          <p:nvPr>
            <p:ph type="title" hasCustomPrompt="1"/>
          </p:nvPr>
        </p:nvSpPr>
        <p:spPr>
          <a:xfrm>
            <a:off x="0" y="0"/>
            <a:ext cx="9144000" cy="2430000"/>
          </a:xfrm>
          <a:prstGeom prst="rect">
            <a:avLst/>
          </a:prstGeom>
          <a:solidFill>
            <a:schemeClr val="bg1"/>
          </a:solidFill>
        </p:spPr>
        <p:txBody>
          <a:bodyPr vert="horz" lIns="540000" tIns="360000" rIns="180000" bIns="360000" rtlCol="0" anchor="ctr" anchorCtr="0">
            <a:normAutofit/>
          </a:bodyPr>
          <a:lstStyle>
            <a:lvl1pPr>
              <a:defRPr lang="en-GB" sz="3000">
                <a:solidFill>
                  <a:schemeClr val="tx2"/>
                </a:solidFill>
              </a:defRPr>
            </a:lvl1pPr>
          </a:lstStyle>
          <a:p>
            <a:pPr lvl="0"/>
            <a:r>
              <a:rPr lang="sv-SE" err="1"/>
              <a:t>Click</a:t>
            </a:r>
            <a:r>
              <a:rPr lang="sv-SE"/>
              <a:t> to </a:t>
            </a:r>
            <a:r>
              <a:rPr lang="sv-SE" err="1"/>
              <a:t>add</a:t>
            </a:r>
            <a:r>
              <a:rPr lang="sv-SE"/>
              <a:t> text</a:t>
            </a:r>
            <a:endParaRPr lang="en-GB"/>
          </a:p>
        </p:txBody>
      </p:sp>
      <p:sp>
        <p:nvSpPr>
          <p:cNvPr id="7" name="TextBox 7">
            <a:extLst>
              <a:ext uri="{FF2B5EF4-FFF2-40B4-BE49-F238E27FC236}">
                <a16:creationId xmlns:a16="http://schemas.microsoft.com/office/drawing/2014/main" id="{23470A32-4A28-E44F-8BF3-3A5FB9EABD0C}"/>
              </a:ext>
            </a:extLst>
          </p:cNvPr>
          <p:cNvSpPr txBox="1"/>
          <p:nvPr/>
        </p:nvSpPr>
        <p:spPr>
          <a:xfrm>
            <a:off x="0" y="-287722"/>
            <a:ext cx="1991170" cy="215444"/>
          </a:xfrm>
          <a:prstGeom prst="rect">
            <a:avLst/>
          </a:prstGeom>
          <a:noFill/>
        </p:spPr>
        <p:txBody>
          <a:bodyPr wrap="square" rtlCol="0">
            <a:spAutoFit/>
          </a:bodyPr>
          <a:lstStyle/>
          <a:p>
            <a:r>
              <a:rPr lang="nb-NO" sz="800" b="1" noProof="1"/>
              <a:t>Subheading text only red</a:t>
            </a:r>
          </a:p>
        </p:txBody>
      </p:sp>
      <p:sp>
        <p:nvSpPr>
          <p:cNvPr id="12" name="Slide Number Placeholder 5"/>
          <p:cNvSpPr>
            <a:spLocks noGrp="1"/>
          </p:cNvSpPr>
          <p:nvPr>
            <p:ph type="sldNum" sz="quarter" idx="12"/>
          </p:nvPr>
        </p:nvSpPr>
        <p:spPr>
          <a:xfrm>
            <a:off x="0" y="4852800"/>
            <a:ext cx="571500" cy="288000"/>
          </a:xfrm>
          <a:prstGeom prst="rect">
            <a:avLst/>
          </a:prstGeom>
        </p:spPr>
        <p:txBody>
          <a:bodyPr/>
          <a:lstStyle>
            <a:lvl1pPr algn="ctr">
              <a:defRPr sz="1100">
                <a:solidFill>
                  <a:schemeClr val="bg1"/>
                </a:solidFill>
              </a:defRPr>
            </a:lvl1pPr>
          </a:lstStyle>
          <a:p>
            <a:fld id="{09232CC8-3A3C-4CC7-B6ED-94A369B1EF05}" type="slidenum">
              <a:rPr lang="en-US" smtClean="0"/>
              <a:pPr/>
              <a:t>‹#›</a:t>
            </a:fld>
            <a:endParaRPr lang="en-US"/>
          </a:p>
        </p:txBody>
      </p:sp>
      <p:sp>
        <p:nvSpPr>
          <p:cNvPr id="3" name="Rektangel 2">
            <a:extLst>
              <a:ext uri="{FF2B5EF4-FFF2-40B4-BE49-F238E27FC236}">
                <a16:creationId xmlns:a16="http://schemas.microsoft.com/office/drawing/2014/main" id="{2896BDF8-4822-497B-8B13-504AD8837282}"/>
              </a:ext>
            </a:extLst>
          </p:cNvPr>
          <p:cNvSpPr/>
          <p:nvPr/>
        </p:nvSpPr>
        <p:spPr>
          <a:xfrm>
            <a:off x="0" y="2429049"/>
            <a:ext cx="9144000" cy="2236794"/>
          </a:xfrm>
          <a:prstGeom prst="rect">
            <a:avLst/>
          </a:prstGeom>
          <a:solidFill>
            <a:srgbClr val="BF0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3551617173"/>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ubheading # green">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B5BDACB-17B3-D546-AB1B-3202000D4318}"/>
              </a:ext>
            </a:extLst>
          </p:cNvPr>
          <p:cNvSpPr>
            <a:spLocks noGrp="1"/>
          </p:cNvSpPr>
          <p:nvPr>
            <p:ph type="title" hasCustomPrompt="1"/>
          </p:nvPr>
        </p:nvSpPr>
        <p:spPr>
          <a:xfrm>
            <a:off x="1717675" y="-13727"/>
            <a:ext cx="7426325" cy="4664076"/>
          </a:xfrm>
          <a:prstGeom prst="rect">
            <a:avLst/>
          </a:prstGeom>
          <a:solidFill>
            <a:srgbClr val="E8F3E1"/>
          </a:solidFill>
        </p:spPr>
        <p:txBody>
          <a:bodyPr vert="horz" lIns="1152000" tIns="360000" rIns="2160000" bIns="360000" rtlCol="0" anchor="ctr" anchorCtr="0">
            <a:normAutofit/>
          </a:bodyPr>
          <a:lstStyle>
            <a:lvl1pPr>
              <a:defRPr lang="en-GB" sz="3000">
                <a:solidFill>
                  <a:schemeClr val="tx1"/>
                </a:solidFill>
              </a:defRPr>
            </a:lvl1pPr>
          </a:lstStyle>
          <a:p>
            <a:pPr lvl="0"/>
            <a:r>
              <a:rPr lang="sv-SE" err="1"/>
              <a:t>Click</a:t>
            </a:r>
            <a:r>
              <a:rPr lang="sv-SE"/>
              <a:t> to </a:t>
            </a:r>
            <a:r>
              <a:rPr lang="sv-SE" err="1"/>
              <a:t>add</a:t>
            </a:r>
            <a:r>
              <a:rPr lang="sv-SE"/>
              <a:t> text</a:t>
            </a:r>
            <a:endParaRPr lang="en-GB"/>
          </a:p>
        </p:txBody>
      </p:sp>
      <p:sp>
        <p:nvSpPr>
          <p:cNvPr id="6" name="Plassholder for tekst 2">
            <a:extLst>
              <a:ext uri="{FF2B5EF4-FFF2-40B4-BE49-F238E27FC236}">
                <a16:creationId xmlns:a16="http://schemas.microsoft.com/office/drawing/2014/main" id="{4955FCFE-EAEC-4B81-9113-27F7BE7762BF}"/>
              </a:ext>
            </a:extLst>
          </p:cNvPr>
          <p:cNvSpPr>
            <a:spLocks noGrp="1" noChangeAspect="1"/>
          </p:cNvSpPr>
          <p:nvPr>
            <p:ph type="body" sz="quarter" idx="21" hasCustomPrompt="1"/>
          </p:nvPr>
        </p:nvSpPr>
        <p:spPr>
          <a:xfrm>
            <a:off x="892791" y="1508825"/>
            <a:ext cx="1649766" cy="1649766"/>
          </a:xfrm>
          <a:prstGeom prst="ellipse">
            <a:avLst/>
          </a:prstGeom>
          <a:solidFill>
            <a:srgbClr val="C6E7C1"/>
          </a:solidFill>
        </p:spPr>
        <p:txBody>
          <a:bodyPr anchor="ctr">
            <a:normAutofit/>
          </a:bodyPr>
          <a:lstStyle>
            <a:lvl1pPr marL="0" indent="0" algn="ctr">
              <a:buNone/>
              <a:defRPr sz="5400">
                <a:solidFill>
                  <a:schemeClr val="tx1"/>
                </a:solidFill>
              </a:defRPr>
            </a:lvl1pPr>
            <a:lvl2pPr marL="144000" indent="0">
              <a:buNone/>
              <a:defRPr/>
            </a:lvl2pPr>
            <a:lvl3pPr marL="277787" indent="0">
              <a:buNone/>
              <a:defRPr/>
            </a:lvl3pPr>
            <a:lvl4pPr marL="414337" indent="0">
              <a:buNone/>
              <a:defRPr/>
            </a:lvl4pPr>
            <a:lvl5pPr marL="539750" indent="0">
              <a:buNone/>
              <a:defRPr/>
            </a:lvl5pPr>
          </a:lstStyle>
          <a:p>
            <a:r>
              <a:rPr lang="en-GB"/>
              <a:t>#</a:t>
            </a:r>
          </a:p>
        </p:txBody>
      </p:sp>
      <p:sp>
        <p:nvSpPr>
          <p:cNvPr id="14" name="TextBox 7">
            <a:extLst>
              <a:ext uri="{FF2B5EF4-FFF2-40B4-BE49-F238E27FC236}">
                <a16:creationId xmlns:a16="http://schemas.microsoft.com/office/drawing/2014/main" id="{13469861-FD48-0348-8AD0-80DA0115921F}"/>
              </a:ext>
            </a:extLst>
          </p:cNvPr>
          <p:cNvSpPr txBox="1"/>
          <p:nvPr/>
        </p:nvSpPr>
        <p:spPr>
          <a:xfrm>
            <a:off x="0" y="-287722"/>
            <a:ext cx="1991170" cy="215444"/>
          </a:xfrm>
          <a:prstGeom prst="rect">
            <a:avLst/>
          </a:prstGeom>
          <a:noFill/>
        </p:spPr>
        <p:txBody>
          <a:bodyPr wrap="square" rtlCol="0">
            <a:spAutoFit/>
          </a:bodyPr>
          <a:lstStyle/>
          <a:p>
            <a:r>
              <a:rPr lang="nb-NO" sz="800" b="1" noProof="1"/>
              <a:t>Subheading # green</a:t>
            </a:r>
          </a:p>
        </p:txBody>
      </p:sp>
      <p:sp>
        <p:nvSpPr>
          <p:cNvPr id="8" name="Slide Number Placeholder 5"/>
          <p:cNvSpPr>
            <a:spLocks noGrp="1"/>
          </p:cNvSpPr>
          <p:nvPr>
            <p:ph type="sldNum" sz="quarter" idx="12"/>
          </p:nvPr>
        </p:nvSpPr>
        <p:spPr>
          <a:xfrm>
            <a:off x="0" y="4852800"/>
            <a:ext cx="571500" cy="288000"/>
          </a:xfrm>
          <a:prstGeom prst="rect">
            <a:avLst/>
          </a:prstGeom>
        </p:spPr>
        <p:txBody>
          <a:bodyPr/>
          <a:lstStyle>
            <a:lvl1pPr algn="ctr">
              <a:defRPr sz="1100">
                <a:solidFill>
                  <a:schemeClr val="bg1"/>
                </a:solidFill>
              </a:defRPr>
            </a:lvl1pPr>
          </a:lstStyle>
          <a:p>
            <a:fld id="{09232CC8-3A3C-4CC7-B6ED-94A369B1EF05}" type="slidenum">
              <a:rPr lang="en-US" smtClean="0"/>
              <a:pPr/>
              <a:t>‹#›</a:t>
            </a:fld>
            <a:endParaRPr lang="en-US"/>
          </a:p>
        </p:txBody>
      </p:sp>
    </p:spTree>
    <p:extLst>
      <p:ext uri="{BB962C8B-B14F-4D97-AF65-F5344CB8AC3E}">
        <p14:creationId xmlns:p14="http://schemas.microsoft.com/office/powerpoint/2010/main" val="4025658992"/>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ubheading # beig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B5BDACB-17B3-D546-AB1B-3202000D4318}"/>
              </a:ext>
            </a:extLst>
          </p:cNvPr>
          <p:cNvSpPr>
            <a:spLocks noGrp="1"/>
          </p:cNvSpPr>
          <p:nvPr>
            <p:ph type="title" hasCustomPrompt="1"/>
          </p:nvPr>
        </p:nvSpPr>
        <p:spPr>
          <a:xfrm>
            <a:off x="1717674" y="-15875"/>
            <a:ext cx="7426325" cy="4667416"/>
          </a:xfrm>
          <a:prstGeom prst="rect">
            <a:avLst/>
          </a:prstGeom>
          <a:solidFill>
            <a:schemeClr val="accent1"/>
          </a:solidFill>
        </p:spPr>
        <p:txBody>
          <a:bodyPr vert="horz" lIns="1152000" tIns="360000" rIns="2160000" bIns="360000" rtlCol="0" anchor="ctr" anchorCtr="0">
            <a:normAutofit/>
          </a:bodyPr>
          <a:lstStyle>
            <a:lvl1pPr>
              <a:defRPr lang="en-GB" sz="3000">
                <a:solidFill>
                  <a:schemeClr val="tx1"/>
                </a:solidFill>
              </a:defRPr>
            </a:lvl1pPr>
          </a:lstStyle>
          <a:p>
            <a:pPr lvl="0"/>
            <a:r>
              <a:rPr lang="sv-SE" err="1"/>
              <a:t>Click</a:t>
            </a:r>
            <a:r>
              <a:rPr lang="sv-SE"/>
              <a:t> to </a:t>
            </a:r>
            <a:r>
              <a:rPr lang="sv-SE" err="1"/>
              <a:t>add</a:t>
            </a:r>
            <a:r>
              <a:rPr lang="sv-SE"/>
              <a:t> text</a:t>
            </a:r>
            <a:endParaRPr lang="en-GB"/>
          </a:p>
        </p:txBody>
      </p:sp>
      <p:sp>
        <p:nvSpPr>
          <p:cNvPr id="6" name="Plassholder for tekst 2">
            <a:extLst>
              <a:ext uri="{FF2B5EF4-FFF2-40B4-BE49-F238E27FC236}">
                <a16:creationId xmlns:a16="http://schemas.microsoft.com/office/drawing/2014/main" id="{4955FCFE-EAEC-4B81-9113-27F7BE7762BF}"/>
              </a:ext>
            </a:extLst>
          </p:cNvPr>
          <p:cNvSpPr>
            <a:spLocks noGrp="1" noChangeAspect="1"/>
          </p:cNvSpPr>
          <p:nvPr>
            <p:ph type="body" sz="quarter" idx="21" hasCustomPrompt="1"/>
          </p:nvPr>
        </p:nvSpPr>
        <p:spPr>
          <a:xfrm>
            <a:off x="892791" y="1508825"/>
            <a:ext cx="1649766" cy="1649766"/>
          </a:xfrm>
          <a:prstGeom prst="ellipse">
            <a:avLst/>
          </a:prstGeom>
          <a:solidFill>
            <a:schemeClr val="accent2"/>
          </a:solidFill>
        </p:spPr>
        <p:txBody>
          <a:bodyPr anchor="ctr">
            <a:normAutofit/>
          </a:bodyPr>
          <a:lstStyle>
            <a:lvl1pPr marL="0" indent="0" algn="ctr">
              <a:buNone/>
              <a:defRPr sz="5400">
                <a:solidFill>
                  <a:schemeClr val="tx1"/>
                </a:solidFill>
              </a:defRPr>
            </a:lvl1pPr>
            <a:lvl2pPr marL="144000" indent="0">
              <a:buNone/>
              <a:defRPr/>
            </a:lvl2pPr>
            <a:lvl3pPr marL="277787" indent="0">
              <a:buNone/>
              <a:defRPr/>
            </a:lvl3pPr>
            <a:lvl4pPr marL="414337" indent="0">
              <a:buNone/>
              <a:defRPr/>
            </a:lvl4pPr>
            <a:lvl5pPr marL="539750" indent="0">
              <a:buNone/>
              <a:defRPr/>
            </a:lvl5pPr>
          </a:lstStyle>
          <a:p>
            <a:r>
              <a:rPr lang="en-GB"/>
              <a:t>#</a:t>
            </a:r>
          </a:p>
        </p:txBody>
      </p:sp>
      <p:sp>
        <p:nvSpPr>
          <p:cNvPr id="14" name="TextBox 7">
            <a:extLst>
              <a:ext uri="{FF2B5EF4-FFF2-40B4-BE49-F238E27FC236}">
                <a16:creationId xmlns:a16="http://schemas.microsoft.com/office/drawing/2014/main" id="{13469861-FD48-0348-8AD0-80DA0115921F}"/>
              </a:ext>
            </a:extLst>
          </p:cNvPr>
          <p:cNvSpPr txBox="1"/>
          <p:nvPr/>
        </p:nvSpPr>
        <p:spPr>
          <a:xfrm>
            <a:off x="0" y="-287722"/>
            <a:ext cx="1991170" cy="215444"/>
          </a:xfrm>
          <a:prstGeom prst="rect">
            <a:avLst/>
          </a:prstGeom>
          <a:noFill/>
        </p:spPr>
        <p:txBody>
          <a:bodyPr wrap="square" rtlCol="0">
            <a:spAutoFit/>
          </a:bodyPr>
          <a:lstStyle/>
          <a:p>
            <a:r>
              <a:rPr lang="nb-NO" sz="800" b="1" noProof="1"/>
              <a:t>Subheading # beige</a:t>
            </a:r>
          </a:p>
        </p:txBody>
      </p:sp>
      <p:sp>
        <p:nvSpPr>
          <p:cNvPr id="8" name="Slide Number Placeholder 5"/>
          <p:cNvSpPr>
            <a:spLocks noGrp="1"/>
          </p:cNvSpPr>
          <p:nvPr>
            <p:ph type="sldNum" sz="quarter" idx="12"/>
          </p:nvPr>
        </p:nvSpPr>
        <p:spPr>
          <a:xfrm>
            <a:off x="0" y="4852800"/>
            <a:ext cx="571500" cy="288000"/>
          </a:xfrm>
          <a:prstGeom prst="rect">
            <a:avLst/>
          </a:prstGeom>
        </p:spPr>
        <p:txBody>
          <a:bodyPr/>
          <a:lstStyle>
            <a:lvl1pPr algn="ctr">
              <a:defRPr sz="1100">
                <a:solidFill>
                  <a:schemeClr val="bg1"/>
                </a:solidFill>
              </a:defRPr>
            </a:lvl1pPr>
          </a:lstStyle>
          <a:p>
            <a:fld id="{09232CC8-3A3C-4CC7-B6ED-94A369B1EF05}" type="slidenum">
              <a:rPr lang="en-US" smtClean="0"/>
              <a:pPr/>
              <a:t>‹#›</a:t>
            </a:fld>
            <a:endParaRPr lang="en-US"/>
          </a:p>
        </p:txBody>
      </p:sp>
    </p:spTree>
    <p:extLst>
      <p:ext uri="{BB962C8B-B14F-4D97-AF65-F5344CB8AC3E}">
        <p14:creationId xmlns:p14="http://schemas.microsoft.com/office/powerpoint/2010/main" val="1369444763"/>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ubheading text green">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3E0E0670-59C9-421C-A0D2-97E07510D0E3}"/>
              </a:ext>
            </a:extLst>
          </p:cNvPr>
          <p:cNvSpPr/>
          <p:nvPr userDrawn="1"/>
        </p:nvSpPr>
        <p:spPr>
          <a:xfrm>
            <a:off x="1" y="4416743"/>
            <a:ext cx="3188970" cy="231457"/>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7" name="Rektangel 6">
            <a:extLst>
              <a:ext uri="{FF2B5EF4-FFF2-40B4-BE49-F238E27FC236}">
                <a16:creationId xmlns:a16="http://schemas.microsoft.com/office/drawing/2014/main" id="{06FB6ACB-B994-4CFE-A68F-9CE7C8697276}"/>
              </a:ext>
            </a:extLst>
          </p:cNvPr>
          <p:cNvSpPr/>
          <p:nvPr/>
        </p:nvSpPr>
        <p:spPr>
          <a:xfrm>
            <a:off x="2520563" y="-9526"/>
            <a:ext cx="6623437" cy="466217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8" name="Grafikk 6">
            <a:extLst>
              <a:ext uri="{FF2B5EF4-FFF2-40B4-BE49-F238E27FC236}">
                <a16:creationId xmlns:a16="http://schemas.microsoft.com/office/drawing/2014/main" id="{8654777A-0474-47A2-B1EE-BE3F64B0F795}"/>
              </a:ext>
            </a:extLst>
          </p:cNvPr>
          <p:cNvSpPr/>
          <p:nvPr/>
        </p:nvSpPr>
        <p:spPr>
          <a:xfrm>
            <a:off x="0" y="-18089"/>
            <a:ext cx="5438292" cy="4668838"/>
          </a:xfrm>
          <a:custGeom>
            <a:avLst/>
            <a:gdLst>
              <a:gd name="connsiteX0" fmla="*/ 2555081 w 4795837"/>
              <a:gd name="connsiteY0" fmla="*/ 0 h 4481512"/>
              <a:gd name="connsiteX1" fmla="*/ 2552700 w 4795837"/>
              <a:gd name="connsiteY1" fmla="*/ 0 h 4481512"/>
              <a:gd name="connsiteX2" fmla="*/ 2552700 w 4795837"/>
              <a:gd name="connsiteY2" fmla="*/ 0 h 4481512"/>
              <a:gd name="connsiteX3" fmla="*/ 0 w 4795837"/>
              <a:gd name="connsiteY3" fmla="*/ 0 h 4481512"/>
              <a:gd name="connsiteX4" fmla="*/ 0 w 4795837"/>
              <a:gd name="connsiteY4" fmla="*/ 4481513 h 4481512"/>
              <a:gd name="connsiteX5" fmla="*/ 2552700 w 4795837"/>
              <a:gd name="connsiteY5" fmla="*/ 4481513 h 4481512"/>
              <a:gd name="connsiteX6" fmla="*/ 2552700 w 4795837"/>
              <a:gd name="connsiteY6" fmla="*/ 4481513 h 4481512"/>
              <a:gd name="connsiteX7" fmla="*/ 2555081 w 4795837"/>
              <a:gd name="connsiteY7" fmla="*/ 4481513 h 4481512"/>
              <a:gd name="connsiteX8" fmla="*/ 4795838 w 4795837"/>
              <a:gd name="connsiteY8" fmla="*/ 2240756 h 4481512"/>
              <a:gd name="connsiteX9" fmla="*/ 2555081 w 4795837"/>
              <a:gd name="connsiteY9" fmla="*/ 0 h 4481512"/>
              <a:gd name="connsiteX0" fmla="*/ 2997415 w 5238172"/>
              <a:gd name="connsiteY0" fmla="*/ 15520 h 4497033"/>
              <a:gd name="connsiteX1" fmla="*/ 2995034 w 5238172"/>
              <a:gd name="connsiteY1" fmla="*/ 15520 h 4497033"/>
              <a:gd name="connsiteX2" fmla="*/ 2995034 w 5238172"/>
              <a:gd name="connsiteY2" fmla="*/ 15520 h 4497033"/>
              <a:gd name="connsiteX3" fmla="*/ 0 w 5238172"/>
              <a:gd name="connsiteY3" fmla="*/ 0 h 4497033"/>
              <a:gd name="connsiteX4" fmla="*/ 442334 w 5238172"/>
              <a:gd name="connsiteY4" fmla="*/ 4497033 h 4497033"/>
              <a:gd name="connsiteX5" fmla="*/ 2995034 w 5238172"/>
              <a:gd name="connsiteY5" fmla="*/ 4497033 h 4497033"/>
              <a:gd name="connsiteX6" fmla="*/ 2995034 w 5238172"/>
              <a:gd name="connsiteY6" fmla="*/ 4497033 h 4497033"/>
              <a:gd name="connsiteX7" fmla="*/ 2997415 w 5238172"/>
              <a:gd name="connsiteY7" fmla="*/ 4497033 h 4497033"/>
              <a:gd name="connsiteX8" fmla="*/ 5238172 w 5238172"/>
              <a:gd name="connsiteY8" fmla="*/ 2256276 h 4497033"/>
              <a:gd name="connsiteX9" fmla="*/ 2997415 w 5238172"/>
              <a:gd name="connsiteY9" fmla="*/ 15520 h 4497033"/>
              <a:gd name="connsiteX0" fmla="*/ 2997415 w 5238172"/>
              <a:gd name="connsiteY0" fmla="*/ 15520 h 4497033"/>
              <a:gd name="connsiteX1" fmla="*/ 2995034 w 5238172"/>
              <a:gd name="connsiteY1" fmla="*/ 15520 h 4497033"/>
              <a:gd name="connsiteX2" fmla="*/ 2995034 w 5238172"/>
              <a:gd name="connsiteY2" fmla="*/ 15520 h 4497033"/>
              <a:gd name="connsiteX3" fmla="*/ 0 w 5238172"/>
              <a:gd name="connsiteY3" fmla="*/ 0 h 4497033"/>
              <a:gd name="connsiteX4" fmla="*/ 0 w 5238172"/>
              <a:gd name="connsiteY4" fmla="*/ 4481513 h 4497033"/>
              <a:gd name="connsiteX5" fmla="*/ 2995034 w 5238172"/>
              <a:gd name="connsiteY5" fmla="*/ 4497033 h 4497033"/>
              <a:gd name="connsiteX6" fmla="*/ 2995034 w 5238172"/>
              <a:gd name="connsiteY6" fmla="*/ 4497033 h 4497033"/>
              <a:gd name="connsiteX7" fmla="*/ 2997415 w 5238172"/>
              <a:gd name="connsiteY7" fmla="*/ 4497033 h 4497033"/>
              <a:gd name="connsiteX8" fmla="*/ 5238172 w 5238172"/>
              <a:gd name="connsiteY8" fmla="*/ 2256276 h 4497033"/>
              <a:gd name="connsiteX9" fmla="*/ 2997415 w 5238172"/>
              <a:gd name="connsiteY9" fmla="*/ 15520 h 449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8172" h="4497033">
                <a:moveTo>
                  <a:pt x="2997415" y="15520"/>
                </a:moveTo>
                <a:lnTo>
                  <a:pt x="2995034" y="15520"/>
                </a:lnTo>
                <a:lnTo>
                  <a:pt x="2995034" y="15520"/>
                </a:lnTo>
                <a:lnTo>
                  <a:pt x="0" y="0"/>
                </a:lnTo>
                <a:lnTo>
                  <a:pt x="0" y="4481513"/>
                </a:lnTo>
                <a:lnTo>
                  <a:pt x="2995034" y="4497033"/>
                </a:lnTo>
                <a:lnTo>
                  <a:pt x="2995034" y="4497033"/>
                </a:lnTo>
                <a:lnTo>
                  <a:pt x="2997415" y="4497033"/>
                </a:lnTo>
                <a:cubicBezTo>
                  <a:pt x="4234713" y="4497033"/>
                  <a:pt x="5238172" y="3493574"/>
                  <a:pt x="5238172" y="2256276"/>
                </a:cubicBezTo>
                <a:cubicBezTo>
                  <a:pt x="5238172" y="1018979"/>
                  <a:pt x="4234713" y="15520"/>
                  <a:pt x="2997415" y="15520"/>
                </a:cubicBezTo>
                <a:close/>
              </a:path>
            </a:pathLst>
          </a:custGeom>
          <a:solidFill>
            <a:schemeClr val="accent3"/>
          </a:solidFill>
          <a:ln w="4763" cap="flat">
            <a:noFill/>
            <a:prstDash val="solid"/>
            <a:miter/>
          </a:ln>
        </p:spPr>
        <p:txBody>
          <a:bodyPr rtlCol="0" anchor="ctr"/>
          <a:lstStyle/>
          <a:p>
            <a:endParaRPr lang="nb-NO"/>
          </a:p>
        </p:txBody>
      </p:sp>
      <p:sp>
        <p:nvSpPr>
          <p:cNvPr id="43" name="TextBox 7">
            <a:extLst>
              <a:ext uri="{FF2B5EF4-FFF2-40B4-BE49-F238E27FC236}">
                <a16:creationId xmlns:a16="http://schemas.microsoft.com/office/drawing/2014/main" id="{86A55290-BA34-574B-88BB-9F743262227F}"/>
              </a:ext>
            </a:extLst>
          </p:cNvPr>
          <p:cNvSpPr txBox="1"/>
          <p:nvPr/>
        </p:nvSpPr>
        <p:spPr>
          <a:xfrm>
            <a:off x="0" y="-286371"/>
            <a:ext cx="1991170" cy="215444"/>
          </a:xfrm>
          <a:prstGeom prst="rect">
            <a:avLst/>
          </a:prstGeom>
          <a:noFill/>
        </p:spPr>
        <p:txBody>
          <a:bodyPr wrap="square" rtlCol="0">
            <a:spAutoFit/>
          </a:bodyPr>
          <a:lstStyle/>
          <a:p>
            <a:r>
              <a:rPr lang="nb-NO" sz="800" b="1" noProof="1"/>
              <a:t>Subheading text green</a:t>
            </a:r>
          </a:p>
        </p:txBody>
      </p:sp>
      <p:sp>
        <p:nvSpPr>
          <p:cNvPr id="6" name="Plassholder for tekst 4">
            <a:extLst>
              <a:ext uri="{FF2B5EF4-FFF2-40B4-BE49-F238E27FC236}">
                <a16:creationId xmlns:a16="http://schemas.microsoft.com/office/drawing/2014/main" id="{242935F7-FD53-4903-9FFE-D8C971BBF4E7}"/>
              </a:ext>
            </a:extLst>
          </p:cNvPr>
          <p:cNvSpPr>
            <a:spLocks noGrp="1"/>
          </p:cNvSpPr>
          <p:nvPr>
            <p:ph type="body" sz="quarter" idx="11" hasCustomPrompt="1"/>
          </p:nvPr>
        </p:nvSpPr>
        <p:spPr>
          <a:xfrm>
            <a:off x="576263" y="1212850"/>
            <a:ext cx="3995737" cy="2444750"/>
          </a:xfrm>
        </p:spPr>
        <p:txBody>
          <a:bodyPr anchor="ctr">
            <a:normAutofit/>
          </a:bodyPr>
          <a:lstStyle>
            <a:lvl1pPr marL="0" indent="0">
              <a:buNone/>
              <a:defRPr sz="2400"/>
            </a:lvl1pPr>
          </a:lstStyle>
          <a:p>
            <a:pPr lvl="0"/>
            <a:r>
              <a:rPr lang="nb-NO" noProof="0" err="1"/>
              <a:t>Click</a:t>
            </a:r>
            <a:r>
              <a:rPr lang="nb-NO" noProof="0"/>
              <a:t> to </a:t>
            </a:r>
            <a:r>
              <a:rPr lang="nb-NO" noProof="0" err="1"/>
              <a:t>add</a:t>
            </a:r>
            <a:r>
              <a:rPr lang="nb-NO" noProof="0"/>
              <a:t> </a:t>
            </a:r>
            <a:r>
              <a:rPr lang="nb-NO" noProof="0" err="1"/>
              <a:t>text</a:t>
            </a:r>
            <a:endParaRPr lang="nb-NO"/>
          </a:p>
        </p:txBody>
      </p:sp>
    </p:spTree>
    <p:extLst>
      <p:ext uri="{BB962C8B-B14F-4D97-AF65-F5344CB8AC3E}">
        <p14:creationId xmlns:p14="http://schemas.microsoft.com/office/powerpoint/2010/main" val="3465823213"/>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ubheading text beige">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E52D338C-325C-4E4C-A448-F511FDB4CE2E}"/>
              </a:ext>
            </a:extLst>
          </p:cNvPr>
          <p:cNvSpPr/>
          <p:nvPr userDrawn="1"/>
        </p:nvSpPr>
        <p:spPr>
          <a:xfrm>
            <a:off x="3810" y="4416743"/>
            <a:ext cx="3171825" cy="23145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2" name="Rektangel 1">
            <a:extLst>
              <a:ext uri="{FF2B5EF4-FFF2-40B4-BE49-F238E27FC236}">
                <a16:creationId xmlns:a16="http://schemas.microsoft.com/office/drawing/2014/main" id="{E7C3646D-3806-4646-A77B-08B9AFDCBB1F}"/>
              </a:ext>
            </a:extLst>
          </p:cNvPr>
          <p:cNvSpPr/>
          <p:nvPr/>
        </p:nvSpPr>
        <p:spPr>
          <a:xfrm>
            <a:off x="2520563" y="-15760"/>
            <a:ext cx="6623437" cy="466217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43" name="TextBox 7">
            <a:extLst>
              <a:ext uri="{FF2B5EF4-FFF2-40B4-BE49-F238E27FC236}">
                <a16:creationId xmlns:a16="http://schemas.microsoft.com/office/drawing/2014/main" id="{86A55290-BA34-574B-88BB-9F743262227F}"/>
              </a:ext>
            </a:extLst>
          </p:cNvPr>
          <p:cNvSpPr txBox="1"/>
          <p:nvPr/>
        </p:nvSpPr>
        <p:spPr>
          <a:xfrm>
            <a:off x="0" y="-286371"/>
            <a:ext cx="1991170" cy="215444"/>
          </a:xfrm>
          <a:prstGeom prst="rect">
            <a:avLst/>
          </a:prstGeom>
          <a:noFill/>
        </p:spPr>
        <p:txBody>
          <a:bodyPr wrap="square" rtlCol="0">
            <a:spAutoFit/>
          </a:bodyPr>
          <a:lstStyle/>
          <a:p>
            <a:r>
              <a:rPr lang="nb-NO" sz="800" b="1" noProof="1"/>
              <a:t>Subheading text beige</a:t>
            </a:r>
          </a:p>
        </p:txBody>
      </p:sp>
      <p:sp>
        <p:nvSpPr>
          <p:cNvPr id="8" name="Grafikk 6">
            <a:extLst>
              <a:ext uri="{FF2B5EF4-FFF2-40B4-BE49-F238E27FC236}">
                <a16:creationId xmlns:a16="http://schemas.microsoft.com/office/drawing/2014/main" id="{1F9965F8-4376-4682-86F6-B61699461876}"/>
              </a:ext>
            </a:extLst>
          </p:cNvPr>
          <p:cNvSpPr/>
          <p:nvPr/>
        </p:nvSpPr>
        <p:spPr>
          <a:xfrm>
            <a:off x="0" y="-22418"/>
            <a:ext cx="5438292" cy="4668838"/>
          </a:xfrm>
          <a:custGeom>
            <a:avLst/>
            <a:gdLst>
              <a:gd name="connsiteX0" fmla="*/ 2555081 w 4795837"/>
              <a:gd name="connsiteY0" fmla="*/ 0 h 4481512"/>
              <a:gd name="connsiteX1" fmla="*/ 2552700 w 4795837"/>
              <a:gd name="connsiteY1" fmla="*/ 0 h 4481512"/>
              <a:gd name="connsiteX2" fmla="*/ 2552700 w 4795837"/>
              <a:gd name="connsiteY2" fmla="*/ 0 h 4481512"/>
              <a:gd name="connsiteX3" fmla="*/ 0 w 4795837"/>
              <a:gd name="connsiteY3" fmla="*/ 0 h 4481512"/>
              <a:gd name="connsiteX4" fmla="*/ 0 w 4795837"/>
              <a:gd name="connsiteY4" fmla="*/ 4481513 h 4481512"/>
              <a:gd name="connsiteX5" fmla="*/ 2552700 w 4795837"/>
              <a:gd name="connsiteY5" fmla="*/ 4481513 h 4481512"/>
              <a:gd name="connsiteX6" fmla="*/ 2552700 w 4795837"/>
              <a:gd name="connsiteY6" fmla="*/ 4481513 h 4481512"/>
              <a:gd name="connsiteX7" fmla="*/ 2555081 w 4795837"/>
              <a:gd name="connsiteY7" fmla="*/ 4481513 h 4481512"/>
              <a:gd name="connsiteX8" fmla="*/ 4795838 w 4795837"/>
              <a:gd name="connsiteY8" fmla="*/ 2240756 h 4481512"/>
              <a:gd name="connsiteX9" fmla="*/ 2555081 w 4795837"/>
              <a:gd name="connsiteY9" fmla="*/ 0 h 4481512"/>
              <a:gd name="connsiteX0" fmla="*/ 2997415 w 5238172"/>
              <a:gd name="connsiteY0" fmla="*/ 15520 h 4497033"/>
              <a:gd name="connsiteX1" fmla="*/ 2995034 w 5238172"/>
              <a:gd name="connsiteY1" fmla="*/ 15520 h 4497033"/>
              <a:gd name="connsiteX2" fmla="*/ 2995034 w 5238172"/>
              <a:gd name="connsiteY2" fmla="*/ 15520 h 4497033"/>
              <a:gd name="connsiteX3" fmla="*/ 0 w 5238172"/>
              <a:gd name="connsiteY3" fmla="*/ 0 h 4497033"/>
              <a:gd name="connsiteX4" fmla="*/ 442334 w 5238172"/>
              <a:gd name="connsiteY4" fmla="*/ 4497033 h 4497033"/>
              <a:gd name="connsiteX5" fmla="*/ 2995034 w 5238172"/>
              <a:gd name="connsiteY5" fmla="*/ 4497033 h 4497033"/>
              <a:gd name="connsiteX6" fmla="*/ 2995034 w 5238172"/>
              <a:gd name="connsiteY6" fmla="*/ 4497033 h 4497033"/>
              <a:gd name="connsiteX7" fmla="*/ 2997415 w 5238172"/>
              <a:gd name="connsiteY7" fmla="*/ 4497033 h 4497033"/>
              <a:gd name="connsiteX8" fmla="*/ 5238172 w 5238172"/>
              <a:gd name="connsiteY8" fmla="*/ 2256276 h 4497033"/>
              <a:gd name="connsiteX9" fmla="*/ 2997415 w 5238172"/>
              <a:gd name="connsiteY9" fmla="*/ 15520 h 4497033"/>
              <a:gd name="connsiteX0" fmla="*/ 2997415 w 5238172"/>
              <a:gd name="connsiteY0" fmla="*/ 15520 h 4497033"/>
              <a:gd name="connsiteX1" fmla="*/ 2995034 w 5238172"/>
              <a:gd name="connsiteY1" fmla="*/ 15520 h 4497033"/>
              <a:gd name="connsiteX2" fmla="*/ 2995034 w 5238172"/>
              <a:gd name="connsiteY2" fmla="*/ 15520 h 4497033"/>
              <a:gd name="connsiteX3" fmla="*/ 0 w 5238172"/>
              <a:gd name="connsiteY3" fmla="*/ 0 h 4497033"/>
              <a:gd name="connsiteX4" fmla="*/ 0 w 5238172"/>
              <a:gd name="connsiteY4" fmla="*/ 4481513 h 4497033"/>
              <a:gd name="connsiteX5" fmla="*/ 2995034 w 5238172"/>
              <a:gd name="connsiteY5" fmla="*/ 4497033 h 4497033"/>
              <a:gd name="connsiteX6" fmla="*/ 2995034 w 5238172"/>
              <a:gd name="connsiteY6" fmla="*/ 4497033 h 4497033"/>
              <a:gd name="connsiteX7" fmla="*/ 2997415 w 5238172"/>
              <a:gd name="connsiteY7" fmla="*/ 4497033 h 4497033"/>
              <a:gd name="connsiteX8" fmla="*/ 5238172 w 5238172"/>
              <a:gd name="connsiteY8" fmla="*/ 2256276 h 4497033"/>
              <a:gd name="connsiteX9" fmla="*/ 2997415 w 5238172"/>
              <a:gd name="connsiteY9" fmla="*/ 15520 h 449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8172" h="4497033">
                <a:moveTo>
                  <a:pt x="2997415" y="15520"/>
                </a:moveTo>
                <a:lnTo>
                  <a:pt x="2995034" y="15520"/>
                </a:lnTo>
                <a:lnTo>
                  <a:pt x="2995034" y="15520"/>
                </a:lnTo>
                <a:lnTo>
                  <a:pt x="0" y="0"/>
                </a:lnTo>
                <a:lnTo>
                  <a:pt x="0" y="4481513"/>
                </a:lnTo>
                <a:lnTo>
                  <a:pt x="2995034" y="4497033"/>
                </a:lnTo>
                <a:lnTo>
                  <a:pt x="2995034" y="4497033"/>
                </a:lnTo>
                <a:lnTo>
                  <a:pt x="2997415" y="4497033"/>
                </a:lnTo>
                <a:cubicBezTo>
                  <a:pt x="4234713" y="4497033"/>
                  <a:pt x="5238172" y="3493574"/>
                  <a:pt x="5238172" y="2256276"/>
                </a:cubicBezTo>
                <a:cubicBezTo>
                  <a:pt x="5238172" y="1018979"/>
                  <a:pt x="4234713" y="15520"/>
                  <a:pt x="2997415" y="15520"/>
                </a:cubicBezTo>
                <a:close/>
              </a:path>
            </a:pathLst>
          </a:custGeom>
          <a:solidFill>
            <a:schemeClr val="accent1"/>
          </a:solidFill>
          <a:ln w="4763" cap="flat">
            <a:noFill/>
            <a:prstDash val="solid"/>
            <a:miter/>
          </a:ln>
        </p:spPr>
        <p:txBody>
          <a:bodyPr rtlCol="0" anchor="ctr"/>
          <a:lstStyle/>
          <a:p>
            <a:endParaRPr lang="nb-NO"/>
          </a:p>
        </p:txBody>
      </p:sp>
      <p:sp>
        <p:nvSpPr>
          <p:cNvPr id="5" name="Plassholder for tekst 4">
            <a:extLst>
              <a:ext uri="{FF2B5EF4-FFF2-40B4-BE49-F238E27FC236}">
                <a16:creationId xmlns:a16="http://schemas.microsoft.com/office/drawing/2014/main" id="{FB97C50C-AD9F-4084-A912-4C6B175378E8}"/>
              </a:ext>
            </a:extLst>
          </p:cNvPr>
          <p:cNvSpPr>
            <a:spLocks noGrp="1"/>
          </p:cNvSpPr>
          <p:nvPr>
            <p:ph type="body" sz="quarter" idx="11" hasCustomPrompt="1"/>
          </p:nvPr>
        </p:nvSpPr>
        <p:spPr>
          <a:xfrm>
            <a:off x="576263" y="1212850"/>
            <a:ext cx="3995737" cy="2444750"/>
          </a:xfrm>
        </p:spPr>
        <p:txBody>
          <a:bodyPr anchor="ctr">
            <a:normAutofit/>
          </a:bodyPr>
          <a:lstStyle>
            <a:lvl1pPr marL="0" indent="0">
              <a:buNone/>
              <a:defRPr sz="2400"/>
            </a:lvl1pPr>
          </a:lstStyle>
          <a:p>
            <a:pPr lvl="0"/>
            <a:r>
              <a:rPr lang="nb-NO" noProof="0" err="1"/>
              <a:t>Click</a:t>
            </a:r>
            <a:r>
              <a:rPr lang="nb-NO" noProof="0"/>
              <a:t> to </a:t>
            </a:r>
            <a:r>
              <a:rPr lang="nb-NO" noProof="0" err="1"/>
              <a:t>add</a:t>
            </a:r>
            <a:r>
              <a:rPr lang="nb-NO" noProof="0"/>
              <a:t> </a:t>
            </a:r>
            <a:r>
              <a:rPr lang="nb-NO" noProof="0" err="1"/>
              <a:t>text</a:t>
            </a:r>
            <a:endParaRPr lang="nb-NO"/>
          </a:p>
        </p:txBody>
      </p:sp>
    </p:spTree>
    <p:extLst>
      <p:ext uri="{BB962C8B-B14F-4D97-AF65-F5344CB8AC3E}">
        <p14:creationId xmlns:p14="http://schemas.microsoft.com/office/powerpoint/2010/main" val="147122315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 name="Title Placeholder 1">
            <a:extLst>
              <a:ext uri="{FF2B5EF4-FFF2-40B4-BE49-F238E27FC236}">
                <a16:creationId xmlns:a16="http://schemas.microsoft.com/office/drawing/2014/main" id="{B515287C-9FCD-48FF-B633-2553214F12DD}"/>
              </a:ext>
            </a:extLst>
          </p:cNvPr>
          <p:cNvSpPr>
            <a:spLocks noGrp="1"/>
          </p:cNvSpPr>
          <p:nvPr>
            <p:ph type="title"/>
          </p:nvPr>
        </p:nvSpPr>
        <p:spPr>
          <a:xfrm>
            <a:off x="576264" y="360000"/>
            <a:ext cx="8320086" cy="606600"/>
          </a:xfrm>
          <a:prstGeom prst="rect">
            <a:avLst/>
          </a:prstGeom>
        </p:spPr>
        <p:txBody>
          <a:bodyPr vert="horz" lIns="0" tIns="0" rIns="0" bIns="0" rtlCol="0" anchor="t" anchorCtr="0">
            <a:normAutofit/>
          </a:bodyPr>
          <a:lstStyle/>
          <a:p>
            <a:r>
              <a:rPr lang="nb-NO" noProof="0" err="1"/>
              <a:t>Click</a:t>
            </a:r>
            <a:r>
              <a:rPr lang="nb-NO" noProof="0"/>
              <a:t> to </a:t>
            </a:r>
            <a:r>
              <a:rPr lang="nb-NO" noProof="0" err="1"/>
              <a:t>add</a:t>
            </a:r>
            <a:r>
              <a:rPr lang="nb-NO" noProof="0"/>
              <a:t> </a:t>
            </a:r>
            <a:r>
              <a:rPr lang="nb-NO" noProof="0" err="1"/>
              <a:t>title</a:t>
            </a:r>
            <a:r>
              <a:rPr lang="nb-NO" noProof="0"/>
              <a:t> </a:t>
            </a:r>
            <a:r>
              <a:rPr lang="nb-NO" noProof="0" err="1"/>
              <a:t>max</a:t>
            </a:r>
            <a:r>
              <a:rPr lang="nb-NO" noProof="0"/>
              <a:t> 2 lines</a:t>
            </a:r>
          </a:p>
        </p:txBody>
      </p:sp>
      <p:sp>
        <p:nvSpPr>
          <p:cNvPr id="113" name="Text Placeholder 2">
            <a:extLst>
              <a:ext uri="{FF2B5EF4-FFF2-40B4-BE49-F238E27FC236}">
                <a16:creationId xmlns:a16="http://schemas.microsoft.com/office/drawing/2014/main" id="{DA051152-7541-47A2-BDD1-0188DE7B0B98}"/>
              </a:ext>
            </a:extLst>
          </p:cNvPr>
          <p:cNvSpPr>
            <a:spLocks noGrp="1"/>
          </p:cNvSpPr>
          <p:nvPr>
            <p:ph type="body" idx="1"/>
          </p:nvPr>
        </p:nvSpPr>
        <p:spPr>
          <a:xfrm>
            <a:off x="576263" y="1212849"/>
            <a:ext cx="8351837" cy="3230561"/>
          </a:xfrm>
          <a:prstGeom prst="rect">
            <a:avLst/>
          </a:prstGeom>
        </p:spPr>
        <p:txBody>
          <a:bodyPr vert="horz" lIns="0" tIns="0" rIns="0" bIns="45720" rtlCol="0">
            <a:normAutofit/>
          </a:bodyPr>
          <a:lstStyle/>
          <a:p>
            <a:pPr lvl="0"/>
            <a:r>
              <a:rPr lang="nb-NO" noProof="0" err="1"/>
              <a:t>Text</a:t>
            </a:r>
            <a:r>
              <a:rPr lang="nb-NO" noProof="0"/>
              <a:t> first Level</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115" name="TextBox 49">
            <a:extLst>
              <a:ext uri="{FF2B5EF4-FFF2-40B4-BE49-F238E27FC236}">
                <a16:creationId xmlns:a16="http://schemas.microsoft.com/office/drawing/2014/main" id="{76E39AC8-80BF-4DA6-9719-ACC923A292D1}"/>
              </a:ext>
            </a:extLst>
          </p:cNvPr>
          <p:cNvSpPr txBox="1"/>
          <p:nvPr/>
        </p:nvSpPr>
        <p:spPr>
          <a:xfrm>
            <a:off x="0" y="-472822"/>
            <a:ext cx="1809750" cy="215444"/>
          </a:xfrm>
          <a:prstGeom prst="rect">
            <a:avLst/>
          </a:prstGeom>
          <a:noFill/>
        </p:spPr>
        <p:txBody>
          <a:bodyPr wrap="square"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b-NO" sz="800" b="0" noProof="0">
                <a:latin typeface="+mn-lt"/>
              </a:rPr>
              <a:t>Company 2021– 16:9</a:t>
            </a:r>
          </a:p>
        </p:txBody>
      </p:sp>
      <p:grpSp>
        <p:nvGrpSpPr>
          <p:cNvPr id="116" name="Gruppe 115">
            <a:extLst>
              <a:ext uri="{FF2B5EF4-FFF2-40B4-BE49-F238E27FC236}">
                <a16:creationId xmlns:a16="http://schemas.microsoft.com/office/drawing/2014/main" id="{42A25B68-0CC2-42B6-BB8B-60926BFCB27C}"/>
              </a:ext>
            </a:extLst>
          </p:cNvPr>
          <p:cNvGrpSpPr/>
          <p:nvPr/>
        </p:nvGrpSpPr>
        <p:grpSpPr>
          <a:xfrm>
            <a:off x="0" y="5297788"/>
            <a:ext cx="9144000" cy="180000"/>
            <a:chOff x="0" y="5297788"/>
            <a:chExt cx="9144000" cy="372979"/>
          </a:xfrm>
        </p:grpSpPr>
        <p:cxnSp>
          <p:nvCxnSpPr>
            <p:cNvPr id="117" name="Rett linje 116">
              <a:extLst>
                <a:ext uri="{FF2B5EF4-FFF2-40B4-BE49-F238E27FC236}">
                  <a16:creationId xmlns:a16="http://schemas.microsoft.com/office/drawing/2014/main" id="{6CC28FB3-8AD6-4B21-B155-6C69FAACF832}"/>
                </a:ext>
              </a:extLst>
            </p:cNvPr>
            <p:cNvCxnSpPr/>
            <p:nvPr/>
          </p:nvCxnSpPr>
          <p:spPr>
            <a:xfrm>
              <a:off x="9144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8" name="Rett linje 117">
              <a:extLst>
                <a:ext uri="{FF2B5EF4-FFF2-40B4-BE49-F238E27FC236}">
                  <a16:creationId xmlns:a16="http://schemas.microsoft.com/office/drawing/2014/main" id="{8733D7B6-A5DA-44E9-BC20-BE74E165B210}"/>
                </a:ext>
              </a:extLst>
            </p:cNvPr>
            <p:cNvCxnSpPr/>
            <p:nvPr/>
          </p:nvCxnSpPr>
          <p:spPr>
            <a:xfrm>
              <a:off x="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9" name="Rett linje 118">
              <a:extLst>
                <a:ext uri="{FF2B5EF4-FFF2-40B4-BE49-F238E27FC236}">
                  <a16:creationId xmlns:a16="http://schemas.microsoft.com/office/drawing/2014/main" id="{E94F13EF-795D-4F02-9127-9151AA428E5B}"/>
                </a:ext>
              </a:extLst>
            </p:cNvPr>
            <p:cNvCxnSpPr/>
            <p:nvPr/>
          </p:nvCxnSpPr>
          <p:spPr>
            <a:xfrm>
              <a:off x="4572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0" name="Rett linje 119">
              <a:extLst>
                <a:ext uri="{FF2B5EF4-FFF2-40B4-BE49-F238E27FC236}">
                  <a16:creationId xmlns:a16="http://schemas.microsoft.com/office/drawing/2014/main" id="{4B9C74B1-4F29-42FA-A449-356C05E11707}"/>
                </a:ext>
              </a:extLst>
            </p:cNvPr>
            <p:cNvCxnSpPr/>
            <p:nvPr/>
          </p:nvCxnSpPr>
          <p:spPr>
            <a:xfrm>
              <a:off x="6858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1" name="Rett linje 120">
              <a:extLst>
                <a:ext uri="{FF2B5EF4-FFF2-40B4-BE49-F238E27FC236}">
                  <a16:creationId xmlns:a16="http://schemas.microsoft.com/office/drawing/2014/main" id="{9EDD3CBC-58B3-45D9-A98A-835335F0029F}"/>
                </a:ext>
              </a:extLst>
            </p:cNvPr>
            <p:cNvCxnSpPr/>
            <p:nvPr/>
          </p:nvCxnSpPr>
          <p:spPr>
            <a:xfrm>
              <a:off x="2286000" y="5297788"/>
              <a:ext cx="0" cy="372979"/>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5" name="Rett linje 124">
              <a:extLst>
                <a:ext uri="{FF2B5EF4-FFF2-40B4-BE49-F238E27FC236}">
                  <a16:creationId xmlns:a16="http://schemas.microsoft.com/office/drawing/2014/main" id="{A643A3BF-F314-42D9-8B21-A42A6CB4EAC8}"/>
                </a:ext>
              </a:extLst>
            </p:cNvPr>
            <p:cNvCxnSpPr/>
            <p:nvPr/>
          </p:nvCxnSpPr>
          <p:spPr>
            <a:xfrm>
              <a:off x="8001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6" name="Rett linje 125">
              <a:extLst>
                <a:ext uri="{FF2B5EF4-FFF2-40B4-BE49-F238E27FC236}">
                  <a16:creationId xmlns:a16="http://schemas.microsoft.com/office/drawing/2014/main" id="{3068E404-E365-48CF-9B55-27F6C936E513}"/>
                </a:ext>
              </a:extLst>
            </p:cNvPr>
            <p:cNvCxnSpPr/>
            <p:nvPr/>
          </p:nvCxnSpPr>
          <p:spPr>
            <a:xfrm>
              <a:off x="5715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7" name="Rett linje 126">
              <a:extLst>
                <a:ext uri="{FF2B5EF4-FFF2-40B4-BE49-F238E27FC236}">
                  <a16:creationId xmlns:a16="http://schemas.microsoft.com/office/drawing/2014/main" id="{C55A57E6-9DB7-4D5C-A8B0-FFE6F44E8268}"/>
                </a:ext>
              </a:extLst>
            </p:cNvPr>
            <p:cNvCxnSpPr/>
            <p:nvPr/>
          </p:nvCxnSpPr>
          <p:spPr>
            <a:xfrm>
              <a:off x="3429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8" name="Rett linje 127">
              <a:extLst>
                <a:ext uri="{FF2B5EF4-FFF2-40B4-BE49-F238E27FC236}">
                  <a16:creationId xmlns:a16="http://schemas.microsoft.com/office/drawing/2014/main" id="{B1D0C594-B480-4D71-B34A-8D95362DA394}"/>
                </a:ext>
              </a:extLst>
            </p:cNvPr>
            <p:cNvCxnSpPr/>
            <p:nvPr/>
          </p:nvCxnSpPr>
          <p:spPr>
            <a:xfrm>
              <a:off x="1143000" y="5297788"/>
              <a:ext cx="0" cy="216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9" name="Rett linje 128">
              <a:extLst>
                <a:ext uri="{FF2B5EF4-FFF2-40B4-BE49-F238E27FC236}">
                  <a16:creationId xmlns:a16="http://schemas.microsoft.com/office/drawing/2014/main" id="{A5F4C838-F500-4B90-B27E-F38CFC5301EA}"/>
                </a:ext>
              </a:extLst>
            </p:cNvPr>
            <p:cNvCxnSpPr/>
            <p:nvPr/>
          </p:nvCxnSpPr>
          <p:spPr>
            <a:xfrm>
              <a:off x="8572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0" name="Rett linje 129">
              <a:extLst>
                <a:ext uri="{FF2B5EF4-FFF2-40B4-BE49-F238E27FC236}">
                  <a16:creationId xmlns:a16="http://schemas.microsoft.com/office/drawing/2014/main" id="{F0BC09D2-B2A1-48C2-9A33-92D201D04C8F}"/>
                </a:ext>
              </a:extLst>
            </p:cNvPr>
            <p:cNvCxnSpPr/>
            <p:nvPr/>
          </p:nvCxnSpPr>
          <p:spPr>
            <a:xfrm>
              <a:off x="7429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1" name="Rett linje 130">
              <a:extLst>
                <a:ext uri="{FF2B5EF4-FFF2-40B4-BE49-F238E27FC236}">
                  <a16:creationId xmlns:a16="http://schemas.microsoft.com/office/drawing/2014/main" id="{B4F79447-15CC-483E-8555-280233E696E2}"/>
                </a:ext>
              </a:extLst>
            </p:cNvPr>
            <p:cNvCxnSpPr/>
            <p:nvPr/>
          </p:nvCxnSpPr>
          <p:spPr>
            <a:xfrm>
              <a:off x="6286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Rett linje 131">
              <a:extLst>
                <a:ext uri="{FF2B5EF4-FFF2-40B4-BE49-F238E27FC236}">
                  <a16:creationId xmlns:a16="http://schemas.microsoft.com/office/drawing/2014/main" id="{F6C83235-AF8D-4965-91A2-54A29A9DA166}"/>
                </a:ext>
              </a:extLst>
            </p:cNvPr>
            <p:cNvCxnSpPr/>
            <p:nvPr/>
          </p:nvCxnSpPr>
          <p:spPr>
            <a:xfrm>
              <a:off x="5143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3" name="Rett linje 132">
              <a:extLst>
                <a:ext uri="{FF2B5EF4-FFF2-40B4-BE49-F238E27FC236}">
                  <a16:creationId xmlns:a16="http://schemas.microsoft.com/office/drawing/2014/main" id="{FB77AF71-6D2A-40E0-A86E-5737FBFCB4BC}"/>
                </a:ext>
              </a:extLst>
            </p:cNvPr>
            <p:cNvCxnSpPr/>
            <p:nvPr/>
          </p:nvCxnSpPr>
          <p:spPr>
            <a:xfrm>
              <a:off x="4000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36" name="Rett linje 135">
              <a:extLst>
                <a:ext uri="{FF2B5EF4-FFF2-40B4-BE49-F238E27FC236}">
                  <a16:creationId xmlns:a16="http://schemas.microsoft.com/office/drawing/2014/main" id="{2DA69254-51DF-4573-AD1B-E4AC0A829B4B}"/>
                </a:ext>
              </a:extLst>
            </p:cNvPr>
            <p:cNvCxnSpPr/>
            <p:nvPr/>
          </p:nvCxnSpPr>
          <p:spPr>
            <a:xfrm>
              <a:off x="2857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6" name="Rett linje 145">
              <a:extLst>
                <a:ext uri="{FF2B5EF4-FFF2-40B4-BE49-F238E27FC236}">
                  <a16:creationId xmlns:a16="http://schemas.microsoft.com/office/drawing/2014/main" id="{4D9E6C63-AA5A-4B99-9B63-49B403BB49E5}"/>
                </a:ext>
              </a:extLst>
            </p:cNvPr>
            <p:cNvCxnSpPr/>
            <p:nvPr/>
          </p:nvCxnSpPr>
          <p:spPr>
            <a:xfrm>
              <a:off x="1714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7" name="Rett linje 146">
              <a:extLst>
                <a:ext uri="{FF2B5EF4-FFF2-40B4-BE49-F238E27FC236}">
                  <a16:creationId xmlns:a16="http://schemas.microsoft.com/office/drawing/2014/main" id="{914B6012-7EA6-451C-A791-EFDCB183B2E1}"/>
                </a:ext>
              </a:extLst>
            </p:cNvPr>
            <p:cNvCxnSpPr/>
            <p:nvPr/>
          </p:nvCxnSpPr>
          <p:spPr>
            <a:xfrm>
              <a:off x="571500" y="5297788"/>
              <a:ext cx="0" cy="180000"/>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3" name="Gruppe 2">
            <a:extLst>
              <a:ext uri="{FF2B5EF4-FFF2-40B4-BE49-F238E27FC236}">
                <a16:creationId xmlns:a16="http://schemas.microsoft.com/office/drawing/2014/main" id="{3701FB3B-DA44-453D-929B-B5C6D40FB13E}"/>
              </a:ext>
            </a:extLst>
          </p:cNvPr>
          <p:cNvGrpSpPr/>
          <p:nvPr/>
        </p:nvGrpSpPr>
        <p:grpSpPr>
          <a:xfrm>
            <a:off x="-339073" y="1"/>
            <a:ext cx="180000" cy="4672862"/>
            <a:chOff x="-339073" y="1"/>
            <a:chExt cx="180000" cy="4672862"/>
          </a:xfrm>
        </p:grpSpPr>
        <p:cxnSp>
          <p:nvCxnSpPr>
            <p:cNvPr id="151" name="Rett linje 150">
              <a:extLst>
                <a:ext uri="{FF2B5EF4-FFF2-40B4-BE49-F238E27FC236}">
                  <a16:creationId xmlns:a16="http://schemas.microsoft.com/office/drawing/2014/main" id="{B6D3796B-AF60-4E7C-A44A-1313D9D81D84}"/>
                </a:ext>
              </a:extLst>
            </p:cNvPr>
            <p:cNvCxnSpPr>
              <a:cxnSpLocks/>
            </p:cNvCxnSpPr>
            <p:nvPr/>
          </p:nvCxnSpPr>
          <p:spPr>
            <a:xfrm rot="16200000">
              <a:off x="-249073" y="-89999"/>
              <a:ext cx="0" cy="180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2" name="Rett linje 151">
              <a:extLst>
                <a:ext uri="{FF2B5EF4-FFF2-40B4-BE49-F238E27FC236}">
                  <a16:creationId xmlns:a16="http://schemas.microsoft.com/office/drawing/2014/main" id="{12EBF60A-BE47-4B99-9A88-38A7843B26EA}"/>
                </a:ext>
              </a:extLst>
            </p:cNvPr>
            <p:cNvCxnSpPr>
              <a:cxnSpLocks/>
            </p:cNvCxnSpPr>
            <p:nvPr/>
          </p:nvCxnSpPr>
          <p:spPr>
            <a:xfrm rot="16200000">
              <a:off x="-249073" y="4582863"/>
              <a:ext cx="0" cy="180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3" name="Rett linje 152">
              <a:extLst>
                <a:ext uri="{FF2B5EF4-FFF2-40B4-BE49-F238E27FC236}">
                  <a16:creationId xmlns:a16="http://schemas.microsoft.com/office/drawing/2014/main" id="{CE0E1848-CF8F-4E26-BCE4-4E91193136C9}"/>
                </a:ext>
              </a:extLst>
            </p:cNvPr>
            <p:cNvCxnSpPr>
              <a:cxnSpLocks/>
            </p:cNvCxnSpPr>
            <p:nvPr/>
          </p:nvCxnSpPr>
          <p:spPr>
            <a:xfrm rot="16200000">
              <a:off x="-249073" y="2336401"/>
              <a:ext cx="0" cy="18000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4" name="Rett linje 153">
              <a:extLst>
                <a:ext uri="{FF2B5EF4-FFF2-40B4-BE49-F238E27FC236}">
                  <a16:creationId xmlns:a16="http://schemas.microsoft.com/office/drawing/2014/main" id="{177243C6-47FB-4E23-BFEC-BA87D645D0A6}"/>
                </a:ext>
              </a:extLst>
            </p:cNvPr>
            <p:cNvCxnSpPr>
              <a:cxnSpLocks/>
            </p:cNvCxnSpPr>
            <p:nvPr/>
          </p:nvCxnSpPr>
          <p:spPr>
            <a:xfrm rot="16200000">
              <a:off x="-211194" y="1161080"/>
              <a:ext cx="0" cy="104242"/>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5" name="Rett linje 154">
              <a:extLst>
                <a:ext uri="{FF2B5EF4-FFF2-40B4-BE49-F238E27FC236}">
                  <a16:creationId xmlns:a16="http://schemas.microsoft.com/office/drawing/2014/main" id="{36C9B607-1F45-49B0-9A66-9CA637C69682}"/>
                </a:ext>
              </a:extLst>
            </p:cNvPr>
            <p:cNvCxnSpPr>
              <a:cxnSpLocks/>
            </p:cNvCxnSpPr>
            <p:nvPr/>
          </p:nvCxnSpPr>
          <p:spPr>
            <a:xfrm rot="16200000">
              <a:off x="-211194" y="3587480"/>
              <a:ext cx="0" cy="104242"/>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6" name="Rett linje 155">
              <a:extLst>
                <a:ext uri="{FF2B5EF4-FFF2-40B4-BE49-F238E27FC236}">
                  <a16:creationId xmlns:a16="http://schemas.microsoft.com/office/drawing/2014/main" id="{016E9C20-467E-4622-8643-E291118C3233}"/>
                </a:ext>
              </a:extLst>
            </p:cNvPr>
            <p:cNvCxnSpPr>
              <a:cxnSpLocks/>
            </p:cNvCxnSpPr>
            <p:nvPr/>
          </p:nvCxnSpPr>
          <p:spPr>
            <a:xfrm rot="16200000">
              <a:off x="-202507" y="563167"/>
              <a:ext cx="0" cy="86868"/>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57" name="Rett linje 156">
              <a:extLst>
                <a:ext uri="{FF2B5EF4-FFF2-40B4-BE49-F238E27FC236}">
                  <a16:creationId xmlns:a16="http://schemas.microsoft.com/office/drawing/2014/main" id="{C3A79EA7-79D7-4104-9BE8-240CD2B128DE}"/>
                </a:ext>
              </a:extLst>
            </p:cNvPr>
            <p:cNvCxnSpPr>
              <a:cxnSpLocks/>
            </p:cNvCxnSpPr>
            <p:nvPr/>
          </p:nvCxnSpPr>
          <p:spPr>
            <a:xfrm rot="16200000">
              <a:off x="-202507" y="1776367"/>
              <a:ext cx="0" cy="86868"/>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58" name="Rett linje 157">
              <a:extLst>
                <a:ext uri="{FF2B5EF4-FFF2-40B4-BE49-F238E27FC236}">
                  <a16:creationId xmlns:a16="http://schemas.microsoft.com/office/drawing/2014/main" id="{42BB593A-1B86-4DC0-BB2F-F706FF9637D6}"/>
                </a:ext>
              </a:extLst>
            </p:cNvPr>
            <p:cNvCxnSpPr>
              <a:cxnSpLocks/>
            </p:cNvCxnSpPr>
            <p:nvPr/>
          </p:nvCxnSpPr>
          <p:spPr>
            <a:xfrm rot="16200000">
              <a:off x="-202507" y="2989567"/>
              <a:ext cx="0" cy="86868"/>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59" name="Rett linje 158">
              <a:extLst>
                <a:ext uri="{FF2B5EF4-FFF2-40B4-BE49-F238E27FC236}">
                  <a16:creationId xmlns:a16="http://schemas.microsoft.com/office/drawing/2014/main" id="{64750091-981D-4FD8-AB1A-741C8F35C8F5}"/>
                </a:ext>
              </a:extLst>
            </p:cNvPr>
            <p:cNvCxnSpPr>
              <a:cxnSpLocks/>
            </p:cNvCxnSpPr>
            <p:nvPr/>
          </p:nvCxnSpPr>
          <p:spPr>
            <a:xfrm rot="16200000">
              <a:off x="-202507" y="4202767"/>
              <a:ext cx="0" cy="86868"/>
            </a:xfrm>
            <a:prstGeom prst="line">
              <a:avLst/>
            </a:prstGeom>
            <a:ln w="3175">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sp>
        <p:nvSpPr>
          <p:cNvPr id="225" name="TekstSylinder 224">
            <a:extLst>
              <a:ext uri="{FF2B5EF4-FFF2-40B4-BE49-F238E27FC236}">
                <a16:creationId xmlns:a16="http://schemas.microsoft.com/office/drawing/2014/main" id="{6494639C-40E1-4987-A007-AA176ACAB69F}"/>
              </a:ext>
            </a:extLst>
          </p:cNvPr>
          <p:cNvSpPr txBox="1"/>
          <p:nvPr/>
        </p:nvSpPr>
        <p:spPr>
          <a:xfrm>
            <a:off x="0" y="5538944"/>
            <a:ext cx="391550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b-NO" sz="800" b="1"/>
              <a:t>Photo </a:t>
            </a:r>
            <a:r>
              <a:rPr lang="nb-NO" sz="800" b="1" err="1"/>
              <a:t>use</a:t>
            </a:r>
            <a:r>
              <a:rPr lang="nb-NO" sz="800" b="1"/>
              <a:t>: </a:t>
            </a:r>
            <a:r>
              <a:rPr lang="nb-NO" sz="800" b="0"/>
              <a:t>Images must not be </a:t>
            </a:r>
            <a:r>
              <a:rPr lang="nb-NO" sz="800" b="0" err="1"/>
              <a:t>compressed</a:t>
            </a:r>
            <a:r>
              <a:rPr lang="nb-NO" sz="800" b="0"/>
              <a:t> to less </a:t>
            </a:r>
            <a:r>
              <a:rPr lang="nb-NO" sz="800" b="0" err="1"/>
              <a:t>than</a:t>
            </a:r>
            <a:r>
              <a:rPr lang="nb-NO" sz="800" b="0"/>
              <a:t> 220 </a:t>
            </a:r>
            <a:r>
              <a:rPr lang="nb-NO" sz="800" b="0" err="1"/>
              <a:t>ppt</a:t>
            </a:r>
            <a:r>
              <a:rPr lang="nb-NO" sz="800" b="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nb-NO" sz="800" b="1"/>
          </a:p>
          <a:p>
            <a:pPr marL="0" marR="0" lvl="0" indent="0" algn="l" defTabSz="914400" rtl="0" eaLnBrk="1" fontAlgn="auto" latinLnBrk="0" hangingPunct="1">
              <a:lnSpc>
                <a:spcPct val="100000"/>
              </a:lnSpc>
              <a:spcBef>
                <a:spcPts val="0"/>
              </a:spcBef>
              <a:spcAft>
                <a:spcPts val="0"/>
              </a:spcAft>
              <a:buClrTx/>
              <a:buSzTx/>
              <a:buFontTx/>
              <a:buNone/>
              <a:tabLst/>
              <a:defRPr/>
            </a:pPr>
            <a:r>
              <a:rPr lang="nb-NO" sz="800" b="1"/>
              <a:t>Rights:</a:t>
            </a:r>
            <a:r>
              <a:rPr lang="nb-NO" sz="800" b="0"/>
              <a:t> It's not </a:t>
            </a:r>
            <a:r>
              <a:rPr lang="nb-NO" sz="800" b="0" err="1"/>
              <a:t>allowed</a:t>
            </a:r>
            <a:r>
              <a:rPr lang="nb-NO" sz="800" b="0"/>
              <a:t> to </a:t>
            </a:r>
            <a:r>
              <a:rPr lang="nb-NO" sz="800" b="0" err="1"/>
              <a:t>copy</a:t>
            </a:r>
            <a:r>
              <a:rPr lang="nb-NO" sz="800" b="0"/>
              <a:t>/</a:t>
            </a:r>
            <a:r>
              <a:rPr lang="nb-NO" sz="800" b="0" err="1"/>
              <a:t>use</a:t>
            </a:r>
            <a:r>
              <a:rPr lang="nb-NO" sz="800" b="0"/>
              <a:t> </a:t>
            </a:r>
            <a:r>
              <a:rPr lang="nb-NO" sz="800" b="0" err="1"/>
              <a:t>pictures</a:t>
            </a:r>
            <a:r>
              <a:rPr lang="nb-NO" sz="800" b="0"/>
              <a:t> </a:t>
            </a:r>
            <a:r>
              <a:rPr lang="nb-NO" sz="800" b="0" err="1"/>
              <a:t>without</a:t>
            </a:r>
            <a:r>
              <a:rPr lang="nb-NO" sz="800" b="0"/>
              <a:t> </a:t>
            </a:r>
            <a:r>
              <a:rPr lang="nb-NO" sz="800" b="0" err="1"/>
              <a:t>the</a:t>
            </a:r>
            <a:r>
              <a:rPr lang="nb-NO" sz="800" b="0"/>
              <a:t> </a:t>
            </a:r>
            <a:r>
              <a:rPr lang="nb-NO" sz="800" b="0" err="1"/>
              <a:t>rights</a:t>
            </a:r>
            <a:r>
              <a:rPr lang="nb-NO" sz="800" b="0"/>
              <a:t> </a:t>
            </a:r>
            <a:r>
              <a:rPr lang="nb-NO" sz="800" b="0" err="1"/>
              <a:t>being</a:t>
            </a:r>
            <a:r>
              <a:rPr lang="nb-NO" sz="800" b="0"/>
              <a:t> </a:t>
            </a:r>
            <a:r>
              <a:rPr lang="nb-NO" sz="800" b="0" err="1"/>
              <a:t>clarified</a:t>
            </a:r>
            <a:r>
              <a:rPr lang="nb-NO" sz="800" b="0"/>
              <a:t> </a:t>
            </a:r>
            <a:r>
              <a:rPr lang="nb-NO" sz="800" b="0" err="1"/>
              <a:t>with</a:t>
            </a:r>
            <a:r>
              <a:rPr lang="nb-NO" sz="800" b="0"/>
              <a:t> </a:t>
            </a:r>
            <a:r>
              <a:rPr lang="nb-NO" sz="800" b="0" err="1"/>
              <a:t>the</a:t>
            </a:r>
            <a:r>
              <a:rPr lang="nb-NO" sz="800" b="0"/>
              <a:t> </a:t>
            </a:r>
            <a:r>
              <a:rPr lang="nb-NO" sz="800" b="0" err="1"/>
              <a:t>photographer</a:t>
            </a:r>
            <a:r>
              <a:rPr lang="nb-NO" sz="800" b="0"/>
              <a:t>/</a:t>
            </a:r>
            <a:r>
              <a:rPr lang="nb-NO" sz="800" b="0" err="1"/>
              <a:t>photo</a:t>
            </a:r>
            <a:r>
              <a:rPr lang="nb-NO" sz="800" b="0"/>
              <a:t> </a:t>
            </a:r>
            <a:r>
              <a:rPr lang="nb-NO" sz="800" b="0" err="1"/>
              <a:t>agency</a:t>
            </a:r>
            <a:r>
              <a:rPr lang="nb-NO" sz="800" b="0"/>
              <a:t>.</a:t>
            </a:r>
            <a:endParaRPr lang="en-GB" sz="800" b="1"/>
          </a:p>
        </p:txBody>
      </p:sp>
      <p:pic>
        <p:nvPicPr>
          <p:cNvPr id="229" name="Bilde 228">
            <a:extLst>
              <a:ext uri="{FF2B5EF4-FFF2-40B4-BE49-F238E27FC236}">
                <a16:creationId xmlns:a16="http://schemas.microsoft.com/office/drawing/2014/main" id="{3F28F2BB-B866-4210-A769-D15E27438100}"/>
              </a:ext>
            </a:extLst>
          </p:cNvPr>
          <p:cNvPicPr>
            <a:picLocks noChangeAspect="1"/>
          </p:cNvPicPr>
          <p:nvPr/>
        </p:nvPicPr>
        <p:blipFill>
          <a:blip r:embed="rId38"/>
          <a:stretch>
            <a:fillRect/>
          </a:stretch>
        </p:blipFill>
        <p:spPr>
          <a:xfrm>
            <a:off x="6591866" y="-1121307"/>
            <a:ext cx="2304484" cy="958215"/>
          </a:xfrm>
          <a:prstGeom prst="rect">
            <a:avLst/>
          </a:prstGeom>
        </p:spPr>
      </p:pic>
      <p:cxnSp>
        <p:nvCxnSpPr>
          <p:cNvPr id="228" name="Rett linje 227">
            <a:extLst>
              <a:ext uri="{FF2B5EF4-FFF2-40B4-BE49-F238E27FC236}">
                <a16:creationId xmlns:a16="http://schemas.microsoft.com/office/drawing/2014/main" id="{A0B380D3-2591-4F53-9759-6BC4B71689ED}"/>
              </a:ext>
            </a:extLst>
          </p:cNvPr>
          <p:cNvCxnSpPr>
            <a:cxnSpLocks/>
          </p:cNvCxnSpPr>
          <p:nvPr userDrawn="1"/>
        </p:nvCxnSpPr>
        <p:spPr>
          <a:xfrm>
            <a:off x="-1501" y="4661123"/>
            <a:ext cx="9144000" cy="0"/>
          </a:xfrm>
          <a:prstGeom prst="line">
            <a:avLst/>
          </a:prstGeom>
          <a:ln w="19050">
            <a:solidFill>
              <a:srgbClr val="DA291C"/>
            </a:solidFill>
          </a:ln>
        </p:spPr>
        <p:style>
          <a:lnRef idx="1">
            <a:schemeClr val="accent1"/>
          </a:lnRef>
          <a:fillRef idx="0">
            <a:schemeClr val="accent1"/>
          </a:fillRef>
          <a:effectRef idx="0">
            <a:schemeClr val="accent1"/>
          </a:effectRef>
          <a:fontRef idx="minor">
            <a:schemeClr val="tx1"/>
          </a:fontRef>
        </p:style>
      </p:cxnSp>
      <p:pic>
        <p:nvPicPr>
          <p:cNvPr id="42" name="Picture 38">
            <a:extLst>
              <a:ext uri="{FF2B5EF4-FFF2-40B4-BE49-F238E27FC236}">
                <a16:creationId xmlns:a16="http://schemas.microsoft.com/office/drawing/2014/main" id="{A155B4D4-632D-41E5-85D9-AC4806339D08}"/>
              </a:ext>
            </a:extLst>
          </p:cNvPr>
          <p:cNvPicPr>
            <a:picLocks noChangeAspect="1"/>
          </p:cNvPicPr>
          <p:nvPr userDrawn="1"/>
        </p:nvPicPr>
        <p:blipFill>
          <a:blip r:embed="rId39" cstate="print">
            <a:extLst>
              <a:ext uri="{28A0092B-C50C-407E-A947-70E740481C1C}">
                <a14:useLocalDpi xmlns:a14="http://schemas.microsoft.com/office/drawing/2010/main" val="0"/>
              </a:ext>
            </a:extLst>
          </a:blip>
          <a:stretch>
            <a:fillRect/>
          </a:stretch>
        </p:blipFill>
        <p:spPr>
          <a:xfrm>
            <a:off x="7899072" y="4849887"/>
            <a:ext cx="1021554" cy="146913"/>
          </a:xfrm>
          <a:prstGeom prst="rect">
            <a:avLst/>
          </a:prstGeom>
        </p:spPr>
      </p:pic>
    </p:spTree>
    <p:extLst>
      <p:ext uri="{BB962C8B-B14F-4D97-AF65-F5344CB8AC3E}">
        <p14:creationId xmlns:p14="http://schemas.microsoft.com/office/powerpoint/2010/main" val="2661002525"/>
      </p:ext>
    </p:extLst>
  </p:cSld>
  <p:clrMap bg1="lt1" tx1="dk1" bg2="lt2" tx2="dk2" accent1="accent1" accent2="accent2" accent3="accent3" accent4="accent4" accent5="accent5" accent6="accent6" hlink="hlink" folHlink="folHlink"/>
  <p:sldLayoutIdLst>
    <p:sldLayoutId id="2147484225" r:id="rId1"/>
    <p:sldLayoutId id="2147484238" r:id="rId2"/>
    <p:sldLayoutId id="2147484227" r:id="rId3"/>
    <p:sldLayoutId id="2147484144" r:id="rId4"/>
    <p:sldLayoutId id="2147484228" r:id="rId5"/>
    <p:sldLayoutId id="2147484229" r:id="rId6"/>
    <p:sldLayoutId id="2147484200" r:id="rId7"/>
    <p:sldLayoutId id="2147484202" r:id="rId8"/>
    <p:sldLayoutId id="2147484207" r:id="rId9"/>
    <p:sldLayoutId id="2147484149" r:id="rId10"/>
    <p:sldLayoutId id="2147484237" r:id="rId11"/>
    <p:sldLayoutId id="2147484218" r:id="rId12"/>
    <p:sldLayoutId id="2147484215" r:id="rId13"/>
    <p:sldLayoutId id="2147484219" r:id="rId14"/>
    <p:sldLayoutId id="2147484214" r:id="rId15"/>
    <p:sldLayoutId id="2147484152" r:id="rId16"/>
    <p:sldLayoutId id="2147484169" r:id="rId17"/>
    <p:sldLayoutId id="2147484153" r:id="rId18"/>
    <p:sldLayoutId id="2147484184" r:id="rId19"/>
    <p:sldLayoutId id="2147484204" r:id="rId20"/>
    <p:sldLayoutId id="2147484233" r:id="rId21"/>
    <p:sldLayoutId id="2147484170" r:id="rId22"/>
    <p:sldLayoutId id="2147484171" r:id="rId23"/>
    <p:sldLayoutId id="2147484172" r:id="rId24"/>
    <p:sldLayoutId id="2147484154" r:id="rId25"/>
    <p:sldLayoutId id="2147484234" r:id="rId26"/>
    <p:sldLayoutId id="2147484220" r:id="rId27"/>
    <p:sldLayoutId id="2147484235" r:id="rId28"/>
    <p:sldLayoutId id="2147484232" r:id="rId29"/>
    <p:sldLayoutId id="2147484226" r:id="rId30"/>
    <p:sldLayoutId id="2147484195" r:id="rId31"/>
    <p:sldLayoutId id="2147484236" r:id="rId32"/>
    <p:sldLayoutId id="2147484196" r:id="rId33"/>
    <p:sldLayoutId id="2147484221" r:id="rId34"/>
    <p:sldLayoutId id="2147484217" r:id="rId35"/>
    <p:sldLayoutId id="2147484222" r:id="rId36"/>
  </p:sldLayoutIdLst>
  <p:transition>
    <p:fade/>
  </p:transition>
  <p:hf sldNum="0" hdr="0" ftr="0" dt="0"/>
  <p:txStyles>
    <p:titleStyle>
      <a:lvl1pPr algn="l" defTabSz="457200" rtl="0" eaLnBrk="1" latinLnBrk="0" hangingPunct="1">
        <a:spcBef>
          <a:spcPct val="0"/>
        </a:spcBef>
        <a:buNone/>
        <a:defRPr sz="2200" kern="1200" baseline="0">
          <a:solidFill>
            <a:srgbClr val="BF0900"/>
          </a:solidFill>
          <a:latin typeface="Verdana"/>
          <a:ea typeface="+mj-ea"/>
          <a:cs typeface="Verdana"/>
        </a:defRPr>
      </a:lvl1pPr>
    </p:titleStyle>
    <p:bodyStyle>
      <a:lvl1pPr marL="126000" indent="-126000" algn="l" defTabSz="457200" rtl="0" eaLnBrk="1" latinLnBrk="0" hangingPunct="1">
        <a:spcBef>
          <a:spcPts val="1200"/>
        </a:spcBef>
        <a:buClr>
          <a:schemeClr val="tx2"/>
        </a:buClr>
        <a:buFont typeface="Arial"/>
        <a:buChar char="•"/>
        <a:defRPr sz="1500" kern="1200" baseline="0">
          <a:solidFill>
            <a:schemeClr val="tx1"/>
          </a:solidFill>
          <a:latin typeface="Verdana"/>
          <a:ea typeface="+mn-ea"/>
          <a:cs typeface="Verdana"/>
        </a:defRPr>
      </a:lvl1pPr>
      <a:lvl2pPr marL="270000" indent="-126000" algn="l" defTabSz="457200" rtl="0" eaLnBrk="1" latinLnBrk="0" hangingPunct="1">
        <a:spcBef>
          <a:spcPts val="300"/>
        </a:spcBef>
        <a:buClr>
          <a:schemeClr val="tx2"/>
        </a:buClr>
        <a:buFont typeface="Lucida Grande"/>
        <a:buChar char="-"/>
        <a:defRPr sz="1200" kern="1200">
          <a:solidFill>
            <a:schemeClr val="tx1"/>
          </a:solidFill>
          <a:latin typeface="Verdana"/>
          <a:ea typeface="+mn-ea"/>
          <a:cs typeface="Verdana"/>
        </a:defRPr>
      </a:lvl2pPr>
      <a:lvl3pPr marL="403200" indent="-125413" algn="l" defTabSz="457200" rtl="0" eaLnBrk="1" latinLnBrk="0" hangingPunct="1">
        <a:spcBef>
          <a:spcPct val="20000"/>
        </a:spcBef>
        <a:buFont typeface="Lucida Grande"/>
        <a:buChar char="-"/>
        <a:defRPr sz="1200" kern="1200">
          <a:solidFill>
            <a:schemeClr val="tx1"/>
          </a:solidFill>
          <a:latin typeface="Verdana"/>
          <a:ea typeface="+mn-ea"/>
          <a:cs typeface="Verdana"/>
        </a:defRPr>
      </a:lvl3pPr>
      <a:lvl4pPr marL="539750" indent="-125413" algn="l" defTabSz="457200" rtl="0" eaLnBrk="1" latinLnBrk="0" hangingPunct="1">
        <a:spcBef>
          <a:spcPct val="20000"/>
        </a:spcBef>
        <a:buFont typeface="Arial"/>
        <a:buChar char="–"/>
        <a:defRPr sz="1100" kern="1200">
          <a:solidFill>
            <a:schemeClr val="tx1"/>
          </a:solidFill>
          <a:latin typeface="Verdana"/>
          <a:ea typeface="+mn-ea"/>
          <a:cs typeface="Verdana"/>
        </a:defRPr>
      </a:lvl4pPr>
      <a:lvl5pPr marL="717550" indent="-177800" algn="l" defTabSz="457200" rtl="0" eaLnBrk="1" latinLnBrk="0" hangingPunct="1">
        <a:spcBef>
          <a:spcPct val="20000"/>
        </a:spcBef>
        <a:buFont typeface="Arial"/>
        <a:buChar char="»"/>
        <a:defRPr sz="1100" kern="1200">
          <a:solidFill>
            <a:schemeClr val="tx1"/>
          </a:solidFill>
          <a:latin typeface="Verdana"/>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2935">
          <p15:clr>
            <a:srgbClr val="F26B43"/>
          </p15:clr>
        </p15:guide>
        <p15:guide id="3" orient="horz" pos="1529">
          <p15:clr>
            <a:srgbClr val="F26B43"/>
          </p15:clr>
        </p15:guide>
        <p15:guide id="4" pos="5624">
          <p15:clr>
            <a:srgbClr val="F26B43"/>
          </p15:clr>
        </p15:guide>
        <p15:guide id="5" pos="363">
          <p15:clr>
            <a:srgbClr val="F26B43"/>
          </p15:clr>
        </p15:guide>
        <p15:guide id="6" orient="horz" pos="764">
          <p15:clr>
            <a:srgbClr val="F26B43"/>
          </p15:clr>
        </p15:guide>
        <p15:guide id="7" pos="136">
          <p15:clr>
            <a:srgbClr val="F26B43"/>
          </p15:clr>
        </p15:guide>
        <p15:guide id="8" orient="horz" pos="146">
          <p15:clr>
            <a:srgbClr val="F26B43"/>
          </p15:clr>
        </p15:guide>
        <p15:guide id="9" pos="2980">
          <p15:clr>
            <a:srgbClr val="F26B43"/>
          </p15:clr>
        </p15:guide>
        <p15:guide id="10" orient="horz" pos="2799">
          <p15:clr>
            <a:srgbClr val="F26B43"/>
          </p15:clr>
        </p15:guide>
        <p15:guide id="11" orient="horz" pos="5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hyperlink" Target="https://miro.com/app/board/uXjVOeMFDwQ=/" TargetMode="Externa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12D196C9-C520-4523-8960-89EECA8D402A}"/>
              </a:ext>
            </a:extLst>
          </p:cNvPr>
          <p:cNvSpPr>
            <a:spLocks noGrp="1"/>
          </p:cNvSpPr>
          <p:nvPr>
            <p:ph type="pic" sz="quarter" idx="13"/>
          </p:nvPr>
        </p:nvSpPr>
        <p:spPr>
          <a:xfrm>
            <a:off x="3308539" y="842963"/>
            <a:ext cx="5835461" cy="4305600"/>
          </a:xfrm>
        </p:spPr>
      </p:sp>
      <p:sp>
        <p:nvSpPr>
          <p:cNvPr id="3" name="Title 2">
            <a:extLst>
              <a:ext uri="{FF2B5EF4-FFF2-40B4-BE49-F238E27FC236}">
                <a16:creationId xmlns:a16="http://schemas.microsoft.com/office/drawing/2014/main" id="{98073659-6756-4019-B56F-D6A87F3540D8}"/>
              </a:ext>
            </a:extLst>
          </p:cNvPr>
          <p:cNvSpPr>
            <a:spLocks noGrp="1"/>
          </p:cNvSpPr>
          <p:nvPr>
            <p:ph type="ctrTitle"/>
          </p:nvPr>
        </p:nvSpPr>
        <p:spPr/>
        <p:txBody>
          <a:bodyPr/>
          <a:lstStyle/>
          <a:p>
            <a:r>
              <a:rPr lang="nb-NO"/>
              <a:t>Tripletex hypoteser</a:t>
            </a:r>
            <a:br>
              <a:rPr lang="nb-NO"/>
            </a:br>
            <a:br>
              <a:rPr lang="nb-NO"/>
            </a:br>
            <a:r>
              <a:rPr lang="nb-NO"/>
              <a:t>Pensjon</a:t>
            </a:r>
          </a:p>
        </p:txBody>
      </p:sp>
      <p:sp>
        <p:nvSpPr>
          <p:cNvPr id="4" name="Text Placeholder 3">
            <a:extLst>
              <a:ext uri="{FF2B5EF4-FFF2-40B4-BE49-F238E27FC236}">
                <a16:creationId xmlns:a16="http://schemas.microsoft.com/office/drawing/2014/main" id="{7C6746B4-D193-4546-AD19-15215B842437}"/>
              </a:ext>
            </a:extLst>
          </p:cNvPr>
          <p:cNvSpPr>
            <a:spLocks noGrp="1"/>
          </p:cNvSpPr>
          <p:nvPr>
            <p:ph type="body" sz="quarter" idx="15"/>
          </p:nvPr>
        </p:nvSpPr>
        <p:spPr/>
        <p:txBody>
          <a:bodyPr/>
          <a:lstStyle/>
          <a:p>
            <a:endParaRPr lang="nb-NO"/>
          </a:p>
        </p:txBody>
      </p:sp>
    </p:spTree>
    <p:extLst>
      <p:ext uri="{BB962C8B-B14F-4D97-AF65-F5344CB8AC3E}">
        <p14:creationId xmlns:p14="http://schemas.microsoft.com/office/powerpoint/2010/main" val="2202249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E7AACDD-BD39-4404-8471-0EE36EBA7DDC}"/>
              </a:ext>
            </a:extLst>
          </p:cNvPr>
          <p:cNvSpPr>
            <a:spLocks noGrp="1"/>
          </p:cNvSpPr>
          <p:nvPr>
            <p:ph type="title"/>
          </p:nvPr>
        </p:nvSpPr>
        <p:spPr/>
        <p:txBody>
          <a:bodyPr>
            <a:normAutofit/>
          </a:bodyPr>
          <a:lstStyle/>
          <a:p>
            <a:r>
              <a:rPr lang="nb-NO"/>
              <a:t>Bakgrunn</a:t>
            </a:r>
          </a:p>
        </p:txBody>
      </p:sp>
      <p:sp>
        <p:nvSpPr>
          <p:cNvPr id="3" name="Plassholder for innhold 2">
            <a:extLst>
              <a:ext uri="{FF2B5EF4-FFF2-40B4-BE49-F238E27FC236}">
                <a16:creationId xmlns:a16="http://schemas.microsoft.com/office/drawing/2014/main" id="{9BE3CD07-4E8E-400B-B3C8-C9232E2B6A79}"/>
              </a:ext>
            </a:extLst>
          </p:cNvPr>
          <p:cNvSpPr>
            <a:spLocks noGrp="1"/>
          </p:cNvSpPr>
          <p:nvPr>
            <p:ph idx="1"/>
          </p:nvPr>
        </p:nvSpPr>
        <p:spPr>
          <a:xfrm>
            <a:off x="571500" y="1052286"/>
            <a:ext cx="8115300" cy="3391127"/>
          </a:xfrm>
        </p:spPr>
        <p:txBody>
          <a:bodyPr>
            <a:normAutofit fontScale="92500"/>
          </a:bodyPr>
          <a:lstStyle/>
          <a:p>
            <a:r>
              <a:rPr lang="nb-NO"/>
              <a:t>Strategisk er et samarbeid med Visma og </a:t>
            </a:r>
            <a:r>
              <a:rPr lang="nb-NO" err="1"/>
              <a:t>Tripletex</a:t>
            </a:r>
            <a:r>
              <a:rPr lang="nb-NO"/>
              <a:t> viktig for å være relevant i den flaten de fleste kunder i SMB-segmentet er i</a:t>
            </a:r>
          </a:p>
          <a:p>
            <a:r>
              <a:rPr lang="nb-NO"/>
              <a:t>Pilotfasen med </a:t>
            </a:r>
            <a:r>
              <a:rPr lang="nb-NO" err="1"/>
              <a:t>Tripletex</a:t>
            </a:r>
            <a:r>
              <a:rPr lang="nb-NO"/>
              <a:t> varer til sommeren, og vi trenger å vise en lovende mulighet som gir både </a:t>
            </a:r>
            <a:r>
              <a:rPr lang="nb-NO" err="1"/>
              <a:t>Tripletex</a:t>
            </a:r>
            <a:r>
              <a:rPr lang="nb-NO"/>
              <a:t>, Storebrand og kunden verdi for å sikre videre samarbeid.</a:t>
            </a:r>
          </a:p>
          <a:p>
            <a:r>
              <a:rPr lang="nb-NO"/>
              <a:t>Samarbeidsmuligheter/hypoteser må få nok ressurser til å verifiseres og justeres før vi ser om de kan gi verdi. Eksempelvis kan vi jobbe med å teste ulike varianter av dagens løsning for å øke konvertering</a:t>
            </a:r>
          </a:p>
          <a:p>
            <a:r>
              <a:rPr lang="nb-NO"/>
              <a:t>Basert på innsikt har vi funnet fire hypoteser vi mener kan være interessante å utforske, men de krever ressurser utover Digital Sales teamet for å realiseres</a:t>
            </a:r>
          </a:p>
          <a:p>
            <a:pPr marL="0" indent="0">
              <a:buNone/>
            </a:pPr>
            <a:endParaRPr lang="nb-NO"/>
          </a:p>
        </p:txBody>
      </p:sp>
    </p:spTree>
    <p:extLst>
      <p:ext uri="{BB962C8B-B14F-4D97-AF65-F5344CB8AC3E}">
        <p14:creationId xmlns:p14="http://schemas.microsoft.com/office/powerpoint/2010/main" val="2863449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B94823C-63F8-4CCC-83F4-63EA21C0EA18}"/>
              </a:ext>
            </a:extLst>
          </p:cNvPr>
          <p:cNvSpPr>
            <a:spLocks noGrp="1"/>
          </p:cNvSpPr>
          <p:nvPr>
            <p:ph type="title"/>
          </p:nvPr>
        </p:nvSpPr>
        <p:spPr/>
        <p:txBody>
          <a:bodyPr>
            <a:normAutofit fontScale="90000"/>
          </a:bodyPr>
          <a:lstStyle/>
          <a:p>
            <a:r>
              <a:rPr lang="nb-NO"/>
              <a:t>Dagens løsning med leads fra </a:t>
            </a:r>
            <a:r>
              <a:rPr lang="nb-NO" err="1"/>
              <a:t>Tripletex</a:t>
            </a:r>
            <a:r>
              <a:rPr lang="nb-NO"/>
              <a:t> er lovende, men konverteringen er lav</a:t>
            </a:r>
          </a:p>
        </p:txBody>
      </p:sp>
      <p:pic>
        <p:nvPicPr>
          <p:cNvPr id="5" name="Plassholder for innhold 4">
            <a:extLst>
              <a:ext uri="{FF2B5EF4-FFF2-40B4-BE49-F238E27FC236}">
                <a16:creationId xmlns:a16="http://schemas.microsoft.com/office/drawing/2014/main" id="{D5DDA73B-2CB4-4A92-8C7C-9D319840DBF5}"/>
              </a:ext>
            </a:extLst>
          </p:cNvPr>
          <p:cNvPicPr>
            <a:picLocks noGrp="1" noChangeAspect="1"/>
          </p:cNvPicPr>
          <p:nvPr>
            <p:ph idx="1"/>
          </p:nvPr>
        </p:nvPicPr>
        <p:blipFill>
          <a:blip r:embed="rId2"/>
          <a:stretch>
            <a:fillRect/>
          </a:stretch>
        </p:blipFill>
        <p:spPr>
          <a:xfrm>
            <a:off x="1597703" y="1212850"/>
            <a:ext cx="6062893" cy="3230563"/>
          </a:xfrm>
        </p:spPr>
      </p:pic>
    </p:spTree>
    <p:extLst>
      <p:ext uri="{BB962C8B-B14F-4D97-AF65-F5344CB8AC3E}">
        <p14:creationId xmlns:p14="http://schemas.microsoft.com/office/powerpoint/2010/main" val="2002991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ssholder for tekst 4">
            <a:extLst>
              <a:ext uri="{FF2B5EF4-FFF2-40B4-BE49-F238E27FC236}">
                <a16:creationId xmlns:a16="http://schemas.microsoft.com/office/drawing/2014/main" id="{F2E3C304-A63F-4A32-A2EA-70E35F5BF5DF}"/>
              </a:ext>
            </a:extLst>
          </p:cNvPr>
          <p:cNvSpPr>
            <a:spLocks noGrp="1"/>
          </p:cNvSpPr>
          <p:nvPr>
            <p:ph type="body" sz="quarter" idx="16"/>
          </p:nvPr>
        </p:nvSpPr>
        <p:spPr>
          <a:xfrm>
            <a:off x="4927254" y="1188263"/>
            <a:ext cx="3096000" cy="928800"/>
          </a:xfrm>
        </p:spPr>
        <p:txBody>
          <a:bodyPr/>
          <a:lstStyle/>
          <a:p>
            <a:r>
              <a:rPr lang="nb-NO" sz="1000"/>
              <a:t>Faktura fra Storebrand rett inn i </a:t>
            </a:r>
            <a:r>
              <a:rPr lang="nb-NO" sz="1000" err="1"/>
              <a:t>Tripletex</a:t>
            </a:r>
            <a:r>
              <a:rPr lang="nb-NO" sz="1000"/>
              <a:t> med nok informasjon til å attestere med ett klikk</a:t>
            </a:r>
          </a:p>
        </p:txBody>
      </p:sp>
      <p:sp>
        <p:nvSpPr>
          <p:cNvPr id="6" name="Plassholder for tekst 5">
            <a:extLst>
              <a:ext uri="{FF2B5EF4-FFF2-40B4-BE49-F238E27FC236}">
                <a16:creationId xmlns:a16="http://schemas.microsoft.com/office/drawing/2014/main" id="{5EFF2613-FEDC-45A9-85CD-7CDB1001185A}"/>
              </a:ext>
            </a:extLst>
          </p:cNvPr>
          <p:cNvSpPr>
            <a:spLocks noGrp="1"/>
          </p:cNvSpPr>
          <p:nvPr>
            <p:ph type="body" sz="quarter" idx="18"/>
          </p:nvPr>
        </p:nvSpPr>
        <p:spPr>
          <a:xfrm>
            <a:off x="997726" y="3146425"/>
            <a:ext cx="3096000" cy="928800"/>
          </a:xfrm>
        </p:spPr>
        <p:txBody>
          <a:bodyPr/>
          <a:lstStyle/>
          <a:p>
            <a:r>
              <a:rPr lang="nb-NO" sz="1000"/>
              <a:t>Oppdatere data fra lønns-system rett inn i </a:t>
            </a:r>
            <a:r>
              <a:rPr lang="nb-NO" sz="1000" err="1"/>
              <a:t>Tripletex</a:t>
            </a:r>
            <a:r>
              <a:rPr lang="nb-NO" sz="1000"/>
              <a:t> som grunnlag for ajourhold av pensjon i Storebrand</a:t>
            </a:r>
          </a:p>
        </p:txBody>
      </p:sp>
      <p:sp>
        <p:nvSpPr>
          <p:cNvPr id="7" name="Plassholder for tekst 6">
            <a:extLst>
              <a:ext uri="{FF2B5EF4-FFF2-40B4-BE49-F238E27FC236}">
                <a16:creationId xmlns:a16="http://schemas.microsoft.com/office/drawing/2014/main" id="{B5A4C2C9-CDC2-4FDD-9496-DBF37F84A060}"/>
              </a:ext>
            </a:extLst>
          </p:cNvPr>
          <p:cNvSpPr>
            <a:spLocks noGrp="1"/>
          </p:cNvSpPr>
          <p:nvPr>
            <p:ph type="body" sz="quarter" idx="20"/>
          </p:nvPr>
        </p:nvSpPr>
        <p:spPr>
          <a:xfrm>
            <a:off x="4988429" y="3146425"/>
            <a:ext cx="3096000" cy="928800"/>
          </a:xfrm>
        </p:spPr>
        <p:txBody>
          <a:bodyPr/>
          <a:lstStyle/>
          <a:p>
            <a:r>
              <a:rPr lang="nb-NO" sz="1000"/>
              <a:t>Be kunden verifisere ansattinformasjon når de ber om tilbud, eller ved attestering av faktura</a:t>
            </a:r>
          </a:p>
        </p:txBody>
      </p:sp>
      <p:sp>
        <p:nvSpPr>
          <p:cNvPr id="9" name="Plassholder for tekst 8">
            <a:extLst>
              <a:ext uri="{FF2B5EF4-FFF2-40B4-BE49-F238E27FC236}">
                <a16:creationId xmlns:a16="http://schemas.microsoft.com/office/drawing/2014/main" id="{94E18BCF-E700-45B4-9414-ACB89B3749D6}"/>
              </a:ext>
            </a:extLst>
          </p:cNvPr>
          <p:cNvSpPr>
            <a:spLocks noGrp="1"/>
          </p:cNvSpPr>
          <p:nvPr>
            <p:ph type="body" sz="quarter" idx="23"/>
          </p:nvPr>
        </p:nvSpPr>
        <p:spPr>
          <a:xfrm>
            <a:off x="4495686" y="1188263"/>
            <a:ext cx="928800" cy="928800"/>
          </a:xfrm>
        </p:spPr>
        <p:txBody>
          <a:bodyPr>
            <a:normAutofit fontScale="47500" lnSpcReduction="20000"/>
          </a:bodyPr>
          <a:lstStyle/>
          <a:p>
            <a:r>
              <a:rPr lang="nb-NO"/>
              <a:t>No </a:t>
            </a:r>
            <a:r>
              <a:rPr lang="nb-NO" err="1"/>
              <a:t>hassle</a:t>
            </a:r>
            <a:r>
              <a:rPr lang="nb-NO"/>
              <a:t> faktura</a:t>
            </a:r>
          </a:p>
        </p:txBody>
      </p:sp>
      <p:sp>
        <p:nvSpPr>
          <p:cNvPr id="10" name="Plassholder for tekst 9">
            <a:extLst>
              <a:ext uri="{FF2B5EF4-FFF2-40B4-BE49-F238E27FC236}">
                <a16:creationId xmlns:a16="http://schemas.microsoft.com/office/drawing/2014/main" id="{71FFA734-70E5-4642-AC9C-EF4B4A57A246}"/>
              </a:ext>
            </a:extLst>
          </p:cNvPr>
          <p:cNvSpPr>
            <a:spLocks noGrp="1"/>
          </p:cNvSpPr>
          <p:nvPr>
            <p:ph type="body" sz="quarter" idx="24"/>
          </p:nvPr>
        </p:nvSpPr>
        <p:spPr>
          <a:xfrm>
            <a:off x="581700" y="3146425"/>
            <a:ext cx="928800" cy="928800"/>
          </a:xfrm>
        </p:spPr>
        <p:txBody>
          <a:bodyPr>
            <a:normAutofit fontScale="40000" lnSpcReduction="20000"/>
          </a:bodyPr>
          <a:lstStyle/>
          <a:p>
            <a:r>
              <a:rPr lang="nb-NO"/>
              <a:t>No </a:t>
            </a:r>
            <a:r>
              <a:rPr lang="nb-NO" err="1"/>
              <a:t>hassle</a:t>
            </a:r>
            <a:r>
              <a:rPr lang="nb-NO"/>
              <a:t> </a:t>
            </a:r>
            <a:r>
              <a:rPr lang="nb-NO" err="1"/>
              <a:t>ajour</a:t>
            </a:r>
            <a:r>
              <a:rPr lang="nb-NO"/>
              <a:t>-hold</a:t>
            </a:r>
          </a:p>
        </p:txBody>
      </p:sp>
      <p:sp>
        <p:nvSpPr>
          <p:cNvPr id="11" name="Plassholder for tekst 10">
            <a:extLst>
              <a:ext uri="{FF2B5EF4-FFF2-40B4-BE49-F238E27FC236}">
                <a16:creationId xmlns:a16="http://schemas.microsoft.com/office/drawing/2014/main" id="{CD4B6B11-FA52-456B-AB06-F549090FF1A5}"/>
              </a:ext>
            </a:extLst>
          </p:cNvPr>
          <p:cNvSpPr>
            <a:spLocks noGrp="1"/>
          </p:cNvSpPr>
          <p:nvPr>
            <p:ph type="body" sz="quarter" idx="25"/>
          </p:nvPr>
        </p:nvSpPr>
        <p:spPr>
          <a:xfrm>
            <a:off x="4566386" y="3146425"/>
            <a:ext cx="928800" cy="928800"/>
          </a:xfrm>
        </p:spPr>
        <p:txBody>
          <a:bodyPr>
            <a:normAutofit fontScale="40000" lnSpcReduction="20000"/>
          </a:bodyPr>
          <a:lstStyle/>
          <a:p>
            <a:r>
              <a:rPr lang="nb-NO"/>
              <a:t>Riktig data-grunnlag</a:t>
            </a:r>
          </a:p>
        </p:txBody>
      </p:sp>
      <p:sp>
        <p:nvSpPr>
          <p:cNvPr id="4" name="Plassholder for tekst 3">
            <a:extLst>
              <a:ext uri="{FF2B5EF4-FFF2-40B4-BE49-F238E27FC236}">
                <a16:creationId xmlns:a16="http://schemas.microsoft.com/office/drawing/2014/main" id="{3E41C4B8-EEE9-4949-ADFB-74D285F9B994}"/>
              </a:ext>
            </a:extLst>
          </p:cNvPr>
          <p:cNvSpPr>
            <a:spLocks noGrp="1"/>
          </p:cNvSpPr>
          <p:nvPr>
            <p:ph type="body" sz="quarter" idx="14"/>
          </p:nvPr>
        </p:nvSpPr>
        <p:spPr>
          <a:xfrm>
            <a:off x="936551" y="1188263"/>
            <a:ext cx="3096000" cy="928800"/>
          </a:xfrm>
        </p:spPr>
        <p:txBody>
          <a:bodyPr/>
          <a:lstStyle/>
          <a:p>
            <a:r>
              <a:rPr lang="nb-NO" sz="1000"/>
              <a:t>Vise overordnet pensjonsoversikt med ansatte og spareprosent</a:t>
            </a:r>
          </a:p>
        </p:txBody>
      </p:sp>
      <p:sp>
        <p:nvSpPr>
          <p:cNvPr id="8" name="Plassholder for tekst 7">
            <a:extLst>
              <a:ext uri="{FF2B5EF4-FFF2-40B4-BE49-F238E27FC236}">
                <a16:creationId xmlns:a16="http://schemas.microsoft.com/office/drawing/2014/main" id="{337D81FE-B610-44A1-9BA3-9F941D2E7C7B}"/>
              </a:ext>
            </a:extLst>
          </p:cNvPr>
          <p:cNvSpPr>
            <a:spLocks noGrp="1"/>
          </p:cNvSpPr>
          <p:nvPr>
            <p:ph type="body" sz="quarter" idx="22"/>
          </p:nvPr>
        </p:nvSpPr>
        <p:spPr>
          <a:xfrm>
            <a:off x="511000" y="1188263"/>
            <a:ext cx="928800" cy="928800"/>
          </a:xfrm>
        </p:spPr>
        <p:txBody>
          <a:bodyPr>
            <a:normAutofit/>
          </a:bodyPr>
          <a:lstStyle/>
          <a:p>
            <a:r>
              <a:rPr lang="nb-NO" sz="1200"/>
              <a:t>Oversikt og kontroll</a:t>
            </a:r>
          </a:p>
        </p:txBody>
      </p:sp>
      <p:sp>
        <p:nvSpPr>
          <p:cNvPr id="2" name="Tittel 1">
            <a:extLst>
              <a:ext uri="{FF2B5EF4-FFF2-40B4-BE49-F238E27FC236}">
                <a16:creationId xmlns:a16="http://schemas.microsoft.com/office/drawing/2014/main" id="{7B94823C-63F8-4CCC-83F4-63EA21C0EA18}"/>
              </a:ext>
            </a:extLst>
          </p:cNvPr>
          <p:cNvSpPr>
            <a:spLocks noGrp="1"/>
          </p:cNvSpPr>
          <p:nvPr>
            <p:ph type="title"/>
          </p:nvPr>
        </p:nvSpPr>
        <p:spPr/>
        <p:txBody>
          <a:bodyPr>
            <a:normAutofit/>
          </a:bodyPr>
          <a:lstStyle/>
          <a:p>
            <a:r>
              <a:rPr lang="nb-NO" sz="1800"/>
              <a:t>Fire hypoteser kan testes ut for å utforske distribusjon i et økosystem – og styrke det strategiske samarbeidet med </a:t>
            </a:r>
            <a:r>
              <a:rPr lang="nb-NO" sz="1800" err="1"/>
              <a:t>Tripletex</a:t>
            </a:r>
            <a:r>
              <a:rPr lang="nb-NO" sz="1800"/>
              <a:t> </a:t>
            </a:r>
          </a:p>
        </p:txBody>
      </p:sp>
      <p:pic>
        <p:nvPicPr>
          <p:cNvPr id="1026" name="Picture 2" descr="Details - Apps for SuperOffice CRM Online">
            <a:extLst>
              <a:ext uri="{FF2B5EF4-FFF2-40B4-BE49-F238E27FC236}">
                <a16:creationId xmlns:a16="http://schemas.microsoft.com/office/drawing/2014/main" id="{BEAB9444-901F-49FE-A15E-898465954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0686" y="3961558"/>
            <a:ext cx="569006" cy="569006"/>
          </a:xfrm>
          <a:prstGeom prst="rect">
            <a:avLst/>
          </a:prstGeom>
          <a:noFill/>
          <a:extLst>
            <a:ext uri="{909E8E84-426E-40DD-AFC4-6F175D3DCCD1}">
              <a14:hiddenFill xmlns:a14="http://schemas.microsoft.com/office/drawing/2010/main">
                <a:solidFill>
                  <a:srgbClr val="FFFFFF"/>
                </a:solidFill>
              </a14:hiddenFill>
            </a:ext>
          </a:extLst>
        </p:spPr>
      </p:pic>
      <p:sp>
        <p:nvSpPr>
          <p:cNvPr id="14" name="TekstSylinder 13">
            <a:extLst>
              <a:ext uri="{FF2B5EF4-FFF2-40B4-BE49-F238E27FC236}">
                <a16:creationId xmlns:a16="http://schemas.microsoft.com/office/drawing/2014/main" id="{4D2E0F84-F14A-44A6-BABB-F15C67E56E3B}"/>
              </a:ext>
            </a:extLst>
          </p:cNvPr>
          <p:cNvSpPr txBox="1"/>
          <p:nvPr/>
        </p:nvSpPr>
        <p:spPr>
          <a:xfrm>
            <a:off x="6954247" y="4669778"/>
            <a:ext cx="1261884" cy="246221"/>
          </a:xfrm>
          <a:prstGeom prst="rect">
            <a:avLst/>
          </a:prstGeom>
          <a:noFill/>
        </p:spPr>
        <p:txBody>
          <a:bodyPr wrap="none" rtlCol="0">
            <a:spAutoFit/>
          </a:bodyPr>
          <a:lstStyle/>
          <a:p>
            <a:r>
              <a:rPr lang="nb-NO" sz="1000"/>
              <a:t>Rett datakvalitet</a:t>
            </a:r>
          </a:p>
        </p:txBody>
      </p:sp>
      <p:sp>
        <p:nvSpPr>
          <p:cNvPr id="18" name="TekstSylinder 17">
            <a:extLst>
              <a:ext uri="{FF2B5EF4-FFF2-40B4-BE49-F238E27FC236}">
                <a16:creationId xmlns:a16="http://schemas.microsoft.com/office/drawing/2014/main" id="{4C41DF0D-AF08-4D65-812A-811D8D0DF835}"/>
              </a:ext>
            </a:extLst>
          </p:cNvPr>
          <p:cNvSpPr txBox="1"/>
          <p:nvPr/>
        </p:nvSpPr>
        <p:spPr>
          <a:xfrm>
            <a:off x="4831855" y="4564526"/>
            <a:ext cx="1643399" cy="400110"/>
          </a:xfrm>
          <a:prstGeom prst="rect">
            <a:avLst/>
          </a:prstGeom>
          <a:solidFill>
            <a:schemeClr val="bg1"/>
          </a:solidFill>
        </p:spPr>
        <p:txBody>
          <a:bodyPr wrap="none" rtlCol="0">
            <a:spAutoFit/>
          </a:bodyPr>
          <a:lstStyle/>
          <a:p>
            <a:r>
              <a:rPr lang="nb-NO" sz="1000"/>
              <a:t>Mindre manuelt arbeid</a:t>
            </a:r>
          </a:p>
          <a:p>
            <a:r>
              <a:rPr lang="nb-NO" sz="1000"/>
              <a:t>Ende-til-ende kjøp</a:t>
            </a:r>
          </a:p>
        </p:txBody>
      </p:sp>
      <p:grpSp>
        <p:nvGrpSpPr>
          <p:cNvPr id="15" name="Gruppe 14">
            <a:extLst>
              <a:ext uri="{FF2B5EF4-FFF2-40B4-BE49-F238E27FC236}">
                <a16:creationId xmlns:a16="http://schemas.microsoft.com/office/drawing/2014/main" id="{0B01374E-47AD-476A-9036-95E16FD475B5}"/>
              </a:ext>
            </a:extLst>
          </p:cNvPr>
          <p:cNvGrpSpPr/>
          <p:nvPr/>
        </p:nvGrpSpPr>
        <p:grpSpPr>
          <a:xfrm>
            <a:off x="5074227" y="3985198"/>
            <a:ext cx="579328" cy="579328"/>
            <a:chOff x="4849405" y="3994090"/>
            <a:chExt cx="579328" cy="579328"/>
          </a:xfrm>
        </p:grpSpPr>
        <p:sp>
          <p:nvSpPr>
            <p:cNvPr id="12" name="Ellipse 11">
              <a:extLst>
                <a:ext uri="{FF2B5EF4-FFF2-40B4-BE49-F238E27FC236}">
                  <a16:creationId xmlns:a16="http://schemas.microsoft.com/office/drawing/2014/main" id="{71066802-DE7A-44BC-95BE-A147E18BFA4B}"/>
                </a:ext>
              </a:extLst>
            </p:cNvPr>
            <p:cNvSpPr/>
            <p:nvPr/>
          </p:nvSpPr>
          <p:spPr>
            <a:xfrm>
              <a:off x="4849405" y="3994090"/>
              <a:ext cx="579328" cy="579328"/>
            </a:xfrm>
            <a:prstGeom prst="ellipse">
              <a:avLst/>
            </a:prstGeom>
            <a:solidFill>
              <a:schemeClr val="bg1"/>
            </a:solidFill>
            <a:ln>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pic>
          <p:nvPicPr>
            <p:cNvPr id="1028" name="Picture 4" descr="Storebrand | Best på sparing til pensjon | Mynewsdesk">
              <a:extLst>
                <a:ext uri="{FF2B5EF4-FFF2-40B4-BE49-F238E27FC236}">
                  <a16:creationId xmlns:a16="http://schemas.microsoft.com/office/drawing/2014/main" id="{C96CB731-9DCC-425E-A3D6-72EE19956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4242" y="4146039"/>
              <a:ext cx="489653" cy="275430"/>
            </a:xfrm>
            <a:prstGeom prst="rect">
              <a:avLst/>
            </a:prstGeom>
            <a:noFill/>
            <a:extLst>
              <a:ext uri="{909E8E84-426E-40DD-AFC4-6F175D3DCCD1}">
                <a14:hiddenFill xmlns:a14="http://schemas.microsoft.com/office/drawing/2010/main">
                  <a:solidFill>
                    <a:srgbClr val="FFFFFF"/>
                  </a:solidFill>
                </a14:hiddenFill>
              </a:ext>
            </a:extLst>
          </p:spPr>
        </p:pic>
      </p:grpSp>
      <p:pic>
        <p:nvPicPr>
          <p:cNvPr id="20" name="Picture 2" descr="Details - Apps for SuperOffice CRM Online">
            <a:extLst>
              <a:ext uri="{FF2B5EF4-FFF2-40B4-BE49-F238E27FC236}">
                <a16:creationId xmlns:a16="http://schemas.microsoft.com/office/drawing/2014/main" id="{8280EDD7-C6E0-47C0-A74F-C20A3776F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9963" y="3961558"/>
            <a:ext cx="569006" cy="569006"/>
          </a:xfrm>
          <a:prstGeom prst="rect">
            <a:avLst/>
          </a:prstGeom>
          <a:noFill/>
          <a:extLst>
            <a:ext uri="{909E8E84-426E-40DD-AFC4-6F175D3DCCD1}">
              <a14:hiddenFill xmlns:a14="http://schemas.microsoft.com/office/drawing/2010/main">
                <a:solidFill>
                  <a:srgbClr val="FFFFFF"/>
                </a:solidFill>
              </a14:hiddenFill>
            </a:ext>
          </a:extLst>
        </p:spPr>
      </p:pic>
      <p:sp>
        <p:nvSpPr>
          <p:cNvPr id="21" name="TekstSylinder 20">
            <a:extLst>
              <a:ext uri="{FF2B5EF4-FFF2-40B4-BE49-F238E27FC236}">
                <a16:creationId xmlns:a16="http://schemas.microsoft.com/office/drawing/2014/main" id="{F9219177-F7C3-4C41-9E16-A2C915B6934F}"/>
              </a:ext>
            </a:extLst>
          </p:cNvPr>
          <p:cNvSpPr txBox="1"/>
          <p:nvPr/>
        </p:nvSpPr>
        <p:spPr>
          <a:xfrm>
            <a:off x="2922074" y="4672952"/>
            <a:ext cx="1261884" cy="246221"/>
          </a:xfrm>
          <a:prstGeom prst="rect">
            <a:avLst/>
          </a:prstGeom>
          <a:noFill/>
        </p:spPr>
        <p:txBody>
          <a:bodyPr wrap="none" rtlCol="0">
            <a:spAutoFit/>
          </a:bodyPr>
          <a:lstStyle/>
          <a:p>
            <a:r>
              <a:rPr lang="nb-NO" sz="1000"/>
              <a:t>Rett datakvalitet</a:t>
            </a:r>
          </a:p>
        </p:txBody>
      </p:sp>
      <p:sp>
        <p:nvSpPr>
          <p:cNvPr id="22" name="TekstSylinder 21">
            <a:extLst>
              <a:ext uri="{FF2B5EF4-FFF2-40B4-BE49-F238E27FC236}">
                <a16:creationId xmlns:a16="http://schemas.microsoft.com/office/drawing/2014/main" id="{C961AC23-9A92-4715-BAD4-ABED51CEC0C2}"/>
              </a:ext>
            </a:extLst>
          </p:cNvPr>
          <p:cNvSpPr txBox="1"/>
          <p:nvPr/>
        </p:nvSpPr>
        <p:spPr>
          <a:xfrm>
            <a:off x="742990" y="4564526"/>
            <a:ext cx="1531188" cy="400110"/>
          </a:xfrm>
          <a:prstGeom prst="rect">
            <a:avLst/>
          </a:prstGeom>
          <a:solidFill>
            <a:schemeClr val="bg1"/>
          </a:solidFill>
        </p:spPr>
        <p:txBody>
          <a:bodyPr wrap="none" rtlCol="0">
            <a:spAutoFit/>
          </a:bodyPr>
          <a:lstStyle/>
          <a:p>
            <a:r>
              <a:rPr lang="nb-NO" sz="1000"/>
              <a:t>Mindre henvendelser</a:t>
            </a:r>
          </a:p>
          <a:p>
            <a:r>
              <a:rPr lang="nb-NO" sz="1000"/>
              <a:t>Høy kundetilfredshet</a:t>
            </a:r>
          </a:p>
        </p:txBody>
      </p:sp>
      <p:sp>
        <p:nvSpPr>
          <p:cNvPr id="26" name="TekstSylinder 25">
            <a:extLst>
              <a:ext uri="{FF2B5EF4-FFF2-40B4-BE49-F238E27FC236}">
                <a16:creationId xmlns:a16="http://schemas.microsoft.com/office/drawing/2014/main" id="{2EFE76A3-8247-48C6-886C-FF60EF2C9673}"/>
              </a:ext>
            </a:extLst>
          </p:cNvPr>
          <p:cNvSpPr txBox="1"/>
          <p:nvPr/>
        </p:nvSpPr>
        <p:spPr>
          <a:xfrm>
            <a:off x="2477578" y="2676951"/>
            <a:ext cx="1616148" cy="246221"/>
          </a:xfrm>
          <a:prstGeom prst="rect">
            <a:avLst/>
          </a:prstGeom>
          <a:noFill/>
        </p:spPr>
        <p:txBody>
          <a:bodyPr wrap="none" rtlCol="0">
            <a:spAutoFit/>
          </a:bodyPr>
          <a:lstStyle/>
          <a:p>
            <a:r>
              <a:rPr lang="nb-NO" sz="1000"/>
              <a:t>Mer verdi i egne flater</a:t>
            </a:r>
          </a:p>
        </p:txBody>
      </p:sp>
      <p:sp>
        <p:nvSpPr>
          <p:cNvPr id="27" name="TekstSylinder 26">
            <a:extLst>
              <a:ext uri="{FF2B5EF4-FFF2-40B4-BE49-F238E27FC236}">
                <a16:creationId xmlns:a16="http://schemas.microsoft.com/office/drawing/2014/main" id="{53E32A17-59EC-4073-93C9-CAE1C910562B}"/>
              </a:ext>
            </a:extLst>
          </p:cNvPr>
          <p:cNvSpPr txBox="1"/>
          <p:nvPr/>
        </p:nvSpPr>
        <p:spPr>
          <a:xfrm>
            <a:off x="742400" y="2585512"/>
            <a:ext cx="1531188" cy="400110"/>
          </a:xfrm>
          <a:prstGeom prst="rect">
            <a:avLst/>
          </a:prstGeom>
          <a:solidFill>
            <a:schemeClr val="bg1"/>
          </a:solidFill>
        </p:spPr>
        <p:txBody>
          <a:bodyPr wrap="none" rtlCol="0">
            <a:spAutoFit/>
          </a:bodyPr>
          <a:lstStyle/>
          <a:p>
            <a:r>
              <a:rPr lang="nb-NO" sz="1000"/>
              <a:t>Mindre henvendelser</a:t>
            </a:r>
          </a:p>
          <a:p>
            <a:r>
              <a:rPr lang="nb-NO" sz="1000"/>
              <a:t>Høy kundetilfredshet</a:t>
            </a:r>
          </a:p>
        </p:txBody>
      </p:sp>
      <p:pic>
        <p:nvPicPr>
          <p:cNvPr id="28" name="Picture 2" descr="Details - Apps for SuperOffice CRM Online">
            <a:extLst>
              <a:ext uri="{FF2B5EF4-FFF2-40B4-BE49-F238E27FC236}">
                <a16:creationId xmlns:a16="http://schemas.microsoft.com/office/drawing/2014/main" id="{2EB534EB-8D07-4AD5-83B7-9646725E72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8406" y="2124723"/>
            <a:ext cx="569006" cy="569006"/>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ruppe 33">
            <a:extLst>
              <a:ext uri="{FF2B5EF4-FFF2-40B4-BE49-F238E27FC236}">
                <a16:creationId xmlns:a16="http://schemas.microsoft.com/office/drawing/2014/main" id="{C52E1227-86A8-4D02-9B82-A2A873FC8532}"/>
              </a:ext>
            </a:extLst>
          </p:cNvPr>
          <p:cNvGrpSpPr/>
          <p:nvPr/>
        </p:nvGrpSpPr>
        <p:grpSpPr>
          <a:xfrm>
            <a:off x="973504" y="3985198"/>
            <a:ext cx="579328" cy="579328"/>
            <a:chOff x="4849405" y="3994090"/>
            <a:chExt cx="579328" cy="579328"/>
          </a:xfrm>
        </p:grpSpPr>
        <p:sp>
          <p:nvSpPr>
            <p:cNvPr id="36" name="Ellipse 35">
              <a:extLst>
                <a:ext uri="{FF2B5EF4-FFF2-40B4-BE49-F238E27FC236}">
                  <a16:creationId xmlns:a16="http://schemas.microsoft.com/office/drawing/2014/main" id="{9F9511D6-C321-4506-8EA6-5C44D6CFCF91}"/>
                </a:ext>
              </a:extLst>
            </p:cNvPr>
            <p:cNvSpPr/>
            <p:nvPr/>
          </p:nvSpPr>
          <p:spPr>
            <a:xfrm>
              <a:off x="4849405" y="3994090"/>
              <a:ext cx="579328" cy="579328"/>
            </a:xfrm>
            <a:prstGeom prst="ellipse">
              <a:avLst/>
            </a:prstGeom>
            <a:solidFill>
              <a:schemeClr val="bg1"/>
            </a:solidFill>
            <a:ln>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pic>
          <p:nvPicPr>
            <p:cNvPr id="35" name="Picture 4" descr="Storebrand | Best på sparing til pensjon | Mynewsdesk">
              <a:extLst>
                <a:ext uri="{FF2B5EF4-FFF2-40B4-BE49-F238E27FC236}">
                  <a16:creationId xmlns:a16="http://schemas.microsoft.com/office/drawing/2014/main" id="{55D903AC-D728-4B9F-A23D-2968BA0CA8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4242" y="4146039"/>
              <a:ext cx="489653" cy="2754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Gruppe 36">
            <a:extLst>
              <a:ext uri="{FF2B5EF4-FFF2-40B4-BE49-F238E27FC236}">
                <a16:creationId xmlns:a16="http://schemas.microsoft.com/office/drawing/2014/main" id="{939DE71B-8B18-4E8C-9607-E7095B09B297}"/>
              </a:ext>
            </a:extLst>
          </p:cNvPr>
          <p:cNvGrpSpPr/>
          <p:nvPr/>
        </p:nvGrpSpPr>
        <p:grpSpPr>
          <a:xfrm>
            <a:off x="1218330" y="1944262"/>
            <a:ext cx="579328" cy="579328"/>
            <a:chOff x="4849405" y="3994090"/>
            <a:chExt cx="579328" cy="579328"/>
          </a:xfrm>
        </p:grpSpPr>
        <p:sp>
          <p:nvSpPr>
            <p:cNvPr id="38" name="Ellipse 37">
              <a:extLst>
                <a:ext uri="{FF2B5EF4-FFF2-40B4-BE49-F238E27FC236}">
                  <a16:creationId xmlns:a16="http://schemas.microsoft.com/office/drawing/2014/main" id="{C49FACF7-6E8A-48B8-9D1F-06E3510911AE}"/>
                </a:ext>
              </a:extLst>
            </p:cNvPr>
            <p:cNvSpPr/>
            <p:nvPr/>
          </p:nvSpPr>
          <p:spPr>
            <a:xfrm>
              <a:off x="4849405" y="3994090"/>
              <a:ext cx="579328" cy="579328"/>
            </a:xfrm>
            <a:prstGeom prst="ellipse">
              <a:avLst/>
            </a:prstGeom>
            <a:solidFill>
              <a:schemeClr val="bg1"/>
            </a:solidFill>
            <a:ln>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pic>
          <p:nvPicPr>
            <p:cNvPr id="39" name="Picture 4" descr="Storebrand | Best på sparing til pensjon | Mynewsdesk">
              <a:extLst>
                <a:ext uri="{FF2B5EF4-FFF2-40B4-BE49-F238E27FC236}">
                  <a16:creationId xmlns:a16="http://schemas.microsoft.com/office/drawing/2014/main" id="{FEB29351-9C61-469D-9AC3-BB1F04CB9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4242" y="4146039"/>
              <a:ext cx="489653" cy="275430"/>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ekstSylinder 39">
            <a:extLst>
              <a:ext uri="{FF2B5EF4-FFF2-40B4-BE49-F238E27FC236}">
                <a16:creationId xmlns:a16="http://schemas.microsoft.com/office/drawing/2014/main" id="{11B271DB-1447-4B76-8FA0-085F70E68AFC}"/>
              </a:ext>
            </a:extLst>
          </p:cNvPr>
          <p:cNvSpPr txBox="1"/>
          <p:nvPr/>
        </p:nvSpPr>
        <p:spPr>
          <a:xfrm>
            <a:off x="6635294" y="2676951"/>
            <a:ext cx="1616148" cy="246221"/>
          </a:xfrm>
          <a:prstGeom prst="rect">
            <a:avLst/>
          </a:prstGeom>
          <a:noFill/>
        </p:spPr>
        <p:txBody>
          <a:bodyPr wrap="none" rtlCol="0">
            <a:spAutoFit/>
          </a:bodyPr>
          <a:lstStyle/>
          <a:p>
            <a:r>
              <a:rPr lang="nb-NO" sz="1000"/>
              <a:t>Mer verdi i egne flater</a:t>
            </a:r>
          </a:p>
        </p:txBody>
      </p:sp>
      <p:sp>
        <p:nvSpPr>
          <p:cNvPr id="41" name="TekstSylinder 40">
            <a:extLst>
              <a:ext uri="{FF2B5EF4-FFF2-40B4-BE49-F238E27FC236}">
                <a16:creationId xmlns:a16="http://schemas.microsoft.com/office/drawing/2014/main" id="{063E148A-9F95-4E7D-8589-99B5E803B80B}"/>
              </a:ext>
            </a:extLst>
          </p:cNvPr>
          <p:cNvSpPr txBox="1"/>
          <p:nvPr/>
        </p:nvSpPr>
        <p:spPr>
          <a:xfrm>
            <a:off x="4900116" y="2585512"/>
            <a:ext cx="1531188" cy="400110"/>
          </a:xfrm>
          <a:prstGeom prst="rect">
            <a:avLst/>
          </a:prstGeom>
          <a:solidFill>
            <a:schemeClr val="bg1"/>
          </a:solidFill>
        </p:spPr>
        <p:txBody>
          <a:bodyPr wrap="none" rtlCol="0">
            <a:spAutoFit/>
          </a:bodyPr>
          <a:lstStyle/>
          <a:p>
            <a:r>
              <a:rPr lang="nb-NO" sz="1000"/>
              <a:t>Mindre henvendelser</a:t>
            </a:r>
          </a:p>
          <a:p>
            <a:r>
              <a:rPr lang="nb-NO" sz="1000"/>
              <a:t>Høy kundetilfredshet</a:t>
            </a:r>
          </a:p>
        </p:txBody>
      </p:sp>
      <p:pic>
        <p:nvPicPr>
          <p:cNvPr id="42" name="Picture 2" descr="Details - Apps for SuperOffice CRM Online">
            <a:extLst>
              <a:ext uri="{FF2B5EF4-FFF2-40B4-BE49-F238E27FC236}">
                <a16:creationId xmlns:a16="http://schemas.microsoft.com/office/drawing/2014/main" id="{144BAC9D-0362-4E0E-87B3-24ACA474A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6122" y="2124723"/>
            <a:ext cx="569006" cy="569006"/>
          </a:xfrm>
          <a:prstGeom prst="rect">
            <a:avLst/>
          </a:prstGeom>
          <a:noFill/>
          <a:extLst>
            <a:ext uri="{909E8E84-426E-40DD-AFC4-6F175D3DCCD1}">
              <a14:hiddenFill xmlns:a14="http://schemas.microsoft.com/office/drawing/2010/main">
                <a:solidFill>
                  <a:srgbClr val="FFFFFF"/>
                </a:solidFill>
              </a14:hiddenFill>
            </a:ext>
          </a:extLst>
        </p:spPr>
      </p:pic>
      <p:grpSp>
        <p:nvGrpSpPr>
          <p:cNvPr id="43" name="Gruppe 42">
            <a:extLst>
              <a:ext uri="{FF2B5EF4-FFF2-40B4-BE49-F238E27FC236}">
                <a16:creationId xmlns:a16="http://schemas.microsoft.com/office/drawing/2014/main" id="{BCAABEE5-C551-4309-A37F-9D09248B5267}"/>
              </a:ext>
            </a:extLst>
          </p:cNvPr>
          <p:cNvGrpSpPr/>
          <p:nvPr/>
        </p:nvGrpSpPr>
        <p:grpSpPr>
          <a:xfrm>
            <a:off x="5386368" y="2006184"/>
            <a:ext cx="579328" cy="579328"/>
            <a:chOff x="4849405" y="3994090"/>
            <a:chExt cx="579328" cy="579328"/>
          </a:xfrm>
        </p:grpSpPr>
        <p:sp>
          <p:nvSpPr>
            <p:cNvPr id="44" name="Ellipse 43">
              <a:extLst>
                <a:ext uri="{FF2B5EF4-FFF2-40B4-BE49-F238E27FC236}">
                  <a16:creationId xmlns:a16="http://schemas.microsoft.com/office/drawing/2014/main" id="{D52AA190-AA4E-4FA3-AD8B-82B47CF366E4}"/>
                </a:ext>
              </a:extLst>
            </p:cNvPr>
            <p:cNvSpPr/>
            <p:nvPr/>
          </p:nvSpPr>
          <p:spPr>
            <a:xfrm>
              <a:off x="4849405" y="3994090"/>
              <a:ext cx="579328" cy="579328"/>
            </a:xfrm>
            <a:prstGeom prst="ellipse">
              <a:avLst/>
            </a:prstGeom>
            <a:solidFill>
              <a:schemeClr val="bg1"/>
            </a:solidFill>
            <a:ln>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pic>
          <p:nvPicPr>
            <p:cNvPr id="45" name="Picture 4" descr="Storebrand | Best på sparing til pensjon | Mynewsdesk">
              <a:extLst>
                <a:ext uri="{FF2B5EF4-FFF2-40B4-BE49-F238E27FC236}">
                  <a16:creationId xmlns:a16="http://schemas.microsoft.com/office/drawing/2014/main" id="{52F347A7-BD2D-4F6B-AE2E-64D66A534C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4242" y="4146039"/>
              <a:ext cx="489653" cy="27543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31287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B94823C-63F8-4CCC-83F4-63EA21C0EA18}"/>
              </a:ext>
            </a:extLst>
          </p:cNvPr>
          <p:cNvSpPr>
            <a:spLocks noGrp="1"/>
          </p:cNvSpPr>
          <p:nvPr>
            <p:ph type="title"/>
          </p:nvPr>
        </p:nvSpPr>
        <p:spPr/>
        <p:txBody>
          <a:bodyPr>
            <a:normAutofit fontScale="90000"/>
          </a:bodyPr>
          <a:lstStyle/>
          <a:p>
            <a:r>
              <a:rPr lang="nb-NO"/>
              <a:t>75% av kundene i segmentet bruker regnskapsfører, og alle bruker regnskapsprogram, </a:t>
            </a:r>
            <a:r>
              <a:rPr lang="nb-NO" err="1"/>
              <a:t>Tripletex</a:t>
            </a:r>
            <a:r>
              <a:rPr lang="nb-NO"/>
              <a:t> er markedsledende</a:t>
            </a:r>
          </a:p>
        </p:txBody>
      </p:sp>
      <p:sp>
        <p:nvSpPr>
          <p:cNvPr id="3" name="Plassholder for innhold 2">
            <a:extLst>
              <a:ext uri="{FF2B5EF4-FFF2-40B4-BE49-F238E27FC236}">
                <a16:creationId xmlns:a16="http://schemas.microsoft.com/office/drawing/2014/main" id="{96790D1A-D97A-40D0-8A04-A2215D3C5FC6}"/>
              </a:ext>
            </a:extLst>
          </p:cNvPr>
          <p:cNvSpPr>
            <a:spLocks noGrp="1"/>
          </p:cNvSpPr>
          <p:nvPr>
            <p:ph idx="1"/>
          </p:nvPr>
        </p:nvSpPr>
        <p:spPr/>
        <p:txBody>
          <a:bodyPr/>
          <a:lstStyle/>
          <a:p>
            <a:r>
              <a:rPr lang="nb-NO"/>
              <a:t>Innsikt viser at SMB-kundene har lav interesse for pensjon, ønsker bare å "få det fikset" samtidig som de vil være en god arbeidsgiver</a:t>
            </a:r>
          </a:p>
          <a:p>
            <a:r>
              <a:rPr lang="nb-NO"/>
              <a:t>75% av kundene i segmentet bruker regnskapsfører, og alle bruker regnskapsprogram, </a:t>
            </a:r>
            <a:r>
              <a:rPr lang="nb-NO" err="1"/>
              <a:t>Tripletex</a:t>
            </a:r>
            <a:r>
              <a:rPr lang="nb-NO"/>
              <a:t> er markedsledende</a:t>
            </a:r>
          </a:p>
        </p:txBody>
      </p:sp>
    </p:spTree>
    <p:extLst>
      <p:ext uri="{BB962C8B-B14F-4D97-AF65-F5344CB8AC3E}">
        <p14:creationId xmlns:p14="http://schemas.microsoft.com/office/powerpoint/2010/main" val="354569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FF82017-F9D4-4F94-88E5-27C6841A335E}"/>
              </a:ext>
            </a:extLst>
          </p:cNvPr>
          <p:cNvSpPr>
            <a:spLocks noGrp="1"/>
          </p:cNvSpPr>
          <p:nvPr>
            <p:ph type="title"/>
          </p:nvPr>
        </p:nvSpPr>
        <p:spPr/>
        <p:txBody>
          <a:bodyPr/>
          <a:lstStyle/>
          <a:p>
            <a:r>
              <a:rPr lang="nb-NO"/>
              <a:t>Hypoteser </a:t>
            </a:r>
          </a:p>
        </p:txBody>
      </p:sp>
    </p:spTree>
    <p:extLst>
      <p:ext uri="{BB962C8B-B14F-4D97-AF65-F5344CB8AC3E}">
        <p14:creationId xmlns:p14="http://schemas.microsoft.com/office/powerpoint/2010/main" val="38303524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3C2CF7A-702E-457B-BEF1-B08E3584DB71}"/>
              </a:ext>
            </a:extLst>
          </p:cNvPr>
          <p:cNvSpPr>
            <a:spLocks noGrp="1"/>
          </p:cNvSpPr>
          <p:nvPr>
            <p:ph type="title"/>
          </p:nvPr>
        </p:nvSpPr>
        <p:spPr/>
        <p:txBody>
          <a:bodyPr/>
          <a:lstStyle/>
          <a:p>
            <a:r>
              <a:rPr lang="nb-NO"/>
              <a:t>Veien videre Tripletex</a:t>
            </a:r>
          </a:p>
        </p:txBody>
      </p:sp>
      <p:sp>
        <p:nvSpPr>
          <p:cNvPr id="3" name="Plassholder for innhold 2">
            <a:extLst>
              <a:ext uri="{FF2B5EF4-FFF2-40B4-BE49-F238E27FC236}">
                <a16:creationId xmlns:a16="http://schemas.microsoft.com/office/drawing/2014/main" id="{A7B76C13-4C3C-4ECD-984A-9560F09D6BC0}"/>
              </a:ext>
            </a:extLst>
          </p:cNvPr>
          <p:cNvSpPr>
            <a:spLocks noGrp="1"/>
          </p:cNvSpPr>
          <p:nvPr>
            <p:ph idx="1"/>
          </p:nvPr>
        </p:nvSpPr>
        <p:spPr/>
        <p:txBody>
          <a:bodyPr>
            <a:normAutofit/>
          </a:bodyPr>
          <a:lstStyle/>
          <a:p>
            <a:r>
              <a:rPr lang="nb-NO" sz="1200"/>
              <a:t>Lage </a:t>
            </a:r>
            <a:r>
              <a:rPr lang="nb-NO" sz="1200" err="1"/>
              <a:t>kundecase</a:t>
            </a:r>
            <a:r>
              <a:rPr lang="nb-NO" sz="1200"/>
              <a:t> rundt en av de som har akseptert. Vi finner kunden og Tripletex skriver artikkel/ markedsfører dette. </a:t>
            </a:r>
          </a:p>
          <a:p>
            <a:r>
              <a:rPr lang="nb-NO" sz="1200"/>
              <a:t>A-melding. Er det noe nytt her vi må ta hensyn til?</a:t>
            </a:r>
          </a:p>
          <a:p>
            <a:r>
              <a:rPr lang="nb-NO" sz="1200"/>
              <a:t>Utforske om vi har innsikt i hva eksisterende kunder lurer på når de ringer inn til STB/ hvem som ringer inn</a:t>
            </a:r>
          </a:p>
          <a:p>
            <a:r>
              <a:rPr lang="nb-NO" sz="1200"/>
              <a:t>Møte med Tripletex 07.03 for gjennomgang av hypoteser / bli enige om neste steg.</a:t>
            </a:r>
          </a:p>
          <a:p>
            <a:pPr lvl="1"/>
            <a:r>
              <a:rPr lang="nb-NO" sz="1000"/>
              <a:t>Vi må planlegge for å utvikle flere </a:t>
            </a:r>
            <a:r>
              <a:rPr lang="nb-NO" sz="1000" err="1"/>
              <a:t>features</a:t>
            </a:r>
            <a:r>
              <a:rPr lang="nb-NO" sz="1000"/>
              <a:t> gjennom Q2.</a:t>
            </a:r>
          </a:p>
          <a:p>
            <a:pPr lvl="1"/>
            <a:r>
              <a:rPr lang="nb-NO" sz="1000"/>
              <a:t>Fokus vil være </a:t>
            </a:r>
            <a:r>
              <a:rPr lang="nb-NO" sz="1000" err="1"/>
              <a:t>features</a:t>
            </a:r>
            <a:r>
              <a:rPr lang="nb-NO" sz="1000"/>
              <a:t> som er merverdi for kunden når de er kunder </a:t>
            </a:r>
          </a:p>
          <a:p>
            <a:pPr marL="0" indent="0">
              <a:buNone/>
            </a:pPr>
            <a:endParaRPr lang="nb-NO" sz="1200"/>
          </a:p>
        </p:txBody>
      </p:sp>
    </p:spTree>
    <p:extLst>
      <p:ext uri="{BB962C8B-B14F-4D97-AF65-F5344CB8AC3E}">
        <p14:creationId xmlns:p14="http://schemas.microsoft.com/office/powerpoint/2010/main" val="1032411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6846882-8267-465B-B46A-F568A2894C7E}"/>
              </a:ext>
            </a:extLst>
          </p:cNvPr>
          <p:cNvSpPr>
            <a:spLocks noGrp="1"/>
          </p:cNvSpPr>
          <p:nvPr>
            <p:ph type="title"/>
          </p:nvPr>
        </p:nvSpPr>
        <p:spPr/>
        <p:txBody>
          <a:bodyPr/>
          <a:lstStyle/>
          <a:p>
            <a:r>
              <a:rPr lang="nb-NO"/>
              <a:t>Hypoteser Tripletex</a:t>
            </a:r>
          </a:p>
        </p:txBody>
      </p:sp>
      <p:graphicFrame>
        <p:nvGraphicFramePr>
          <p:cNvPr id="4" name="Tabell 4">
            <a:extLst>
              <a:ext uri="{FF2B5EF4-FFF2-40B4-BE49-F238E27FC236}">
                <a16:creationId xmlns:a16="http://schemas.microsoft.com/office/drawing/2014/main" id="{BE491B66-DD23-4D04-A255-CC9E4926577E}"/>
              </a:ext>
            </a:extLst>
          </p:cNvPr>
          <p:cNvGraphicFramePr>
            <a:graphicFrameLocks noGrp="1"/>
          </p:cNvGraphicFramePr>
          <p:nvPr>
            <p:extLst>
              <p:ext uri="{D42A27DB-BD31-4B8C-83A1-F6EECF244321}">
                <p14:modId xmlns:p14="http://schemas.microsoft.com/office/powerpoint/2010/main" val="117774879"/>
              </p:ext>
            </p:extLst>
          </p:nvPr>
        </p:nvGraphicFramePr>
        <p:xfrm>
          <a:off x="571499" y="1067609"/>
          <a:ext cx="7562851" cy="975360"/>
        </p:xfrm>
        <a:graphic>
          <a:graphicData uri="http://schemas.openxmlformats.org/drawingml/2006/table">
            <a:tbl>
              <a:tblPr firstRow="1" bandRow="1">
                <a:tableStyleId>{5C22544A-7EE6-4342-B048-85BDC9FD1C3A}</a:tableStyleId>
              </a:tblPr>
              <a:tblGrid>
                <a:gridCol w="5124305">
                  <a:extLst>
                    <a:ext uri="{9D8B030D-6E8A-4147-A177-3AD203B41FA5}">
                      <a16:colId xmlns:a16="http://schemas.microsoft.com/office/drawing/2014/main" val="2489503424"/>
                    </a:ext>
                  </a:extLst>
                </a:gridCol>
                <a:gridCol w="2438546">
                  <a:extLst>
                    <a:ext uri="{9D8B030D-6E8A-4147-A177-3AD203B41FA5}">
                      <a16:colId xmlns:a16="http://schemas.microsoft.com/office/drawing/2014/main" val="1492033866"/>
                    </a:ext>
                  </a:extLst>
                </a:gridCol>
              </a:tblGrid>
              <a:tr h="213046">
                <a:tc>
                  <a:txBody>
                    <a:bodyPr/>
                    <a:lstStyle/>
                    <a:p>
                      <a:r>
                        <a:rPr lang="nb-NO" sz="800">
                          <a:solidFill>
                            <a:schemeClr val="tx1"/>
                          </a:solidFill>
                        </a:rPr>
                        <a:t>Spareprosent </a:t>
                      </a:r>
                    </a:p>
                  </a:txBody>
                  <a:tcPr/>
                </a:tc>
                <a:tc>
                  <a:txBody>
                    <a:bodyPr/>
                    <a:lstStyle/>
                    <a:p>
                      <a:r>
                        <a:rPr lang="nb-NO" sz="800">
                          <a:solidFill>
                            <a:schemeClr val="tx1"/>
                          </a:solidFill>
                        </a:rPr>
                        <a:t>Hvem </a:t>
                      </a:r>
                    </a:p>
                  </a:txBody>
                  <a:tcPr/>
                </a:tc>
                <a:extLst>
                  <a:ext uri="{0D108BD9-81ED-4DB2-BD59-A6C34878D82A}">
                    <a16:rowId xmlns:a16="http://schemas.microsoft.com/office/drawing/2014/main" val="811476793"/>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a:t>Vise antall ansatte og spareprosent i Tripletex</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800"/>
                        <a:t>Prio</a:t>
                      </a:r>
                    </a:p>
                  </a:txBody>
                  <a:tcPr/>
                </a:tc>
                <a:extLst>
                  <a:ext uri="{0D108BD9-81ED-4DB2-BD59-A6C34878D82A}">
                    <a16:rowId xmlns:a16="http://schemas.microsoft.com/office/drawing/2014/main" val="381465069"/>
                  </a:ext>
                </a:extLst>
              </a:tr>
              <a:tr h="154684">
                <a:tc>
                  <a:txBody>
                    <a:bodyPr/>
                    <a:lstStyle/>
                    <a:p>
                      <a:r>
                        <a:rPr lang="nb-NO" sz="700"/>
                        <a:t>Øke/ endre sparing og spareprofiler direkte i Tripletex </a:t>
                      </a:r>
                    </a:p>
                  </a:txBody>
                  <a:tcPr/>
                </a:tc>
                <a:tc>
                  <a:txBody>
                    <a:bodyPr/>
                    <a:lstStyle/>
                    <a:p>
                      <a:r>
                        <a:rPr lang="nb-NO" sz="800"/>
                        <a:t>Steg 2 prio</a:t>
                      </a:r>
                    </a:p>
                  </a:txBody>
                  <a:tcPr/>
                </a:tc>
                <a:extLst>
                  <a:ext uri="{0D108BD9-81ED-4DB2-BD59-A6C34878D82A}">
                    <a16:rowId xmlns:a16="http://schemas.microsoft.com/office/drawing/2014/main" val="60785247"/>
                  </a:ext>
                </a:extLst>
              </a:tr>
              <a:tr h="154684">
                <a:tc>
                  <a:txBody>
                    <a:bodyPr/>
                    <a:lstStyle/>
                    <a:p>
                      <a:r>
                        <a:rPr lang="nb-NO" sz="700"/>
                        <a:t>Spare % og oppsparte midler (ansatte) – Tripletex app</a:t>
                      </a:r>
                    </a:p>
                  </a:txBody>
                  <a:tcPr/>
                </a:tc>
                <a:tc>
                  <a:txBody>
                    <a:bodyPr/>
                    <a:lstStyle/>
                    <a:p>
                      <a:r>
                        <a:rPr lang="nb-NO" sz="800"/>
                        <a:t>Ikke nå – flytt til B2B2C </a:t>
                      </a:r>
                    </a:p>
                    <a:p>
                      <a:r>
                        <a:rPr lang="nb-NO" sz="800"/>
                        <a:t>Etterspurt av regnskapsførere</a:t>
                      </a:r>
                    </a:p>
                  </a:txBody>
                  <a:tcPr/>
                </a:tc>
                <a:extLst>
                  <a:ext uri="{0D108BD9-81ED-4DB2-BD59-A6C34878D82A}">
                    <a16:rowId xmlns:a16="http://schemas.microsoft.com/office/drawing/2014/main" val="4152975148"/>
                  </a:ext>
                </a:extLst>
              </a:tr>
            </a:tbl>
          </a:graphicData>
        </a:graphic>
      </p:graphicFrame>
      <p:graphicFrame>
        <p:nvGraphicFramePr>
          <p:cNvPr id="5" name="Tabell 4">
            <a:extLst>
              <a:ext uri="{FF2B5EF4-FFF2-40B4-BE49-F238E27FC236}">
                <a16:creationId xmlns:a16="http://schemas.microsoft.com/office/drawing/2014/main" id="{177443DF-9208-4BB7-A706-CC24C47C1E49}"/>
              </a:ext>
            </a:extLst>
          </p:cNvPr>
          <p:cNvGraphicFramePr>
            <a:graphicFrameLocks noGrp="1"/>
          </p:cNvGraphicFramePr>
          <p:nvPr>
            <p:extLst>
              <p:ext uri="{D42A27DB-BD31-4B8C-83A1-F6EECF244321}">
                <p14:modId xmlns:p14="http://schemas.microsoft.com/office/powerpoint/2010/main" val="2537947653"/>
              </p:ext>
            </p:extLst>
          </p:nvPr>
        </p:nvGraphicFramePr>
        <p:xfrm>
          <a:off x="571499" y="2104364"/>
          <a:ext cx="7562851" cy="2133600"/>
        </p:xfrm>
        <a:graphic>
          <a:graphicData uri="http://schemas.openxmlformats.org/drawingml/2006/table">
            <a:tbl>
              <a:tblPr firstRow="1" bandRow="1">
                <a:tableStyleId>{5C22544A-7EE6-4342-B048-85BDC9FD1C3A}</a:tableStyleId>
              </a:tblPr>
              <a:tblGrid>
                <a:gridCol w="5124305">
                  <a:extLst>
                    <a:ext uri="{9D8B030D-6E8A-4147-A177-3AD203B41FA5}">
                      <a16:colId xmlns:a16="http://schemas.microsoft.com/office/drawing/2014/main" val="2489503424"/>
                    </a:ext>
                  </a:extLst>
                </a:gridCol>
                <a:gridCol w="2438546">
                  <a:extLst>
                    <a:ext uri="{9D8B030D-6E8A-4147-A177-3AD203B41FA5}">
                      <a16:colId xmlns:a16="http://schemas.microsoft.com/office/drawing/2014/main" val="1492033866"/>
                    </a:ext>
                  </a:extLst>
                </a:gridCol>
              </a:tblGrid>
              <a:tr h="213046">
                <a:tc>
                  <a:txBody>
                    <a:bodyPr/>
                    <a:lstStyle/>
                    <a:p>
                      <a:r>
                        <a:rPr lang="nb-NO" sz="800">
                          <a:solidFill>
                            <a:schemeClr val="tx1"/>
                          </a:solidFill>
                        </a:rPr>
                        <a:t>Avtaler </a:t>
                      </a:r>
                    </a:p>
                  </a:txBody>
                  <a:tcPr/>
                </a:tc>
                <a:tc>
                  <a:txBody>
                    <a:bodyPr/>
                    <a:lstStyle/>
                    <a:p>
                      <a:r>
                        <a:rPr lang="nb-NO" sz="800">
                          <a:solidFill>
                            <a:schemeClr val="tx1"/>
                          </a:solidFill>
                        </a:rPr>
                        <a:t>Hvem </a:t>
                      </a:r>
                    </a:p>
                  </a:txBody>
                  <a:tcPr/>
                </a:tc>
                <a:extLst>
                  <a:ext uri="{0D108BD9-81ED-4DB2-BD59-A6C34878D82A}">
                    <a16:rowId xmlns:a16="http://schemas.microsoft.com/office/drawing/2014/main" val="811476793"/>
                  </a:ext>
                </a:extLst>
              </a:tr>
              <a:tr h="154684">
                <a:tc>
                  <a:txBody>
                    <a:bodyPr/>
                    <a:lstStyle/>
                    <a:p>
                      <a:r>
                        <a:rPr lang="nb-NO" sz="700" kern="1200">
                          <a:solidFill>
                            <a:schemeClr val="dk1"/>
                          </a:solidFill>
                          <a:latin typeface="+mn-lt"/>
                          <a:ea typeface="+mn-ea"/>
                          <a:cs typeface="+mn-cs"/>
                        </a:rPr>
                        <a:t>Tilgjengeliggjøring av avtaledokumenter i Tripletex flate etter kjøp</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2795908130"/>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Se Storebrandavtaler i Tripletex</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023125288"/>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Produktoversikt i Tripletex</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4224025558"/>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Faktura direkte til Tripletex for attestering og oversikt over ansatte/ spareprosent </a:t>
                      </a:r>
                    </a:p>
                  </a:txBody>
                  <a:tcPr/>
                </a:tc>
                <a:tc>
                  <a:txBody>
                    <a:bodyPr/>
                    <a:lstStyle/>
                    <a:p>
                      <a:r>
                        <a:rPr lang="nb-NO" sz="800" kern="1200">
                          <a:solidFill>
                            <a:schemeClr val="dk1"/>
                          </a:solidFill>
                          <a:latin typeface="+mn-lt"/>
                          <a:ea typeface="+mn-ea"/>
                          <a:cs typeface="+mn-cs"/>
                        </a:rPr>
                        <a:t>Prio</a:t>
                      </a:r>
                    </a:p>
                  </a:txBody>
                  <a:tcPr/>
                </a:tc>
                <a:extLst>
                  <a:ext uri="{0D108BD9-81ED-4DB2-BD59-A6C34878D82A}">
                    <a16:rowId xmlns:a16="http://schemas.microsoft.com/office/drawing/2014/main" val="1424356033"/>
                  </a:ext>
                </a:extLst>
              </a:tr>
              <a:tr h="154684">
                <a:tc>
                  <a:txBody>
                    <a:bodyPr/>
                    <a:lstStyle/>
                    <a:p>
                      <a:r>
                        <a:rPr lang="nb-NO" sz="700" kern="1200">
                          <a:solidFill>
                            <a:schemeClr val="dk1"/>
                          </a:solidFill>
                          <a:latin typeface="+mn-lt"/>
                          <a:ea typeface="+mn-ea"/>
                          <a:cs typeface="+mn-cs"/>
                        </a:rPr>
                        <a:t>Oversikt over avtaler, kostnader og fordeler.</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514734491"/>
                  </a:ext>
                </a:extLst>
              </a:tr>
              <a:tr h="154684">
                <a:tc>
                  <a:txBody>
                    <a:bodyPr/>
                    <a:lstStyle/>
                    <a:p>
                      <a:r>
                        <a:rPr lang="nb-NO" sz="700" kern="1200">
                          <a:solidFill>
                            <a:schemeClr val="dk1"/>
                          </a:solidFill>
                          <a:latin typeface="+mn-lt"/>
                          <a:ea typeface="+mn-ea"/>
                          <a:cs typeface="+mn-cs"/>
                        </a:rPr>
                        <a:t>Visuell fremstilling av selskapas pensjons og forsikrings ordninger </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100485749"/>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2678500853"/>
                  </a:ext>
                </a:extLst>
              </a:tr>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689236504"/>
                  </a:ext>
                </a:extLst>
              </a:tr>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2128014117"/>
                  </a:ext>
                </a:extLst>
              </a:tr>
            </a:tbl>
          </a:graphicData>
        </a:graphic>
      </p:graphicFrame>
      <p:sp>
        <p:nvSpPr>
          <p:cNvPr id="3" name="Ellipse 2">
            <a:extLst>
              <a:ext uri="{FF2B5EF4-FFF2-40B4-BE49-F238E27FC236}">
                <a16:creationId xmlns:a16="http://schemas.microsoft.com/office/drawing/2014/main" id="{6EFF850A-597F-4742-B0E9-4DAB25DECD85}"/>
              </a:ext>
            </a:extLst>
          </p:cNvPr>
          <p:cNvSpPr/>
          <p:nvPr/>
        </p:nvSpPr>
        <p:spPr>
          <a:xfrm>
            <a:off x="326571" y="1290488"/>
            <a:ext cx="189661" cy="203842"/>
          </a:xfrm>
          <a:prstGeom prst="ellipse">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7" name="Ellipse 6">
            <a:extLst>
              <a:ext uri="{FF2B5EF4-FFF2-40B4-BE49-F238E27FC236}">
                <a16:creationId xmlns:a16="http://schemas.microsoft.com/office/drawing/2014/main" id="{895ACEF3-494C-4F7E-BC62-156ACDD9FF66}"/>
              </a:ext>
            </a:extLst>
          </p:cNvPr>
          <p:cNvSpPr/>
          <p:nvPr/>
        </p:nvSpPr>
        <p:spPr>
          <a:xfrm>
            <a:off x="325312" y="1555289"/>
            <a:ext cx="190919" cy="160773"/>
          </a:xfrm>
          <a:prstGeom prst="ellipse">
            <a:avLst/>
          </a:prstGeom>
          <a:solidFill>
            <a:schemeClr val="accent3">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8" name="Ellipse 7">
            <a:extLst>
              <a:ext uri="{FF2B5EF4-FFF2-40B4-BE49-F238E27FC236}">
                <a16:creationId xmlns:a16="http://schemas.microsoft.com/office/drawing/2014/main" id="{C12E171E-3560-4137-A665-4F314AF7E25C}"/>
              </a:ext>
            </a:extLst>
          </p:cNvPr>
          <p:cNvSpPr/>
          <p:nvPr/>
        </p:nvSpPr>
        <p:spPr>
          <a:xfrm>
            <a:off x="325313" y="2977843"/>
            <a:ext cx="190919" cy="160773"/>
          </a:xfrm>
          <a:prstGeom prst="ellipse">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9" name="Ellipse 8">
            <a:extLst>
              <a:ext uri="{FF2B5EF4-FFF2-40B4-BE49-F238E27FC236}">
                <a16:creationId xmlns:a16="http://schemas.microsoft.com/office/drawing/2014/main" id="{41835442-04CE-4EE1-BEFA-6DFD28FA93E2}"/>
              </a:ext>
            </a:extLst>
          </p:cNvPr>
          <p:cNvSpPr/>
          <p:nvPr/>
        </p:nvSpPr>
        <p:spPr>
          <a:xfrm>
            <a:off x="325312" y="1777021"/>
            <a:ext cx="190919" cy="160773"/>
          </a:xfrm>
          <a:prstGeom prst="ellipse">
            <a:avLst/>
          </a:prstGeom>
          <a:solidFill>
            <a:schemeClr val="accent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Tree>
    <p:extLst>
      <p:ext uri="{BB962C8B-B14F-4D97-AF65-F5344CB8AC3E}">
        <p14:creationId xmlns:p14="http://schemas.microsoft.com/office/powerpoint/2010/main" val="3565139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6846882-8267-465B-B46A-F568A2894C7E}"/>
              </a:ext>
            </a:extLst>
          </p:cNvPr>
          <p:cNvSpPr>
            <a:spLocks noGrp="1"/>
          </p:cNvSpPr>
          <p:nvPr>
            <p:ph type="title"/>
          </p:nvPr>
        </p:nvSpPr>
        <p:spPr/>
        <p:txBody>
          <a:bodyPr/>
          <a:lstStyle/>
          <a:p>
            <a:r>
              <a:rPr lang="nb-NO"/>
              <a:t>Hypoteser Tripletex</a:t>
            </a:r>
          </a:p>
        </p:txBody>
      </p:sp>
      <p:graphicFrame>
        <p:nvGraphicFramePr>
          <p:cNvPr id="4" name="Tabell 4">
            <a:extLst>
              <a:ext uri="{FF2B5EF4-FFF2-40B4-BE49-F238E27FC236}">
                <a16:creationId xmlns:a16="http://schemas.microsoft.com/office/drawing/2014/main" id="{BE491B66-DD23-4D04-A255-CC9E4926577E}"/>
              </a:ext>
            </a:extLst>
          </p:cNvPr>
          <p:cNvGraphicFramePr>
            <a:graphicFrameLocks noGrp="1"/>
          </p:cNvGraphicFramePr>
          <p:nvPr/>
        </p:nvGraphicFramePr>
        <p:xfrm>
          <a:off x="571500" y="966600"/>
          <a:ext cx="7562851" cy="1706880"/>
        </p:xfrm>
        <a:graphic>
          <a:graphicData uri="http://schemas.openxmlformats.org/drawingml/2006/table">
            <a:tbl>
              <a:tblPr firstRow="1" bandRow="1">
                <a:tableStyleId>{5C22544A-7EE6-4342-B048-85BDC9FD1C3A}</a:tableStyleId>
              </a:tblPr>
              <a:tblGrid>
                <a:gridCol w="5124305">
                  <a:extLst>
                    <a:ext uri="{9D8B030D-6E8A-4147-A177-3AD203B41FA5}">
                      <a16:colId xmlns:a16="http://schemas.microsoft.com/office/drawing/2014/main" val="2489503424"/>
                    </a:ext>
                  </a:extLst>
                </a:gridCol>
                <a:gridCol w="2438546">
                  <a:extLst>
                    <a:ext uri="{9D8B030D-6E8A-4147-A177-3AD203B41FA5}">
                      <a16:colId xmlns:a16="http://schemas.microsoft.com/office/drawing/2014/main" val="1492033866"/>
                    </a:ext>
                  </a:extLst>
                </a:gridCol>
              </a:tblGrid>
              <a:tr h="213046">
                <a:tc>
                  <a:txBody>
                    <a:bodyPr/>
                    <a:lstStyle/>
                    <a:p>
                      <a:r>
                        <a:rPr lang="nb-NO" sz="800">
                          <a:solidFill>
                            <a:schemeClr val="tx1"/>
                          </a:solidFill>
                        </a:rPr>
                        <a:t>Mer salg </a:t>
                      </a:r>
                    </a:p>
                  </a:txBody>
                  <a:tcPr/>
                </a:tc>
                <a:tc>
                  <a:txBody>
                    <a:bodyPr/>
                    <a:lstStyle/>
                    <a:p>
                      <a:r>
                        <a:rPr lang="nb-NO" sz="800">
                          <a:solidFill>
                            <a:schemeClr val="tx1"/>
                          </a:solidFill>
                        </a:rPr>
                        <a:t>Hvem </a:t>
                      </a:r>
                    </a:p>
                  </a:txBody>
                  <a:tcPr/>
                </a:tc>
                <a:extLst>
                  <a:ext uri="{0D108BD9-81ED-4DB2-BD59-A6C34878D82A}">
                    <a16:rowId xmlns:a16="http://schemas.microsoft.com/office/drawing/2014/main" val="811476793"/>
                  </a:ext>
                </a:extLst>
              </a:tr>
              <a:tr h="154684">
                <a:tc>
                  <a:txBody>
                    <a:bodyPr/>
                    <a:lstStyle/>
                    <a:p>
                      <a:r>
                        <a:rPr lang="nb-NO" sz="700" kern="1200">
                          <a:solidFill>
                            <a:schemeClr val="dk1"/>
                          </a:solidFill>
                          <a:latin typeface="+mn-lt"/>
                          <a:ea typeface="+mn-ea"/>
                          <a:cs typeface="+mn-cs"/>
                        </a:rPr>
                        <a:t>Mer salg av produkter i BP</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373337678"/>
                  </a:ext>
                </a:extLst>
              </a:tr>
              <a:tr h="154684">
                <a:tc>
                  <a:txBody>
                    <a:bodyPr/>
                    <a:lstStyle/>
                    <a:p>
                      <a:r>
                        <a:rPr lang="nb-NO" sz="700" kern="1200">
                          <a:solidFill>
                            <a:schemeClr val="dk1"/>
                          </a:solidFill>
                          <a:latin typeface="+mn-lt"/>
                          <a:ea typeface="+mn-ea"/>
                          <a:cs typeface="+mn-cs"/>
                        </a:rPr>
                        <a:t>Mer salg av produkter i Tripletex flate</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148573300"/>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Enkel bli kunde knapp hos Storebrand </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203702618"/>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Ta ut bedriftspakkene via 3 part </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904548417"/>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Kjøp skjer i </a:t>
                      </a:r>
                      <a:r>
                        <a:rPr lang="nb-NO" sz="700" kern="1200" err="1">
                          <a:solidFill>
                            <a:schemeClr val="dk1"/>
                          </a:solidFill>
                          <a:latin typeface="+mn-lt"/>
                          <a:ea typeface="+mn-ea"/>
                          <a:cs typeface="+mn-cs"/>
                        </a:rPr>
                        <a:t>Tripletexflate</a:t>
                      </a:r>
                      <a:r>
                        <a:rPr lang="nb-NO" sz="700" kern="1200">
                          <a:solidFill>
                            <a:schemeClr val="dk1"/>
                          </a:solidFill>
                          <a:latin typeface="+mn-lt"/>
                          <a:ea typeface="+mn-ea"/>
                          <a:cs typeface="+mn-cs"/>
                        </a:rPr>
                        <a:t> </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289684361"/>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err="1">
                          <a:solidFill>
                            <a:schemeClr val="dk1"/>
                          </a:solidFill>
                          <a:latin typeface="+mn-lt"/>
                          <a:ea typeface="+mn-ea"/>
                          <a:cs typeface="+mn-cs"/>
                        </a:rPr>
                        <a:t>Pakketere</a:t>
                      </a:r>
                      <a:r>
                        <a:rPr lang="nb-NO" sz="700" kern="1200">
                          <a:solidFill>
                            <a:schemeClr val="dk1"/>
                          </a:solidFill>
                          <a:latin typeface="+mn-lt"/>
                          <a:ea typeface="+mn-ea"/>
                          <a:cs typeface="+mn-cs"/>
                        </a:rPr>
                        <a:t> og anbefale bedriften skreddersøm </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70864380"/>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425833342"/>
                  </a:ext>
                </a:extLst>
              </a:tr>
            </a:tbl>
          </a:graphicData>
        </a:graphic>
      </p:graphicFrame>
      <p:graphicFrame>
        <p:nvGraphicFramePr>
          <p:cNvPr id="5" name="Tabell 4">
            <a:extLst>
              <a:ext uri="{FF2B5EF4-FFF2-40B4-BE49-F238E27FC236}">
                <a16:creationId xmlns:a16="http://schemas.microsoft.com/office/drawing/2014/main" id="{D9950DAF-4E69-4EFF-9120-C3D49FE799EA}"/>
              </a:ext>
            </a:extLst>
          </p:cNvPr>
          <p:cNvGraphicFramePr>
            <a:graphicFrameLocks noGrp="1"/>
          </p:cNvGraphicFramePr>
          <p:nvPr>
            <p:extLst>
              <p:ext uri="{D42A27DB-BD31-4B8C-83A1-F6EECF244321}">
                <p14:modId xmlns:p14="http://schemas.microsoft.com/office/powerpoint/2010/main" val="235967348"/>
              </p:ext>
            </p:extLst>
          </p:nvPr>
        </p:nvGraphicFramePr>
        <p:xfrm>
          <a:off x="565546" y="2890554"/>
          <a:ext cx="7562851" cy="1371600"/>
        </p:xfrm>
        <a:graphic>
          <a:graphicData uri="http://schemas.openxmlformats.org/drawingml/2006/table">
            <a:tbl>
              <a:tblPr firstRow="1" bandRow="1">
                <a:tableStyleId>{5C22544A-7EE6-4342-B048-85BDC9FD1C3A}</a:tableStyleId>
              </a:tblPr>
              <a:tblGrid>
                <a:gridCol w="5124305">
                  <a:extLst>
                    <a:ext uri="{9D8B030D-6E8A-4147-A177-3AD203B41FA5}">
                      <a16:colId xmlns:a16="http://schemas.microsoft.com/office/drawing/2014/main" val="2489503424"/>
                    </a:ext>
                  </a:extLst>
                </a:gridCol>
                <a:gridCol w="2438546">
                  <a:extLst>
                    <a:ext uri="{9D8B030D-6E8A-4147-A177-3AD203B41FA5}">
                      <a16:colId xmlns:a16="http://schemas.microsoft.com/office/drawing/2014/main" val="1492033866"/>
                    </a:ext>
                  </a:extLst>
                </a:gridCol>
              </a:tblGrid>
              <a:tr h="213046">
                <a:tc>
                  <a:txBody>
                    <a:bodyPr/>
                    <a:lstStyle/>
                    <a:p>
                      <a:r>
                        <a:rPr lang="nb-NO" sz="800">
                          <a:solidFill>
                            <a:schemeClr val="tx1"/>
                          </a:solidFill>
                        </a:rPr>
                        <a:t>B2B2C</a:t>
                      </a:r>
                    </a:p>
                  </a:txBody>
                  <a:tcPr/>
                </a:tc>
                <a:tc>
                  <a:txBody>
                    <a:bodyPr/>
                    <a:lstStyle/>
                    <a:p>
                      <a:r>
                        <a:rPr lang="nb-NO" sz="800">
                          <a:solidFill>
                            <a:schemeClr val="tx1"/>
                          </a:solidFill>
                        </a:rPr>
                        <a:t>Hvem </a:t>
                      </a:r>
                    </a:p>
                  </a:txBody>
                  <a:tcPr/>
                </a:tc>
                <a:extLst>
                  <a:ext uri="{0D108BD9-81ED-4DB2-BD59-A6C34878D82A}">
                    <a16:rowId xmlns:a16="http://schemas.microsoft.com/office/drawing/2014/main" val="811476793"/>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En kobling til app for ansatte </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100485749"/>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"Det ser ut som du har en nyansatt? Har du alle ordninger på plass for denne??</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270624986"/>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Tips til arbeidsgiver- "dine ansatte" Pensjonssparing, bærekraftsprofiler, proaktivt ved sykemeldinger etc. Helseforsikring...</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048703229"/>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Når en ansatt nærmer seg pensjon- tips og triks</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58980958"/>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Ta vare på bedriftens ansatte med informasjon og råd</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839790428"/>
                  </a:ext>
                </a:extLst>
              </a:tr>
            </a:tbl>
          </a:graphicData>
        </a:graphic>
      </p:graphicFrame>
      <p:sp>
        <p:nvSpPr>
          <p:cNvPr id="3" name="Rektangel: brettet hjørne 2">
            <a:extLst>
              <a:ext uri="{FF2B5EF4-FFF2-40B4-BE49-F238E27FC236}">
                <a16:creationId xmlns:a16="http://schemas.microsoft.com/office/drawing/2014/main" id="{C4C019DD-6C76-42C8-9DA0-1BEFAB48A042}"/>
              </a:ext>
            </a:extLst>
          </p:cNvPr>
          <p:cNvSpPr/>
          <p:nvPr/>
        </p:nvSpPr>
        <p:spPr>
          <a:xfrm>
            <a:off x="4240403" y="1208776"/>
            <a:ext cx="1798655" cy="1222528"/>
          </a:xfrm>
          <a:prstGeom prst="foldedCorner">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b-NO" sz="1000" err="1">
                <a:solidFill>
                  <a:schemeClr val="tx1"/>
                </a:solidFill>
              </a:rPr>
              <a:t>Tripletex</a:t>
            </a:r>
            <a:r>
              <a:rPr lang="nb-NO" sz="1000">
                <a:solidFill>
                  <a:schemeClr val="tx1"/>
                </a:solidFill>
              </a:rPr>
              <a:t> ER bedriftsportalen for SMB-markeder (link til portal for avansert bruk)</a:t>
            </a:r>
          </a:p>
        </p:txBody>
      </p:sp>
      <p:sp>
        <p:nvSpPr>
          <p:cNvPr id="6" name="Ellipse 5">
            <a:extLst>
              <a:ext uri="{FF2B5EF4-FFF2-40B4-BE49-F238E27FC236}">
                <a16:creationId xmlns:a16="http://schemas.microsoft.com/office/drawing/2014/main" id="{B19E88FC-C113-47D3-9C04-91C46C55EA69}"/>
              </a:ext>
            </a:extLst>
          </p:cNvPr>
          <p:cNvSpPr/>
          <p:nvPr/>
        </p:nvSpPr>
        <p:spPr>
          <a:xfrm>
            <a:off x="4316825" y="1335013"/>
            <a:ext cx="255175" cy="238187"/>
          </a:xfrm>
          <a:prstGeom prst="ellipse">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7" name="Ellipse 6">
            <a:extLst>
              <a:ext uri="{FF2B5EF4-FFF2-40B4-BE49-F238E27FC236}">
                <a16:creationId xmlns:a16="http://schemas.microsoft.com/office/drawing/2014/main" id="{17B3F1B0-DF39-4E17-B5DB-4A047BD6DD6A}"/>
              </a:ext>
            </a:extLst>
          </p:cNvPr>
          <p:cNvSpPr/>
          <p:nvPr/>
        </p:nvSpPr>
        <p:spPr>
          <a:xfrm>
            <a:off x="351692" y="3808325"/>
            <a:ext cx="223902" cy="208299"/>
          </a:xfrm>
          <a:prstGeom prst="ellipse">
            <a:avLst/>
          </a:prstGeom>
          <a:solidFill>
            <a:schemeClr val="accent3">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8" name="Rektangel: brettet hjørne 7">
            <a:extLst>
              <a:ext uri="{FF2B5EF4-FFF2-40B4-BE49-F238E27FC236}">
                <a16:creationId xmlns:a16="http://schemas.microsoft.com/office/drawing/2014/main" id="{BCABE090-7B91-408D-A049-5FE2589E2867}"/>
              </a:ext>
            </a:extLst>
          </p:cNvPr>
          <p:cNvSpPr/>
          <p:nvPr/>
        </p:nvSpPr>
        <p:spPr>
          <a:xfrm>
            <a:off x="192804" y="4347325"/>
            <a:ext cx="1314450" cy="796175"/>
          </a:xfrm>
          <a:prstGeom prst="foldedCorner">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b-NO" sz="1000">
                <a:solidFill>
                  <a:schemeClr val="tx1"/>
                </a:solidFill>
              </a:rPr>
              <a:t>Smartpensjon – lettversjon </a:t>
            </a:r>
            <a:r>
              <a:rPr lang="nb-NO" sz="1000" err="1">
                <a:solidFill>
                  <a:schemeClr val="tx1"/>
                </a:solidFill>
              </a:rPr>
              <a:t>preutfylt</a:t>
            </a:r>
            <a:r>
              <a:rPr lang="nb-NO" sz="1000">
                <a:solidFill>
                  <a:schemeClr val="tx1"/>
                </a:solidFill>
              </a:rPr>
              <a:t> med ansattinfo</a:t>
            </a:r>
          </a:p>
        </p:txBody>
      </p:sp>
      <p:cxnSp>
        <p:nvCxnSpPr>
          <p:cNvPr id="10" name="Kobling: vinkel 9">
            <a:extLst>
              <a:ext uri="{FF2B5EF4-FFF2-40B4-BE49-F238E27FC236}">
                <a16:creationId xmlns:a16="http://schemas.microsoft.com/office/drawing/2014/main" id="{7B6384EE-A462-4B90-AFFB-6E57843ECC9B}"/>
              </a:ext>
            </a:extLst>
          </p:cNvPr>
          <p:cNvCxnSpPr>
            <a:stCxn id="7" idx="4"/>
          </p:cNvCxnSpPr>
          <p:nvPr/>
        </p:nvCxnSpPr>
        <p:spPr>
          <a:xfrm rot="16200000" flipH="1">
            <a:off x="307632" y="4172635"/>
            <a:ext cx="330701" cy="18678"/>
          </a:xfrm>
          <a:prstGeom prst="bentConnector3">
            <a:avLst/>
          </a:prstGeom>
          <a:ln>
            <a:solidFill>
              <a:schemeClr val="accent5"/>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ktangel: brettet hjørne 10">
            <a:extLst>
              <a:ext uri="{FF2B5EF4-FFF2-40B4-BE49-F238E27FC236}">
                <a16:creationId xmlns:a16="http://schemas.microsoft.com/office/drawing/2014/main" id="{02CDFD13-46EB-4A1B-A69A-85E2CA5249A4}"/>
              </a:ext>
            </a:extLst>
          </p:cNvPr>
          <p:cNvSpPr/>
          <p:nvPr/>
        </p:nvSpPr>
        <p:spPr>
          <a:xfrm>
            <a:off x="7020447" y="1960486"/>
            <a:ext cx="1798655" cy="1222528"/>
          </a:xfrm>
          <a:prstGeom prst="foldedCorner">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b-NO" sz="1000">
                <a:solidFill>
                  <a:schemeClr val="tx1"/>
                </a:solidFill>
              </a:rPr>
              <a:t>Anbefale </a:t>
            </a:r>
            <a:r>
              <a:rPr lang="nb-NO" sz="1000" err="1">
                <a:solidFill>
                  <a:schemeClr val="tx1"/>
                </a:solidFill>
              </a:rPr>
              <a:t>næringsforsikring</a:t>
            </a:r>
            <a:r>
              <a:rPr lang="nb-NO" sz="1000">
                <a:solidFill>
                  <a:schemeClr val="tx1"/>
                </a:solidFill>
              </a:rPr>
              <a:t> basert på bransje (og på sikt fakturaer til konkurrent og </a:t>
            </a:r>
            <a:r>
              <a:rPr lang="nb-NO" sz="1000" err="1">
                <a:solidFill>
                  <a:schemeClr val="tx1"/>
                </a:solidFill>
              </a:rPr>
              <a:t>objektinfo</a:t>
            </a:r>
            <a:r>
              <a:rPr lang="nb-NO" sz="1000">
                <a:solidFill>
                  <a:schemeClr val="tx1"/>
                </a:solidFill>
              </a:rPr>
              <a:t> i regnskapet)</a:t>
            </a:r>
          </a:p>
        </p:txBody>
      </p:sp>
      <p:sp>
        <p:nvSpPr>
          <p:cNvPr id="13" name="Ellipse 12">
            <a:extLst>
              <a:ext uri="{FF2B5EF4-FFF2-40B4-BE49-F238E27FC236}">
                <a16:creationId xmlns:a16="http://schemas.microsoft.com/office/drawing/2014/main" id="{5F43CE26-940D-4BAB-8842-CA22595765A2}"/>
              </a:ext>
            </a:extLst>
          </p:cNvPr>
          <p:cNvSpPr/>
          <p:nvPr/>
        </p:nvSpPr>
        <p:spPr>
          <a:xfrm>
            <a:off x="7142086" y="2841329"/>
            <a:ext cx="255175" cy="238187"/>
          </a:xfrm>
          <a:prstGeom prst="ellipse">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14" name="Snakkeboble: rektangel 13">
            <a:extLst>
              <a:ext uri="{FF2B5EF4-FFF2-40B4-BE49-F238E27FC236}">
                <a16:creationId xmlns:a16="http://schemas.microsoft.com/office/drawing/2014/main" id="{4EA8AED3-2395-42C8-81AE-8FE4AF90578E}"/>
              </a:ext>
            </a:extLst>
          </p:cNvPr>
          <p:cNvSpPr/>
          <p:nvPr/>
        </p:nvSpPr>
        <p:spPr>
          <a:xfrm>
            <a:off x="7697037" y="3795559"/>
            <a:ext cx="1314450" cy="743578"/>
          </a:xfrm>
          <a:prstGeom prst="wedgeRectCallout">
            <a:avLst>
              <a:gd name="adj1" fmla="val -11660"/>
              <a:gd name="adj2" fmla="val -141554"/>
            </a:avLst>
          </a:prstGeom>
          <a:solidFill>
            <a:srgbClr val="FFFFCC"/>
          </a:solidFill>
          <a:ln>
            <a:solidFill>
              <a:schemeClr val="tx1">
                <a:lumMod val="85000"/>
                <a:lumOff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b-NO" sz="900">
                <a:solidFill>
                  <a:schemeClr val="tx1"/>
                </a:solidFill>
              </a:rPr>
              <a:t>Innledende møte fredag</a:t>
            </a:r>
          </a:p>
        </p:txBody>
      </p:sp>
      <p:sp>
        <p:nvSpPr>
          <p:cNvPr id="15" name="Snakkeboble: rektangel 14">
            <a:extLst>
              <a:ext uri="{FF2B5EF4-FFF2-40B4-BE49-F238E27FC236}">
                <a16:creationId xmlns:a16="http://schemas.microsoft.com/office/drawing/2014/main" id="{71439B43-B9D8-4F4A-A860-5C54A45616F5}"/>
              </a:ext>
            </a:extLst>
          </p:cNvPr>
          <p:cNvSpPr/>
          <p:nvPr/>
        </p:nvSpPr>
        <p:spPr>
          <a:xfrm>
            <a:off x="6286919" y="390803"/>
            <a:ext cx="1314450" cy="743578"/>
          </a:xfrm>
          <a:prstGeom prst="wedgeRectCallout">
            <a:avLst>
              <a:gd name="adj1" fmla="val -81607"/>
              <a:gd name="adj2" fmla="val 66554"/>
            </a:avLst>
          </a:prstGeom>
          <a:solidFill>
            <a:srgbClr val="FFFFCC"/>
          </a:solidFill>
          <a:ln>
            <a:solidFill>
              <a:schemeClr val="tx1">
                <a:lumMod val="85000"/>
                <a:lumOff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b-NO" sz="900">
                <a:solidFill>
                  <a:schemeClr val="tx1"/>
                </a:solidFill>
              </a:rPr>
              <a:t>Felles innsiktsløp med BP for å teste – gjennomføres i mars</a:t>
            </a:r>
          </a:p>
        </p:txBody>
      </p:sp>
    </p:spTree>
    <p:extLst>
      <p:ext uri="{BB962C8B-B14F-4D97-AF65-F5344CB8AC3E}">
        <p14:creationId xmlns:p14="http://schemas.microsoft.com/office/powerpoint/2010/main" val="4273529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6846882-8267-465B-B46A-F568A2894C7E}"/>
              </a:ext>
            </a:extLst>
          </p:cNvPr>
          <p:cNvSpPr>
            <a:spLocks noGrp="1"/>
          </p:cNvSpPr>
          <p:nvPr>
            <p:ph type="title"/>
          </p:nvPr>
        </p:nvSpPr>
        <p:spPr/>
        <p:txBody>
          <a:bodyPr/>
          <a:lstStyle/>
          <a:p>
            <a:r>
              <a:rPr lang="nb-NO"/>
              <a:t>Hypoteser Tripletex</a:t>
            </a:r>
          </a:p>
        </p:txBody>
      </p:sp>
      <p:graphicFrame>
        <p:nvGraphicFramePr>
          <p:cNvPr id="4" name="Tabell 4">
            <a:extLst>
              <a:ext uri="{FF2B5EF4-FFF2-40B4-BE49-F238E27FC236}">
                <a16:creationId xmlns:a16="http://schemas.microsoft.com/office/drawing/2014/main" id="{BE491B66-DD23-4D04-A255-CC9E4926577E}"/>
              </a:ext>
            </a:extLst>
          </p:cNvPr>
          <p:cNvGraphicFramePr>
            <a:graphicFrameLocks noGrp="1"/>
          </p:cNvGraphicFramePr>
          <p:nvPr>
            <p:extLst>
              <p:ext uri="{D42A27DB-BD31-4B8C-83A1-F6EECF244321}">
                <p14:modId xmlns:p14="http://schemas.microsoft.com/office/powerpoint/2010/main" val="4061768556"/>
              </p:ext>
            </p:extLst>
          </p:nvPr>
        </p:nvGraphicFramePr>
        <p:xfrm>
          <a:off x="571500" y="966600"/>
          <a:ext cx="7562851" cy="1493520"/>
        </p:xfrm>
        <a:graphic>
          <a:graphicData uri="http://schemas.openxmlformats.org/drawingml/2006/table">
            <a:tbl>
              <a:tblPr firstRow="1" bandRow="1">
                <a:tableStyleId>{5C22544A-7EE6-4342-B048-85BDC9FD1C3A}</a:tableStyleId>
              </a:tblPr>
              <a:tblGrid>
                <a:gridCol w="5124305">
                  <a:extLst>
                    <a:ext uri="{9D8B030D-6E8A-4147-A177-3AD203B41FA5}">
                      <a16:colId xmlns:a16="http://schemas.microsoft.com/office/drawing/2014/main" val="2489503424"/>
                    </a:ext>
                  </a:extLst>
                </a:gridCol>
                <a:gridCol w="2438546">
                  <a:extLst>
                    <a:ext uri="{9D8B030D-6E8A-4147-A177-3AD203B41FA5}">
                      <a16:colId xmlns:a16="http://schemas.microsoft.com/office/drawing/2014/main" val="1492033866"/>
                    </a:ext>
                  </a:extLst>
                </a:gridCol>
              </a:tblGrid>
              <a:tr h="213046">
                <a:tc>
                  <a:txBody>
                    <a:bodyPr/>
                    <a:lstStyle/>
                    <a:p>
                      <a:r>
                        <a:rPr lang="nb-NO" sz="800">
                          <a:solidFill>
                            <a:schemeClr val="tx1"/>
                          </a:solidFill>
                        </a:rPr>
                        <a:t>API</a:t>
                      </a:r>
                    </a:p>
                  </a:txBody>
                  <a:tcPr/>
                </a:tc>
                <a:tc>
                  <a:txBody>
                    <a:bodyPr/>
                    <a:lstStyle/>
                    <a:p>
                      <a:r>
                        <a:rPr lang="nb-NO" sz="800">
                          <a:solidFill>
                            <a:schemeClr val="tx1"/>
                          </a:solidFill>
                        </a:rPr>
                        <a:t>Hvem</a:t>
                      </a:r>
                    </a:p>
                  </a:txBody>
                  <a:tcPr/>
                </a:tc>
                <a:extLst>
                  <a:ext uri="{0D108BD9-81ED-4DB2-BD59-A6C34878D82A}">
                    <a16:rowId xmlns:a16="http://schemas.microsoft.com/office/drawing/2014/main" val="811476793"/>
                  </a:ext>
                </a:extLst>
              </a:tr>
              <a:tr h="154684">
                <a:tc>
                  <a:txBody>
                    <a:bodyPr/>
                    <a:lstStyle/>
                    <a:p>
                      <a:r>
                        <a:rPr lang="nb-NO" sz="700" kern="1200">
                          <a:solidFill>
                            <a:schemeClr val="dk1"/>
                          </a:solidFill>
                          <a:latin typeface="+mn-lt"/>
                          <a:ea typeface="+mn-ea"/>
                          <a:cs typeface="+mn-cs"/>
                        </a:rPr>
                        <a:t>Robot rådgiver API </a:t>
                      </a:r>
                      <a:r>
                        <a:rPr lang="nb-NO" sz="700" kern="1200">
                          <a:solidFill>
                            <a:schemeClr val="dk1"/>
                          </a:solidFill>
                          <a:latin typeface="+mn-lt"/>
                          <a:ea typeface="+mn-ea"/>
                          <a:cs typeface="+mn-cs"/>
                          <a:sym typeface="Wingdings" panose="05000000000000000000" pitchFamily="2" charset="2"/>
                        </a:rPr>
                        <a:t> </a:t>
                      </a:r>
                      <a:r>
                        <a:rPr lang="nb-NO" sz="700" kern="1200">
                          <a:solidFill>
                            <a:schemeClr val="dk1"/>
                          </a:solidFill>
                          <a:latin typeface="+mn-lt"/>
                          <a:ea typeface="+mn-ea"/>
                          <a:cs typeface="+mn-cs"/>
                        </a:rPr>
                        <a:t>Firma som deg velge dette 76% av tiden</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373337678"/>
                  </a:ext>
                </a:extLst>
              </a:tr>
              <a:tr h="154684">
                <a:tc>
                  <a:txBody>
                    <a:bodyPr/>
                    <a:lstStyle/>
                    <a:p>
                      <a:r>
                        <a:rPr lang="nb-NO" sz="700" kern="1200">
                          <a:solidFill>
                            <a:schemeClr val="dk1"/>
                          </a:solidFill>
                          <a:latin typeface="+mn-lt"/>
                          <a:ea typeface="+mn-ea"/>
                          <a:cs typeface="+mn-cs"/>
                        </a:rPr>
                        <a:t>eksponere alle våre </a:t>
                      </a:r>
                      <a:r>
                        <a:rPr lang="nb-NO" sz="700" kern="1200" err="1">
                          <a:solidFill>
                            <a:schemeClr val="dk1"/>
                          </a:solidFill>
                          <a:latin typeface="+mn-lt"/>
                          <a:ea typeface="+mn-ea"/>
                          <a:cs typeface="+mn-cs"/>
                        </a:rPr>
                        <a:t>APIer</a:t>
                      </a:r>
                      <a:r>
                        <a:rPr lang="nb-NO" sz="700" kern="1200">
                          <a:solidFill>
                            <a:schemeClr val="dk1"/>
                          </a:solidFill>
                          <a:latin typeface="+mn-lt"/>
                          <a:ea typeface="+mn-ea"/>
                          <a:cs typeface="+mn-cs"/>
                        </a:rPr>
                        <a:t> til bruk av 3djepart</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148573300"/>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Pris API for enkel produkter</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203702618"/>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Innmelding/ utmelding automatisk gjennom API lønnssystem eventuelt a-melding </a:t>
                      </a:r>
                    </a:p>
                  </a:txBody>
                  <a:tcPr/>
                </a:tc>
                <a:tc>
                  <a:txBody>
                    <a:bodyPr/>
                    <a:lstStyle/>
                    <a:p>
                      <a:r>
                        <a:rPr lang="nb-NO" sz="800" kern="1200">
                          <a:solidFill>
                            <a:schemeClr val="dk1"/>
                          </a:solidFill>
                          <a:latin typeface="+mn-lt"/>
                          <a:ea typeface="+mn-ea"/>
                          <a:cs typeface="+mn-cs"/>
                        </a:rPr>
                        <a:t>Trip  til stb</a:t>
                      </a:r>
                    </a:p>
                  </a:txBody>
                  <a:tcPr/>
                </a:tc>
                <a:extLst>
                  <a:ext uri="{0D108BD9-81ED-4DB2-BD59-A6C34878D82A}">
                    <a16:rowId xmlns:a16="http://schemas.microsoft.com/office/drawing/2014/main" val="3904548417"/>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Bli Storebrand partner API Dokumentasjon og </a:t>
                      </a:r>
                      <a:r>
                        <a:rPr lang="nb-NO" sz="700" kern="1200" err="1">
                          <a:solidFill>
                            <a:schemeClr val="dk1"/>
                          </a:solidFill>
                          <a:latin typeface="+mn-lt"/>
                          <a:ea typeface="+mn-ea"/>
                          <a:cs typeface="+mn-cs"/>
                        </a:rPr>
                        <a:t>Auth</a:t>
                      </a:r>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289684361"/>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Ansatt pensjon kalkulator API - vise månedlig utbetaling per ansatt i Tripletex</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2289048541"/>
                  </a:ext>
                </a:extLst>
              </a:tr>
            </a:tbl>
          </a:graphicData>
        </a:graphic>
      </p:graphicFrame>
      <p:graphicFrame>
        <p:nvGraphicFramePr>
          <p:cNvPr id="5" name="Tabell 4">
            <a:extLst>
              <a:ext uri="{FF2B5EF4-FFF2-40B4-BE49-F238E27FC236}">
                <a16:creationId xmlns:a16="http://schemas.microsoft.com/office/drawing/2014/main" id="{4F55959A-BD08-4BE5-A11F-20D243F9F383}"/>
              </a:ext>
            </a:extLst>
          </p:cNvPr>
          <p:cNvGraphicFramePr>
            <a:graphicFrameLocks noGrp="1"/>
          </p:cNvGraphicFramePr>
          <p:nvPr>
            <p:extLst>
              <p:ext uri="{D42A27DB-BD31-4B8C-83A1-F6EECF244321}">
                <p14:modId xmlns:p14="http://schemas.microsoft.com/office/powerpoint/2010/main" val="861304764"/>
              </p:ext>
            </p:extLst>
          </p:nvPr>
        </p:nvGraphicFramePr>
        <p:xfrm>
          <a:off x="571500" y="2801753"/>
          <a:ext cx="7562851" cy="1280160"/>
        </p:xfrm>
        <a:graphic>
          <a:graphicData uri="http://schemas.openxmlformats.org/drawingml/2006/table">
            <a:tbl>
              <a:tblPr firstRow="1" bandRow="1">
                <a:tableStyleId>{5C22544A-7EE6-4342-B048-85BDC9FD1C3A}</a:tableStyleId>
              </a:tblPr>
              <a:tblGrid>
                <a:gridCol w="5124305">
                  <a:extLst>
                    <a:ext uri="{9D8B030D-6E8A-4147-A177-3AD203B41FA5}">
                      <a16:colId xmlns:a16="http://schemas.microsoft.com/office/drawing/2014/main" val="2489503424"/>
                    </a:ext>
                  </a:extLst>
                </a:gridCol>
                <a:gridCol w="2438546">
                  <a:extLst>
                    <a:ext uri="{9D8B030D-6E8A-4147-A177-3AD203B41FA5}">
                      <a16:colId xmlns:a16="http://schemas.microsoft.com/office/drawing/2014/main" val="1492033866"/>
                    </a:ext>
                  </a:extLst>
                </a:gridCol>
              </a:tblGrid>
              <a:tr h="213046">
                <a:tc>
                  <a:txBody>
                    <a:bodyPr/>
                    <a:lstStyle/>
                    <a:p>
                      <a:r>
                        <a:rPr lang="nb-NO" sz="800">
                          <a:solidFill>
                            <a:schemeClr val="tx1"/>
                          </a:solidFill>
                        </a:rPr>
                        <a:t>A-melding</a:t>
                      </a:r>
                    </a:p>
                  </a:txBody>
                  <a:tcPr/>
                </a:tc>
                <a:tc>
                  <a:txBody>
                    <a:bodyPr/>
                    <a:lstStyle/>
                    <a:p>
                      <a:r>
                        <a:rPr lang="nb-NO" sz="800">
                          <a:solidFill>
                            <a:schemeClr val="tx1"/>
                          </a:solidFill>
                        </a:rPr>
                        <a:t>Hvem</a:t>
                      </a:r>
                    </a:p>
                  </a:txBody>
                  <a:tcPr/>
                </a:tc>
                <a:extLst>
                  <a:ext uri="{0D108BD9-81ED-4DB2-BD59-A6C34878D82A}">
                    <a16:rowId xmlns:a16="http://schemas.microsoft.com/office/drawing/2014/main" val="811476793"/>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Løse det A-meldingen ikke løser med felles data/ prosesser?</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70864380"/>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Direkte ajourhold med A-melding</a:t>
                      </a:r>
                    </a:p>
                  </a:txBody>
                  <a:tcPr/>
                </a:tc>
                <a:tc>
                  <a:txBody>
                    <a:bodyPr/>
                    <a:lstStyle/>
                    <a:p>
                      <a:r>
                        <a:rPr lang="nb-NO" sz="800" kern="1200">
                          <a:solidFill>
                            <a:schemeClr val="dk1"/>
                          </a:solidFill>
                          <a:latin typeface="+mn-lt"/>
                          <a:ea typeface="+mn-ea"/>
                          <a:cs typeface="+mn-cs"/>
                        </a:rPr>
                        <a:t>Stb til trip</a:t>
                      </a:r>
                    </a:p>
                  </a:txBody>
                  <a:tcPr/>
                </a:tc>
                <a:extLst>
                  <a:ext uri="{0D108BD9-81ED-4DB2-BD59-A6C34878D82A}">
                    <a16:rowId xmlns:a16="http://schemas.microsoft.com/office/drawing/2014/main" val="425833342"/>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Løse det A-meldingen ikke løser</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4132163074"/>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424773397"/>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957411104"/>
                  </a:ext>
                </a:extLst>
              </a:tr>
            </a:tbl>
          </a:graphicData>
        </a:graphic>
      </p:graphicFrame>
      <p:sp>
        <p:nvSpPr>
          <p:cNvPr id="6" name="Ellipse 5">
            <a:extLst>
              <a:ext uri="{FF2B5EF4-FFF2-40B4-BE49-F238E27FC236}">
                <a16:creationId xmlns:a16="http://schemas.microsoft.com/office/drawing/2014/main" id="{6EC1DEAC-4227-4CFF-AFD1-CACBCCD5646E}"/>
              </a:ext>
            </a:extLst>
          </p:cNvPr>
          <p:cNvSpPr/>
          <p:nvPr/>
        </p:nvSpPr>
        <p:spPr>
          <a:xfrm>
            <a:off x="316523" y="3215112"/>
            <a:ext cx="221064" cy="226721"/>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7" name="Ellipse 6">
            <a:extLst>
              <a:ext uri="{FF2B5EF4-FFF2-40B4-BE49-F238E27FC236}">
                <a16:creationId xmlns:a16="http://schemas.microsoft.com/office/drawing/2014/main" id="{4AB3DC1F-47AE-4933-9617-955573D7293F}"/>
              </a:ext>
            </a:extLst>
          </p:cNvPr>
          <p:cNvSpPr/>
          <p:nvPr/>
        </p:nvSpPr>
        <p:spPr>
          <a:xfrm>
            <a:off x="316523" y="1815027"/>
            <a:ext cx="221064" cy="226721"/>
          </a:xfrm>
          <a:prstGeom prst="ellipse">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Tree>
    <p:extLst>
      <p:ext uri="{BB962C8B-B14F-4D97-AF65-F5344CB8AC3E}">
        <p14:creationId xmlns:p14="http://schemas.microsoft.com/office/powerpoint/2010/main" val="3701230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6846882-8267-465B-B46A-F568A2894C7E}"/>
              </a:ext>
            </a:extLst>
          </p:cNvPr>
          <p:cNvSpPr>
            <a:spLocks noGrp="1"/>
          </p:cNvSpPr>
          <p:nvPr>
            <p:ph type="title"/>
          </p:nvPr>
        </p:nvSpPr>
        <p:spPr/>
        <p:txBody>
          <a:bodyPr/>
          <a:lstStyle/>
          <a:p>
            <a:r>
              <a:rPr lang="nb-NO"/>
              <a:t>Hypoteser Tripletex</a:t>
            </a:r>
          </a:p>
        </p:txBody>
      </p:sp>
      <p:graphicFrame>
        <p:nvGraphicFramePr>
          <p:cNvPr id="6" name="Tabell 4">
            <a:extLst>
              <a:ext uri="{FF2B5EF4-FFF2-40B4-BE49-F238E27FC236}">
                <a16:creationId xmlns:a16="http://schemas.microsoft.com/office/drawing/2014/main" id="{D8DBE9C6-CADA-46D5-831B-162F412D0CEB}"/>
              </a:ext>
            </a:extLst>
          </p:cNvPr>
          <p:cNvGraphicFramePr>
            <a:graphicFrameLocks noGrp="1"/>
          </p:cNvGraphicFramePr>
          <p:nvPr>
            <p:extLst>
              <p:ext uri="{D42A27DB-BD31-4B8C-83A1-F6EECF244321}">
                <p14:modId xmlns:p14="http://schemas.microsoft.com/office/powerpoint/2010/main" val="1142916292"/>
              </p:ext>
            </p:extLst>
          </p:nvPr>
        </p:nvGraphicFramePr>
        <p:xfrm>
          <a:off x="839755" y="1220153"/>
          <a:ext cx="7165569" cy="518160"/>
        </p:xfrm>
        <a:graphic>
          <a:graphicData uri="http://schemas.openxmlformats.org/drawingml/2006/table">
            <a:tbl>
              <a:tblPr firstRow="1" bandRow="1">
                <a:tableStyleId>{5C22544A-7EE6-4342-B048-85BDC9FD1C3A}</a:tableStyleId>
              </a:tblPr>
              <a:tblGrid>
                <a:gridCol w="4855122">
                  <a:extLst>
                    <a:ext uri="{9D8B030D-6E8A-4147-A177-3AD203B41FA5}">
                      <a16:colId xmlns:a16="http://schemas.microsoft.com/office/drawing/2014/main" val="2489503424"/>
                    </a:ext>
                  </a:extLst>
                </a:gridCol>
                <a:gridCol w="2310447">
                  <a:extLst>
                    <a:ext uri="{9D8B030D-6E8A-4147-A177-3AD203B41FA5}">
                      <a16:colId xmlns:a16="http://schemas.microsoft.com/office/drawing/2014/main" val="1492033866"/>
                    </a:ext>
                  </a:extLst>
                </a:gridCol>
              </a:tblGrid>
              <a:tr h="213046">
                <a:tc>
                  <a:txBody>
                    <a:bodyPr/>
                    <a:lstStyle/>
                    <a:p>
                      <a:r>
                        <a:rPr lang="nb-NO" sz="800">
                          <a:solidFill>
                            <a:schemeClr val="tx1"/>
                          </a:solidFill>
                        </a:rPr>
                        <a:t>Notifikasjoner</a:t>
                      </a:r>
                    </a:p>
                  </a:txBody>
                  <a:tcPr/>
                </a:tc>
                <a:tc>
                  <a:txBody>
                    <a:bodyPr/>
                    <a:lstStyle/>
                    <a:p>
                      <a:r>
                        <a:rPr lang="nb-NO" sz="800">
                          <a:solidFill>
                            <a:schemeClr val="tx1"/>
                          </a:solidFill>
                        </a:rPr>
                        <a:t>Hvem </a:t>
                      </a:r>
                    </a:p>
                  </a:txBody>
                  <a:tcPr/>
                </a:tc>
                <a:extLst>
                  <a:ext uri="{0D108BD9-81ED-4DB2-BD59-A6C34878D82A}">
                    <a16:rowId xmlns:a16="http://schemas.microsoft.com/office/drawing/2014/main" val="811476793"/>
                  </a:ext>
                </a:extLst>
              </a:tr>
              <a:tr h="154684">
                <a:tc>
                  <a:txBody>
                    <a:bodyPr/>
                    <a:lstStyle/>
                    <a:p>
                      <a:r>
                        <a:rPr lang="nb-NO" sz="700" kern="1200">
                          <a:solidFill>
                            <a:schemeClr val="dk1"/>
                          </a:solidFill>
                          <a:latin typeface="+mn-lt"/>
                          <a:ea typeface="+mn-ea"/>
                          <a:cs typeface="+mn-cs"/>
                        </a:rPr>
                        <a:t>Pushnotifications via Tripltex (oppfølging etter kjøp)</a:t>
                      </a:r>
                    </a:p>
                    <a:p>
                      <a:r>
                        <a:rPr lang="nb-NO" sz="700" kern="1200">
                          <a:solidFill>
                            <a:schemeClr val="dk1"/>
                          </a:solidFill>
                          <a:latin typeface="+mn-lt"/>
                          <a:ea typeface="+mn-ea"/>
                          <a:cs typeface="+mn-cs"/>
                        </a:rPr>
                        <a:t>Riktig person må få melding om signering.</a:t>
                      </a:r>
                    </a:p>
                  </a:txBody>
                  <a:tcPr/>
                </a:tc>
                <a:tc>
                  <a:txBody>
                    <a:bodyPr/>
                    <a:lstStyle/>
                    <a:p>
                      <a:r>
                        <a:rPr lang="nb-NO" sz="800" kern="1200">
                          <a:solidFill>
                            <a:schemeClr val="dk1"/>
                          </a:solidFill>
                          <a:latin typeface="+mn-lt"/>
                          <a:ea typeface="+mn-ea"/>
                          <a:cs typeface="+mn-cs"/>
                        </a:rPr>
                        <a:t>I tripletex </a:t>
                      </a:r>
                    </a:p>
                  </a:txBody>
                  <a:tcPr/>
                </a:tc>
                <a:extLst>
                  <a:ext uri="{0D108BD9-81ED-4DB2-BD59-A6C34878D82A}">
                    <a16:rowId xmlns:a16="http://schemas.microsoft.com/office/drawing/2014/main" val="1528119882"/>
                  </a:ext>
                </a:extLst>
              </a:tr>
            </a:tbl>
          </a:graphicData>
        </a:graphic>
      </p:graphicFrame>
      <p:sp>
        <p:nvSpPr>
          <p:cNvPr id="7" name="Ellipse 6">
            <a:extLst>
              <a:ext uri="{FF2B5EF4-FFF2-40B4-BE49-F238E27FC236}">
                <a16:creationId xmlns:a16="http://schemas.microsoft.com/office/drawing/2014/main" id="{6BB12CC3-7421-452C-A8E3-930B216DEAAF}"/>
              </a:ext>
            </a:extLst>
          </p:cNvPr>
          <p:cNvSpPr/>
          <p:nvPr/>
        </p:nvSpPr>
        <p:spPr>
          <a:xfrm>
            <a:off x="571500" y="1479233"/>
            <a:ext cx="221064" cy="226721"/>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Tree>
    <p:extLst>
      <p:ext uri="{BB962C8B-B14F-4D97-AF65-F5344CB8AC3E}">
        <p14:creationId xmlns:p14="http://schemas.microsoft.com/office/powerpoint/2010/main" val="2785433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6846882-8267-465B-B46A-F568A2894C7E}"/>
              </a:ext>
            </a:extLst>
          </p:cNvPr>
          <p:cNvSpPr>
            <a:spLocks noGrp="1"/>
          </p:cNvSpPr>
          <p:nvPr>
            <p:ph type="title"/>
          </p:nvPr>
        </p:nvSpPr>
        <p:spPr/>
        <p:txBody>
          <a:bodyPr/>
          <a:lstStyle/>
          <a:p>
            <a:r>
              <a:rPr lang="nb-NO"/>
              <a:t>Hypoteser Tripletex</a:t>
            </a:r>
          </a:p>
        </p:txBody>
      </p:sp>
      <p:graphicFrame>
        <p:nvGraphicFramePr>
          <p:cNvPr id="4" name="Tabell 4">
            <a:extLst>
              <a:ext uri="{FF2B5EF4-FFF2-40B4-BE49-F238E27FC236}">
                <a16:creationId xmlns:a16="http://schemas.microsoft.com/office/drawing/2014/main" id="{BE491B66-DD23-4D04-A255-CC9E4926577E}"/>
              </a:ext>
            </a:extLst>
          </p:cNvPr>
          <p:cNvGraphicFramePr>
            <a:graphicFrameLocks noGrp="1"/>
          </p:cNvGraphicFramePr>
          <p:nvPr>
            <p:extLst>
              <p:ext uri="{D42A27DB-BD31-4B8C-83A1-F6EECF244321}">
                <p14:modId xmlns:p14="http://schemas.microsoft.com/office/powerpoint/2010/main" val="2155622661"/>
              </p:ext>
            </p:extLst>
          </p:nvPr>
        </p:nvGraphicFramePr>
        <p:xfrm>
          <a:off x="571500" y="966600"/>
          <a:ext cx="7562851" cy="1188720"/>
        </p:xfrm>
        <a:graphic>
          <a:graphicData uri="http://schemas.openxmlformats.org/drawingml/2006/table">
            <a:tbl>
              <a:tblPr firstRow="1" bandRow="1">
                <a:tableStyleId>{5C22544A-7EE6-4342-B048-85BDC9FD1C3A}</a:tableStyleId>
              </a:tblPr>
              <a:tblGrid>
                <a:gridCol w="5124305">
                  <a:extLst>
                    <a:ext uri="{9D8B030D-6E8A-4147-A177-3AD203B41FA5}">
                      <a16:colId xmlns:a16="http://schemas.microsoft.com/office/drawing/2014/main" val="2489503424"/>
                    </a:ext>
                  </a:extLst>
                </a:gridCol>
                <a:gridCol w="2438546">
                  <a:extLst>
                    <a:ext uri="{9D8B030D-6E8A-4147-A177-3AD203B41FA5}">
                      <a16:colId xmlns:a16="http://schemas.microsoft.com/office/drawing/2014/main" val="1492033866"/>
                    </a:ext>
                  </a:extLst>
                </a:gridCol>
              </a:tblGrid>
              <a:tr h="213046">
                <a:tc>
                  <a:txBody>
                    <a:bodyPr/>
                    <a:lstStyle/>
                    <a:p>
                      <a:r>
                        <a:rPr lang="nb-NO" sz="800">
                          <a:solidFill>
                            <a:schemeClr val="tx1"/>
                          </a:solidFill>
                        </a:rPr>
                        <a:t>Annet</a:t>
                      </a:r>
                    </a:p>
                  </a:txBody>
                  <a:tcPr/>
                </a:tc>
                <a:tc>
                  <a:txBody>
                    <a:bodyPr/>
                    <a:lstStyle/>
                    <a:p>
                      <a:r>
                        <a:rPr lang="nb-NO" sz="800">
                          <a:solidFill>
                            <a:schemeClr val="tx1"/>
                          </a:solidFill>
                        </a:rPr>
                        <a:t>Hvem </a:t>
                      </a:r>
                    </a:p>
                  </a:txBody>
                  <a:tcPr/>
                </a:tc>
                <a:extLst>
                  <a:ext uri="{0D108BD9-81ED-4DB2-BD59-A6C34878D82A}">
                    <a16:rowId xmlns:a16="http://schemas.microsoft.com/office/drawing/2014/main" val="811476793"/>
                  </a:ext>
                </a:extLst>
              </a:tr>
              <a:tr h="154684">
                <a:tc>
                  <a:txBody>
                    <a:bodyPr/>
                    <a:lstStyle/>
                    <a:p>
                      <a:r>
                        <a:rPr lang="nb-NO" sz="700" kern="1200">
                          <a:solidFill>
                            <a:schemeClr val="dk1"/>
                          </a:solidFill>
                          <a:latin typeface="+mn-lt"/>
                          <a:ea typeface="+mn-ea"/>
                          <a:cs typeface="+mn-cs"/>
                        </a:rPr>
                        <a:t>Kjøp gjennomføres direkte der og da,</a:t>
                      </a:r>
                    </a:p>
                  </a:txBody>
                  <a:tcPr/>
                </a:tc>
                <a:tc>
                  <a:txBody>
                    <a:bodyPr/>
                    <a:lstStyle/>
                    <a:p>
                      <a:r>
                        <a:rPr lang="nb-NO" sz="800" kern="1200">
                          <a:solidFill>
                            <a:schemeClr val="dk1"/>
                          </a:solidFill>
                          <a:latin typeface="+mn-lt"/>
                          <a:ea typeface="+mn-ea"/>
                          <a:cs typeface="+mn-cs"/>
                        </a:rPr>
                        <a:t>Tripletex id – info autogenereres i STB kjøpslp</a:t>
                      </a:r>
                    </a:p>
                  </a:txBody>
                  <a:tcPr/>
                </a:tc>
                <a:extLst>
                  <a:ext uri="{0D108BD9-81ED-4DB2-BD59-A6C34878D82A}">
                    <a16:rowId xmlns:a16="http://schemas.microsoft.com/office/drawing/2014/main" val="1373337678"/>
                  </a:ext>
                </a:extLst>
              </a:tr>
              <a:tr h="154684">
                <a:tc>
                  <a:txBody>
                    <a:bodyPr/>
                    <a:lstStyle/>
                    <a:p>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148573300"/>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Når et selskap blir nyopprettet i Tripletex – anbefal stb som pensjonsleverandør  = startpakke </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70864380"/>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Små hacks/verktøy som er nyttig for edge cases, eg. regne ut årslønn for timesansatte</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957411104"/>
                  </a:ext>
                </a:extLst>
              </a:tr>
            </a:tbl>
          </a:graphicData>
        </a:graphic>
      </p:graphicFrame>
      <p:graphicFrame>
        <p:nvGraphicFramePr>
          <p:cNvPr id="6" name="Tabell 4">
            <a:extLst>
              <a:ext uri="{FF2B5EF4-FFF2-40B4-BE49-F238E27FC236}">
                <a16:creationId xmlns:a16="http://schemas.microsoft.com/office/drawing/2014/main" id="{6CCE866C-40EC-4000-94A3-DC8FB2929B7B}"/>
              </a:ext>
            </a:extLst>
          </p:cNvPr>
          <p:cNvGraphicFramePr>
            <a:graphicFrameLocks noGrp="1"/>
          </p:cNvGraphicFramePr>
          <p:nvPr>
            <p:extLst>
              <p:ext uri="{D42A27DB-BD31-4B8C-83A1-F6EECF244321}">
                <p14:modId xmlns:p14="http://schemas.microsoft.com/office/powerpoint/2010/main" val="949683359"/>
              </p:ext>
            </p:extLst>
          </p:nvPr>
        </p:nvGraphicFramePr>
        <p:xfrm>
          <a:off x="571500" y="3131820"/>
          <a:ext cx="7562851" cy="1051560"/>
        </p:xfrm>
        <a:graphic>
          <a:graphicData uri="http://schemas.openxmlformats.org/drawingml/2006/table">
            <a:tbl>
              <a:tblPr firstRow="1" bandRow="1">
                <a:tableStyleId>{5C22544A-7EE6-4342-B048-85BDC9FD1C3A}</a:tableStyleId>
              </a:tblPr>
              <a:tblGrid>
                <a:gridCol w="5124305">
                  <a:extLst>
                    <a:ext uri="{9D8B030D-6E8A-4147-A177-3AD203B41FA5}">
                      <a16:colId xmlns:a16="http://schemas.microsoft.com/office/drawing/2014/main" val="2489503424"/>
                    </a:ext>
                  </a:extLst>
                </a:gridCol>
                <a:gridCol w="2438546">
                  <a:extLst>
                    <a:ext uri="{9D8B030D-6E8A-4147-A177-3AD203B41FA5}">
                      <a16:colId xmlns:a16="http://schemas.microsoft.com/office/drawing/2014/main" val="1492033866"/>
                    </a:ext>
                  </a:extLst>
                </a:gridCol>
              </a:tblGrid>
              <a:tr h="213046">
                <a:tc>
                  <a:txBody>
                    <a:bodyPr/>
                    <a:lstStyle/>
                    <a:p>
                      <a:r>
                        <a:rPr lang="nb-NO" sz="800">
                          <a:solidFill>
                            <a:schemeClr val="tx1"/>
                          </a:solidFill>
                        </a:rPr>
                        <a:t>Data</a:t>
                      </a:r>
                    </a:p>
                  </a:txBody>
                  <a:tcPr/>
                </a:tc>
                <a:tc>
                  <a:txBody>
                    <a:bodyPr/>
                    <a:lstStyle/>
                    <a:p>
                      <a:r>
                        <a:rPr lang="nb-NO" sz="800">
                          <a:solidFill>
                            <a:schemeClr val="tx1"/>
                          </a:solidFill>
                        </a:rPr>
                        <a:t>Hvem </a:t>
                      </a:r>
                    </a:p>
                  </a:txBody>
                  <a:tcPr/>
                </a:tc>
                <a:extLst>
                  <a:ext uri="{0D108BD9-81ED-4DB2-BD59-A6C34878D82A}">
                    <a16:rowId xmlns:a16="http://schemas.microsoft.com/office/drawing/2014/main" val="811476793"/>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700" kern="1200">
                          <a:solidFill>
                            <a:schemeClr val="dk1"/>
                          </a:solidFill>
                          <a:latin typeface="+mn-lt"/>
                          <a:ea typeface="+mn-ea"/>
                          <a:cs typeface="+mn-cs"/>
                        </a:rPr>
                        <a:t>Datakvalitet (kunde må oppdatere i Trip flate)</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nb-NO" sz="700" kern="1200">
                          <a:solidFill>
                            <a:schemeClr val="dk1"/>
                          </a:solidFill>
                          <a:latin typeface="+mn-lt"/>
                          <a:ea typeface="+mn-ea"/>
                          <a:cs typeface="+mn-cs"/>
                        </a:rPr>
                        <a:t>Tripletex kunde må bekrefte at info som sendes til STB er riktig før de ber om "tilbud"</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nb-NO" sz="700" kern="1200">
                          <a:solidFill>
                            <a:schemeClr val="dk1"/>
                          </a:solidFill>
                          <a:latin typeface="+mn-lt"/>
                          <a:ea typeface="+mn-ea"/>
                          <a:cs typeface="+mn-cs"/>
                        </a:rPr>
                        <a:t>Verifisering/ utregning av timelønn (sist mnd) – step 2</a:t>
                      </a: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373337678"/>
                  </a:ext>
                </a:extLst>
              </a:tr>
              <a:tr h="154684">
                <a:tc>
                  <a:txBody>
                    <a:bodyPr/>
                    <a:lstStyle/>
                    <a:p>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3148573300"/>
                  </a:ext>
                </a:extLst>
              </a:tr>
              <a:tr h="15468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nb-NO" sz="700" kern="1200">
                        <a:solidFill>
                          <a:schemeClr val="dk1"/>
                        </a:solidFill>
                        <a:latin typeface="+mn-lt"/>
                        <a:ea typeface="+mn-ea"/>
                        <a:cs typeface="+mn-cs"/>
                      </a:endParaRPr>
                    </a:p>
                  </a:txBody>
                  <a:tcPr/>
                </a:tc>
                <a:tc>
                  <a:txBody>
                    <a:bodyPr/>
                    <a:lstStyle/>
                    <a:p>
                      <a:endParaRPr lang="nb-NO" sz="800" kern="1200">
                        <a:solidFill>
                          <a:schemeClr val="dk1"/>
                        </a:solidFill>
                        <a:latin typeface="+mn-lt"/>
                        <a:ea typeface="+mn-ea"/>
                        <a:cs typeface="+mn-cs"/>
                      </a:endParaRPr>
                    </a:p>
                  </a:txBody>
                  <a:tcPr/>
                </a:tc>
                <a:extLst>
                  <a:ext uri="{0D108BD9-81ED-4DB2-BD59-A6C34878D82A}">
                    <a16:rowId xmlns:a16="http://schemas.microsoft.com/office/drawing/2014/main" val="1289684361"/>
                  </a:ext>
                </a:extLst>
              </a:tr>
            </a:tbl>
          </a:graphicData>
        </a:graphic>
      </p:graphicFrame>
      <p:sp>
        <p:nvSpPr>
          <p:cNvPr id="7" name="Ellipse 6">
            <a:extLst>
              <a:ext uri="{FF2B5EF4-FFF2-40B4-BE49-F238E27FC236}">
                <a16:creationId xmlns:a16="http://schemas.microsoft.com/office/drawing/2014/main" id="{0E211610-D0E6-4BEC-950A-B3288F1693FA}"/>
              </a:ext>
            </a:extLst>
          </p:cNvPr>
          <p:cNvSpPr/>
          <p:nvPr/>
        </p:nvSpPr>
        <p:spPr>
          <a:xfrm>
            <a:off x="272980" y="3331819"/>
            <a:ext cx="221064" cy="226721"/>
          </a:xfrm>
          <a:prstGeom prst="ellipse">
            <a:avLst/>
          </a:prstGeom>
          <a:solidFill>
            <a:schemeClr val="accent4">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
        <p:nvSpPr>
          <p:cNvPr id="9" name="Ellipse 8">
            <a:extLst>
              <a:ext uri="{FF2B5EF4-FFF2-40B4-BE49-F238E27FC236}">
                <a16:creationId xmlns:a16="http://schemas.microsoft.com/office/drawing/2014/main" id="{F4966617-8606-471E-9357-2D9FF8E2A681}"/>
              </a:ext>
            </a:extLst>
          </p:cNvPr>
          <p:cNvSpPr/>
          <p:nvPr/>
        </p:nvSpPr>
        <p:spPr>
          <a:xfrm>
            <a:off x="277047" y="1145345"/>
            <a:ext cx="221064" cy="226721"/>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solidFill>
                <a:schemeClr val="tx1"/>
              </a:solidFill>
            </a:endParaRPr>
          </a:p>
        </p:txBody>
      </p:sp>
    </p:spTree>
    <p:extLst>
      <p:ext uri="{BB962C8B-B14F-4D97-AF65-F5344CB8AC3E}">
        <p14:creationId xmlns:p14="http://schemas.microsoft.com/office/powerpoint/2010/main" val="3531383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BFF5BA5-D5C4-46F5-88C9-4373DCA740C4}"/>
              </a:ext>
            </a:extLst>
          </p:cNvPr>
          <p:cNvSpPr>
            <a:spLocks noGrp="1"/>
          </p:cNvSpPr>
          <p:nvPr>
            <p:ph type="title"/>
          </p:nvPr>
        </p:nvSpPr>
        <p:spPr/>
        <p:txBody>
          <a:bodyPr/>
          <a:lstStyle/>
          <a:p>
            <a:r>
              <a:rPr lang="nb-NO" err="1"/>
              <a:t>Miro</a:t>
            </a:r>
            <a:endParaRPr lang="nb-NO"/>
          </a:p>
        </p:txBody>
      </p:sp>
      <p:sp>
        <p:nvSpPr>
          <p:cNvPr id="3" name="Plassholder for innhold 2">
            <a:extLst>
              <a:ext uri="{FF2B5EF4-FFF2-40B4-BE49-F238E27FC236}">
                <a16:creationId xmlns:a16="http://schemas.microsoft.com/office/drawing/2014/main" id="{04F19CC9-D9C3-40D1-BBCD-29E8A639484F}"/>
              </a:ext>
            </a:extLst>
          </p:cNvPr>
          <p:cNvSpPr>
            <a:spLocks noGrp="1"/>
          </p:cNvSpPr>
          <p:nvPr>
            <p:ph idx="1"/>
          </p:nvPr>
        </p:nvSpPr>
        <p:spPr/>
        <p:txBody>
          <a:bodyPr/>
          <a:lstStyle/>
          <a:p>
            <a:pPr marL="0" indent="0">
              <a:buNone/>
            </a:pPr>
            <a:r>
              <a:rPr lang="nb-NO"/>
              <a:t>Link til </a:t>
            </a:r>
            <a:r>
              <a:rPr lang="nb-NO" err="1"/>
              <a:t>miroboard</a:t>
            </a:r>
            <a:r>
              <a:rPr lang="nb-NO"/>
              <a:t>: </a:t>
            </a:r>
            <a:r>
              <a:rPr lang="nb-NO">
                <a:hlinkClick r:id="rId2"/>
              </a:rPr>
              <a:t>https://miro.com/app/board/uXjVOeMFDwQ=/</a:t>
            </a:r>
            <a:endParaRPr lang="nb-NO"/>
          </a:p>
          <a:p>
            <a:pPr marL="0" indent="0">
              <a:buNone/>
            </a:pPr>
            <a:endParaRPr lang="nb-NO"/>
          </a:p>
        </p:txBody>
      </p:sp>
    </p:spTree>
    <p:extLst>
      <p:ext uri="{BB962C8B-B14F-4D97-AF65-F5344CB8AC3E}">
        <p14:creationId xmlns:p14="http://schemas.microsoft.com/office/powerpoint/2010/main" val="1574951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3DB4DC4-047E-46DA-B5B9-2CABAC209F7C}"/>
              </a:ext>
            </a:extLst>
          </p:cNvPr>
          <p:cNvSpPr>
            <a:spLocks noGrp="1"/>
          </p:cNvSpPr>
          <p:nvPr>
            <p:ph type="title"/>
          </p:nvPr>
        </p:nvSpPr>
        <p:spPr/>
        <p:txBody>
          <a:bodyPr/>
          <a:lstStyle/>
          <a:p>
            <a:r>
              <a:rPr lang="nb-NO"/>
              <a:t>Dagens prosess</a:t>
            </a:r>
          </a:p>
        </p:txBody>
      </p:sp>
    </p:spTree>
    <p:extLst>
      <p:ext uri="{BB962C8B-B14F-4D97-AF65-F5344CB8AC3E}">
        <p14:creationId xmlns:p14="http://schemas.microsoft.com/office/powerpoint/2010/main" val="127046946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pic>
        <p:nvPicPr>
          <p:cNvPr id="6" name="Bilde 5">
            <a:extLst>
              <a:ext uri="{FF2B5EF4-FFF2-40B4-BE49-F238E27FC236}">
                <a16:creationId xmlns:a16="http://schemas.microsoft.com/office/drawing/2014/main" id="{A6C558C1-49ED-4E96-8317-323201F7973F}"/>
              </a:ext>
            </a:extLst>
          </p:cNvPr>
          <p:cNvPicPr>
            <a:picLocks noChangeAspect="1"/>
          </p:cNvPicPr>
          <p:nvPr/>
        </p:nvPicPr>
        <p:blipFill rotWithShape="1">
          <a:blip r:embed="rId3"/>
          <a:srcRect r="6959" b="11879"/>
          <a:stretch/>
        </p:blipFill>
        <p:spPr>
          <a:xfrm>
            <a:off x="289267" y="829656"/>
            <a:ext cx="7327591" cy="3484188"/>
          </a:xfrm>
          <a:prstGeom prst="rect">
            <a:avLst/>
          </a:prstGeom>
        </p:spPr>
      </p:pic>
      <p:sp>
        <p:nvSpPr>
          <p:cNvPr id="414" name="Google Shape;414;ged9dd0f367_0_13"/>
          <p:cNvSpPr txBox="1">
            <a:spLocks noGrp="1"/>
          </p:cNvSpPr>
          <p:nvPr>
            <p:ph type="title"/>
          </p:nvPr>
        </p:nvSpPr>
        <p:spPr>
          <a:xfrm>
            <a:off x="571500" y="360000"/>
            <a:ext cx="8115300" cy="6066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accent6"/>
              </a:buClr>
              <a:buSzPts val="2200"/>
              <a:buFont typeface="Verdana"/>
              <a:buNone/>
            </a:pPr>
            <a:r>
              <a:rPr lang="no-NO"/>
              <a:t>Steg 1</a:t>
            </a:r>
            <a:endParaRPr/>
          </a:p>
        </p:txBody>
      </p:sp>
      <p:pic>
        <p:nvPicPr>
          <p:cNvPr id="416" name="Google Shape;416;ged9dd0f367_0_13"/>
          <p:cNvPicPr preferRelativeResize="0"/>
          <p:nvPr/>
        </p:nvPicPr>
        <p:blipFill>
          <a:blip r:embed="rId4">
            <a:alphaModFix/>
          </a:blip>
          <a:stretch>
            <a:fillRect/>
          </a:stretch>
        </p:blipFill>
        <p:spPr>
          <a:xfrm>
            <a:off x="1168605" y="829656"/>
            <a:ext cx="6527726" cy="3706425"/>
          </a:xfrm>
          <a:prstGeom prst="rect">
            <a:avLst/>
          </a:prstGeom>
          <a:noFill/>
          <a:ln>
            <a:noFill/>
          </a:ln>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tel 3">
            <a:extLst>
              <a:ext uri="{FF2B5EF4-FFF2-40B4-BE49-F238E27FC236}">
                <a16:creationId xmlns:a16="http://schemas.microsoft.com/office/drawing/2014/main" id="{173AF090-1E8C-4338-9087-89B08F8C4D56}"/>
              </a:ext>
            </a:extLst>
          </p:cNvPr>
          <p:cNvSpPr>
            <a:spLocks noGrp="1"/>
          </p:cNvSpPr>
          <p:nvPr>
            <p:ph type="title"/>
          </p:nvPr>
        </p:nvSpPr>
        <p:spPr/>
        <p:txBody>
          <a:bodyPr/>
          <a:lstStyle/>
          <a:p>
            <a:r>
              <a:rPr lang="nb-NO"/>
              <a:t>Steg 2</a:t>
            </a:r>
          </a:p>
        </p:txBody>
      </p:sp>
      <p:pic>
        <p:nvPicPr>
          <p:cNvPr id="6" name="Bilde 5">
            <a:extLst>
              <a:ext uri="{FF2B5EF4-FFF2-40B4-BE49-F238E27FC236}">
                <a16:creationId xmlns:a16="http://schemas.microsoft.com/office/drawing/2014/main" id="{7290160D-6C38-4E58-8AC2-0C784277B17B}"/>
              </a:ext>
            </a:extLst>
          </p:cNvPr>
          <p:cNvPicPr>
            <a:picLocks noChangeAspect="1"/>
          </p:cNvPicPr>
          <p:nvPr/>
        </p:nvPicPr>
        <p:blipFill>
          <a:blip r:embed="rId3"/>
          <a:stretch>
            <a:fillRect/>
          </a:stretch>
        </p:blipFill>
        <p:spPr>
          <a:xfrm>
            <a:off x="1203667" y="966600"/>
            <a:ext cx="6736666" cy="3382036"/>
          </a:xfrm>
          <a:prstGeom prst="rect">
            <a:avLst/>
          </a:prstGeom>
        </p:spPr>
      </p:pic>
      <p:sp>
        <p:nvSpPr>
          <p:cNvPr id="3" name="TekstSylinder 2">
            <a:extLst>
              <a:ext uri="{FF2B5EF4-FFF2-40B4-BE49-F238E27FC236}">
                <a16:creationId xmlns:a16="http://schemas.microsoft.com/office/drawing/2014/main" id="{91289FF1-D4B4-462A-BDA7-7453DB5035C8}"/>
              </a:ext>
            </a:extLst>
          </p:cNvPr>
          <p:cNvSpPr txBox="1"/>
          <p:nvPr/>
        </p:nvSpPr>
        <p:spPr>
          <a:xfrm>
            <a:off x="2234869" y="1384320"/>
            <a:ext cx="2488645" cy="461665"/>
          </a:xfrm>
          <a:prstGeom prst="rect">
            <a:avLst/>
          </a:prstGeom>
          <a:solidFill>
            <a:srgbClr val="CCECFF"/>
          </a:solidFill>
        </p:spPr>
        <p:txBody>
          <a:bodyPr wrap="square" lIns="91440" tIns="45720" rIns="91440" bIns="45720" rtlCol="0" anchor="t">
            <a:spAutoFit/>
          </a:bodyPr>
          <a:lstStyle/>
          <a:p>
            <a:r>
              <a:rPr lang="nb-NO" sz="900" b="1">
                <a:latin typeface="Calibri"/>
                <a:ea typeface="Calibri" panose="020F0502020204030204" pitchFamily="34" charset="0"/>
                <a:cs typeface="Times New Roman"/>
              </a:rPr>
              <a:t>Pensjon</a:t>
            </a:r>
          </a:p>
          <a:p>
            <a:r>
              <a:rPr lang="nb-NO" sz="500">
                <a:latin typeface="Calibri"/>
                <a:ea typeface="Calibri" panose="020F0502020204030204" pitchFamily="34" charset="0"/>
                <a:cs typeface="Times New Roman"/>
              </a:rPr>
              <a:t>En god pensjonsordning bidrar til å gjøre deg til en attraktiv arbeidsgiver. Med Storebrands 250 års erfaring med pensjon er du i trygge hender. Få tilbud på pensjon fra Storebrand med bare ett par klikk.</a:t>
            </a:r>
          </a:p>
        </p:txBody>
      </p:sp>
      <p:sp>
        <p:nvSpPr>
          <p:cNvPr id="5" name="TekstSylinder 4">
            <a:extLst>
              <a:ext uri="{FF2B5EF4-FFF2-40B4-BE49-F238E27FC236}">
                <a16:creationId xmlns:a16="http://schemas.microsoft.com/office/drawing/2014/main" id="{E8E22296-A942-4D73-9461-22D545B1AAF2}"/>
              </a:ext>
            </a:extLst>
          </p:cNvPr>
          <p:cNvSpPr txBox="1"/>
          <p:nvPr/>
        </p:nvSpPr>
        <p:spPr>
          <a:xfrm>
            <a:off x="2224720" y="2840278"/>
            <a:ext cx="1815101" cy="697307"/>
          </a:xfrm>
          <a:prstGeom prst="rect">
            <a:avLst/>
          </a:prstGeom>
          <a:solidFill>
            <a:srgbClr val="CCECFF"/>
          </a:solidFill>
        </p:spPr>
        <p:txBody>
          <a:bodyPr wrap="square" lIns="91440" tIns="45720" rIns="91440" bIns="45720" rtlCol="0" anchor="t">
            <a:spAutoFit/>
          </a:bodyPr>
          <a:lstStyle/>
          <a:p>
            <a:pPr lvl="0" algn="ctr">
              <a:lnSpc>
                <a:spcPct val="107000"/>
              </a:lnSpc>
            </a:pPr>
            <a:r>
              <a:rPr lang="nb-NO" sz="700" b="1">
                <a:effectLst/>
                <a:latin typeface="Calibri"/>
                <a:ea typeface="Calibri" panose="020F0502020204030204" pitchFamily="34" charset="0"/>
                <a:cs typeface="Times New Roman"/>
              </a:rPr>
              <a:t>Få tilbud på pensjon med ett par klikk</a:t>
            </a:r>
          </a:p>
          <a:p>
            <a:pPr lvl="0" algn="ctr">
              <a:lnSpc>
                <a:spcPct val="107000"/>
              </a:lnSpc>
            </a:pPr>
            <a:r>
              <a:rPr lang="nb-NO" sz="600">
                <a:effectLst/>
                <a:latin typeface="Calibri"/>
                <a:ea typeface="Calibri" panose="020F0502020204030204" pitchFamily="34" charset="0"/>
                <a:cs typeface="Times New Roman"/>
              </a:rPr>
              <a:t>Vi samler inn nødvendig informasjon som Storebrand trenger, og sørger for at det blir overført på en smidig måte. Dette gjør at du kan få tilbud på pensjon med bare ett par klikk. Enklere blir det ikke.</a:t>
            </a:r>
          </a:p>
          <a:p>
            <a:pPr lvl="0" algn="ctr">
              <a:lnSpc>
                <a:spcPct val="107000"/>
              </a:lnSpc>
            </a:pPr>
            <a:endParaRPr lang="nb-NO" sz="600">
              <a:effectLst/>
              <a:latin typeface="Calibri"/>
              <a:ea typeface="Calibri" panose="020F0502020204030204" pitchFamily="34" charset="0"/>
              <a:cs typeface="Times New Roman"/>
            </a:endParaRPr>
          </a:p>
        </p:txBody>
      </p:sp>
      <p:sp>
        <p:nvSpPr>
          <p:cNvPr id="7" name="TekstSylinder 6">
            <a:extLst>
              <a:ext uri="{FF2B5EF4-FFF2-40B4-BE49-F238E27FC236}">
                <a16:creationId xmlns:a16="http://schemas.microsoft.com/office/drawing/2014/main" id="{148AEFCB-27F9-4DC2-A41B-B21D8599862C}"/>
              </a:ext>
            </a:extLst>
          </p:cNvPr>
          <p:cNvSpPr txBox="1"/>
          <p:nvPr/>
        </p:nvSpPr>
        <p:spPr>
          <a:xfrm>
            <a:off x="4132312" y="2859595"/>
            <a:ext cx="1857124" cy="697307"/>
          </a:xfrm>
          <a:prstGeom prst="rect">
            <a:avLst/>
          </a:prstGeom>
          <a:solidFill>
            <a:srgbClr val="CCECFF"/>
          </a:solidFill>
        </p:spPr>
        <p:txBody>
          <a:bodyPr wrap="square" lIns="91440" tIns="45720" rIns="91440" bIns="45720" rtlCol="0" anchor="t">
            <a:spAutoFit/>
          </a:bodyPr>
          <a:lstStyle/>
          <a:p>
            <a:pPr algn="ctr">
              <a:lnSpc>
                <a:spcPct val="107000"/>
              </a:lnSpc>
            </a:pPr>
            <a:r>
              <a:rPr lang="nb-NO" sz="700" b="1">
                <a:latin typeface="Calibri"/>
                <a:ea typeface="Calibri" panose="020F0502020204030204" pitchFamily="34" charset="0"/>
                <a:cs typeface="Times New Roman"/>
              </a:rPr>
              <a:t>Tilpasset dine behov</a:t>
            </a:r>
          </a:p>
          <a:p>
            <a:pPr lvl="0" algn="ctr">
              <a:lnSpc>
                <a:spcPct val="107000"/>
              </a:lnSpc>
            </a:pPr>
            <a:r>
              <a:rPr lang="nb-NO" sz="600">
                <a:latin typeface="Calibri"/>
                <a:ea typeface="Calibri" panose="020F0502020204030204" pitchFamily="34" charset="0"/>
                <a:cs typeface="Times New Roman"/>
              </a:rPr>
              <a:t>Tilbudet er selvsagt helt uforpliktende. Skulle du takke ja til tilbudet, så vil Storebrand sikre at du får en pensjonsordning som er tilpasset bedriften din, basert på bransjenorm og dine behov.</a:t>
            </a:r>
          </a:p>
          <a:p>
            <a:pPr lvl="0" algn="ctr">
              <a:lnSpc>
                <a:spcPct val="107000"/>
              </a:lnSpc>
            </a:pPr>
            <a:endParaRPr lang="nb-NO" sz="600">
              <a:solidFill>
                <a:schemeClr val="accent4">
                  <a:lumMod val="50000"/>
                </a:schemeClr>
              </a:solidFill>
              <a:latin typeface="Calibri"/>
              <a:ea typeface="Calibri" panose="020F0502020204030204" pitchFamily="34" charset="0"/>
              <a:cs typeface="Times New Roman"/>
            </a:endParaRPr>
          </a:p>
        </p:txBody>
      </p:sp>
      <p:sp>
        <p:nvSpPr>
          <p:cNvPr id="8" name="TekstSylinder 7">
            <a:extLst>
              <a:ext uri="{FF2B5EF4-FFF2-40B4-BE49-F238E27FC236}">
                <a16:creationId xmlns:a16="http://schemas.microsoft.com/office/drawing/2014/main" id="{708FFBFC-7D8F-45CE-8ADD-11D81352D754}"/>
              </a:ext>
            </a:extLst>
          </p:cNvPr>
          <p:cNvSpPr txBox="1"/>
          <p:nvPr/>
        </p:nvSpPr>
        <p:spPr>
          <a:xfrm>
            <a:off x="6057334" y="2863766"/>
            <a:ext cx="1815101" cy="661720"/>
          </a:xfrm>
          <a:prstGeom prst="rect">
            <a:avLst/>
          </a:prstGeom>
          <a:solidFill>
            <a:srgbClr val="CCECFF"/>
          </a:solidFill>
        </p:spPr>
        <p:txBody>
          <a:bodyPr wrap="square" lIns="91440" tIns="45720" rIns="91440" bIns="45720" rtlCol="0" anchor="t">
            <a:spAutoFit/>
          </a:bodyPr>
          <a:lstStyle/>
          <a:p>
            <a:pPr algn="ctr"/>
            <a:r>
              <a:rPr lang="nb-NO" sz="700" b="1">
                <a:latin typeface="Calibri"/>
                <a:cs typeface="Times New Roman"/>
              </a:rPr>
              <a:t> Bærekraft og lønnsomhet går hånd i hånd</a:t>
            </a:r>
          </a:p>
          <a:p>
            <a:pPr algn="ctr"/>
            <a:r>
              <a:rPr lang="nb-NO" sz="600" b="0">
                <a:effectLst/>
                <a:latin typeface="Calibri" panose="020F0502020204030204" pitchFamily="34" charset="0"/>
                <a:cs typeface="Calibri" panose="020F0502020204030204" pitchFamily="34" charset="0"/>
              </a:rPr>
              <a:t>Med Storebrand får du en pensjonsleverandør som har lang erfaring med bærekraftige investeringer og som </a:t>
            </a:r>
            <a:r>
              <a:rPr lang="nb-NO" sz="600">
                <a:latin typeface="Calibri" panose="020F0502020204030204" pitchFamily="34" charset="0"/>
                <a:cs typeface="Calibri" panose="020F0502020204030204" pitchFamily="34" charset="0"/>
              </a:rPr>
              <a:t>tilbyr pensjonsløsninger som både gir en trygg økonomisk fremtid  for dine ansatte og bidrar til å bevege verden i riktig retning.</a:t>
            </a:r>
          </a:p>
        </p:txBody>
      </p:sp>
    </p:spTree>
    <p:extLst>
      <p:ext uri="{BB962C8B-B14F-4D97-AF65-F5344CB8AC3E}">
        <p14:creationId xmlns:p14="http://schemas.microsoft.com/office/powerpoint/2010/main" val="26462824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pic>
        <p:nvPicPr>
          <p:cNvPr id="430" name="Google Shape;430;p11"/>
          <p:cNvPicPr preferRelativeResize="0"/>
          <p:nvPr/>
        </p:nvPicPr>
        <p:blipFill rotWithShape="1">
          <a:blip r:embed="rId3">
            <a:alphaModFix/>
          </a:blip>
          <a:srcRect l="8272" t="14425" r="61067" b="11424"/>
          <a:stretch/>
        </p:blipFill>
        <p:spPr>
          <a:xfrm>
            <a:off x="2988796" y="613425"/>
            <a:ext cx="3030051" cy="3916650"/>
          </a:xfrm>
          <a:prstGeom prst="rect">
            <a:avLst/>
          </a:prstGeom>
          <a:noFill/>
          <a:ln>
            <a:noFill/>
          </a:ln>
        </p:spPr>
      </p:pic>
      <p:sp>
        <p:nvSpPr>
          <p:cNvPr id="431" name="Google Shape;431;p11"/>
          <p:cNvSpPr txBox="1">
            <a:spLocks noGrp="1"/>
          </p:cNvSpPr>
          <p:nvPr>
            <p:ph type="title"/>
          </p:nvPr>
        </p:nvSpPr>
        <p:spPr>
          <a:xfrm>
            <a:off x="571500" y="360000"/>
            <a:ext cx="8115300" cy="6066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accent6"/>
              </a:buClr>
              <a:buSzPts val="2200"/>
              <a:buFont typeface="Verdana"/>
              <a:buNone/>
            </a:pPr>
            <a:r>
              <a:rPr lang="no-NO"/>
              <a:t>Steg 3</a:t>
            </a:r>
            <a:endParaRPr/>
          </a:p>
        </p:txBody>
      </p:sp>
      <p:sp>
        <p:nvSpPr>
          <p:cNvPr id="434" name="Google Shape;434;p11"/>
          <p:cNvSpPr/>
          <p:nvPr/>
        </p:nvSpPr>
        <p:spPr>
          <a:xfrm>
            <a:off x="3138096" y="783561"/>
            <a:ext cx="1682217" cy="1694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Verdana"/>
              <a:ea typeface="Verdana"/>
              <a:cs typeface="Verdana"/>
              <a:sym typeface="Verdana"/>
            </a:endParaRPr>
          </a:p>
        </p:txBody>
      </p:sp>
      <p:sp>
        <p:nvSpPr>
          <p:cNvPr id="435" name="Google Shape;435;p11"/>
          <p:cNvSpPr txBox="1"/>
          <p:nvPr/>
        </p:nvSpPr>
        <p:spPr>
          <a:xfrm>
            <a:off x="3089899" y="734492"/>
            <a:ext cx="1682217"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no-NO" sz="800">
                <a:solidFill>
                  <a:schemeClr val="dk1"/>
                </a:solidFill>
                <a:latin typeface="Verdana"/>
                <a:ea typeface="Verdana"/>
                <a:cs typeface="Verdana"/>
                <a:sym typeface="Verdana"/>
              </a:rPr>
              <a:t>Få tilbud på pensjon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36CE3B1-3AAC-4B47-92B5-DF63E001F927}"/>
              </a:ext>
            </a:extLst>
          </p:cNvPr>
          <p:cNvSpPr>
            <a:spLocks noGrp="1"/>
          </p:cNvSpPr>
          <p:nvPr>
            <p:ph type="title"/>
          </p:nvPr>
        </p:nvSpPr>
        <p:spPr/>
        <p:txBody>
          <a:bodyPr/>
          <a:lstStyle/>
          <a:p>
            <a:r>
              <a:rPr lang="nb-NO"/>
              <a:t>Kundereise Salg </a:t>
            </a:r>
          </a:p>
        </p:txBody>
      </p:sp>
      <p:pic>
        <p:nvPicPr>
          <p:cNvPr id="4098" name="Bilde 2">
            <a:extLst>
              <a:ext uri="{FF2B5EF4-FFF2-40B4-BE49-F238E27FC236}">
                <a16:creationId xmlns:a16="http://schemas.microsoft.com/office/drawing/2014/main" id="{CD70BA65-2339-4CFF-9A8E-4588D5539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01" y="891185"/>
            <a:ext cx="8041899" cy="3756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3434242"/>
      </p:ext>
    </p:extLst>
  </p:cSld>
  <p:clrMapOvr>
    <a:masterClrMapping/>
  </p:clrMapOvr>
</p:sld>
</file>

<file path=ppt/theme/theme1.xml><?xml version="1.0" encoding="utf-8"?>
<a:theme xmlns:a="http://schemas.openxmlformats.org/drawingml/2006/main" name="Company 2021">
  <a:themeElements>
    <a:clrScheme name="Company 2021">
      <a:dk1>
        <a:srgbClr val="000000"/>
      </a:dk1>
      <a:lt1>
        <a:srgbClr val="FFFFFF"/>
      </a:lt1>
      <a:dk2>
        <a:srgbClr val="000000"/>
      </a:dk2>
      <a:lt2>
        <a:srgbClr val="FFFFFF"/>
      </a:lt2>
      <a:accent1>
        <a:srgbClr val="FDF4E6"/>
      </a:accent1>
      <a:accent2>
        <a:srgbClr val="F5E4C7"/>
      </a:accent2>
      <a:accent3>
        <a:srgbClr val="E8F3E1"/>
      </a:accent3>
      <a:accent4>
        <a:srgbClr val="C6E7C1"/>
      </a:accent4>
      <a:accent5>
        <a:srgbClr val="DA291C"/>
      </a:accent5>
      <a:accent6>
        <a:srgbClr val="BF0900"/>
      </a:accent6>
      <a:hlink>
        <a:srgbClr val="BF0900"/>
      </a:hlink>
      <a:folHlink>
        <a:srgbClr val="5B462B"/>
      </a:folHlink>
    </a:clrScheme>
    <a:fontScheme name="Folio">
      <a:majorFont>
        <a:latin typeface="Verdana"/>
        <a:ea typeface=""/>
        <a:cs typeface=""/>
        <a:font script="Jpan" typeface="ＭＳ 明朝"/>
        <a:font script="Hans" typeface="宋体"/>
        <a:font script="Hant" typeface="新細明體"/>
      </a:majorFont>
      <a:minorFont>
        <a:latin typeface="Verdana"/>
        <a:ea typeface=""/>
        <a:cs typeface=""/>
        <a:font script="Jpan" typeface="ＭＳ 明朝"/>
        <a:font script="Hans" typeface="宋体"/>
        <a:font script="Hant" typeface="新細明體"/>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a:solidFill>
            <a:schemeClr val="accent5"/>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1Mal Storebrand.potx" id="{7F0A0B8F-582E-4391-A12A-4AE06402904B}" vid="{8A3F6345-033A-4FB2-A0B0-D53F1E2FCDB5}"/>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92797F43A1AA41A73B6984EE5F6563" ma:contentTypeVersion="13" ma:contentTypeDescription="Create a new document." ma:contentTypeScope="" ma:versionID="b91504213670c49cd74b42f5f4707c67">
  <xsd:schema xmlns:xsd="http://www.w3.org/2001/XMLSchema" xmlns:xs="http://www.w3.org/2001/XMLSchema" xmlns:p="http://schemas.microsoft.com/office/2006/metadata/properties" xmlns:ns2="1583ab8d-8bf9-4e4b-9234-373895614aa2" xmlns:ns3="eebcfce1-5823-48d2-ad4a-6ffd98389b0d" targetNamespace="http://schemas.microsoft.com/office/2006/metadata/properties" ma:root="true" ma:fieldsID="07ecd03aefc2d711b1fc489d2e5527e1" ns2:_="" ns3:_="">
    <xsd:import namespace="1583ab8d-8bf9-4e4b-9234-373895614aa2"/>
    <xsd:import namespace="eebcfce1-5823-48d2-ad4a-6ffd98389b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83ab8d-8bf9-4e4b-9234-373895614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90f9247-10a2-44e6-a579-5446f749d122"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bcfce1-5823-48d2-ad4a-6ffd98389b0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e2ef1c7-27ce-40b9-956e-8907e4257748}" ma:internalName="TaxCatchAll" ma:showField="CatchAllData" ma:web="eebcfce1-5823-48d2-ad4a-6ffd98389b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ebcfce1-5823-48d2-ad4a-6ffd98389b0d" xsi:nil="true"/>
    <lcf76f155ced4ddcb4097134ff3c332f xmlns="1583ab8d-8bf9-4e4b-9234-373895614aa2">
      <Terms xmlns="http://schemas.microsoft.com/office/infopath/2007/PartnerControls"/>
    </lcf76f155ced4ddcb4097134ff3c332f>
    <SharedWithUsers xmlns="eebcfce1-5823-48d2-ad4a-6ffd98389b0d">
      <UserInfo>
        <DisplayName/>
        <AccountId xsi:nil="true"/>
        <AccountType/>
      </UserInfo>
    </SharedWithUsers>
  </documentManagement>
</p:properties>
</file>

<file path=customXml/itemProps1.xml><?xml version="1.0" encoding="utf-8"?>
<ds:datastoreItem xmlns:ds="http://schemas.openxmlformats.org/officeDocument/2006/customXml" ds:itemID="{4CE5F421-F694-448B-9EB8-7D3B6D74C4D9}">
  <ds:schemaRefs>
    <ds:schemaRef ds:uri="http://schemas.microsoft.com/sharepoint/v3/contenttype/forms"/>
  </ds:schemaRefs>
</ds:datastoreItem>
</file>

<file path=customXml/itemProps2.xml><?xml version="1.0" encoding="utf-8"?>
<ds:datastoreItem xmlns:ds="http://schemas.openxmlformats.org/officeDocument/2006/customXml" ds:itemID="{B474956F-EDB3-4150-A008-E34B7E78D20F}"/>
</file>

<file path=customXml/itemProps3.xml><?xml version="1.0" encoding="utf-8"?>
<ds:datastoreItem xmlns:ds="http://schemas.openxmlformats.org/officeDocument/2006/customXml" ds:itemID="{DB5AAFA5-23CF-42B3-A21F-439DDE05FDB6}">
  <ds:schemaRefs>
    <ds:schemaRef ds:uri="64d7575a-d24b-4b2d-82a6-e48942679143"/>
    <ds:schemaRef ds:uri="6f78209a-9f61-46b3-8c83-a35e8fba11c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Application>Microsoft Office PowerPoint</Application>
  <PresentationFormat>On-screen Show (16:9)</PresentationFormat>
  <Slides>18</Slides>
  <Notes>3</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Company 2021</vt:lpstr>
      <vt:lpstr>Tripletex hypoteser  Pensjon</vt:lpstr>
      <vt:lpstr>Bakgrunn</vt:lpstr>
      <vt:lpstr>Dagens løsning med leads fra Tripletex er lovende, men konverteringen er lav</vt:lpstr>
      <vt:lpstr>Fire hypoteser kan testes ut for å utforske distribusjon i et økosystem – og styrke det strategiske samarbeidet med Tripletex </vt:lpstr>
      <vt:lpstr>75% av kundene i segmentet bruker regnskapsfører, og alle bruker regnskapsprogram, Tripletex er markedsledende</vt:lpstr>
      <vt:lpstr>Hypoteser </vt:lpstr>
      <vt:lpstr>Veien videre Tripletex</vt:lpstr>
      <vt:lpstr>Hypoteser Tripletex</vt:lpstr>
      <vt:lpstr>Hypoteser Tripletex</vt:lpstr>
      <vt:lpstr>Hypoteser Tripletex</vt:lpstr>
      <vt:lpstr>Hypoteser Tripletex</vt:lpstr>
      <vt:lpstr>Hypoteser Tripletex</vt:lpstr>
      <vt:lpstr>Miro</vt:lpstr>
      <vt:lpstr>Dagens prosess</vt:lpstr>
      <vt:lpstr>Steg 1</vt:lpstr>
      <vt:lpstr>Steg 2</vt:lpstr>
      <vt:lpstr>Steg 3</vt:lpstr>
      <vt:lpstr>Kundereise Salg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Tripletex hypoteser  Pensjon</dc:title>
  <dc:creator>Øyen, Martin</dc:creator>
  <cp:revision>1</cp:revision>
  <dcterms:created xsi:type="dcterms:W3CDTF">2022-02-28T13:25:09Z</dcterms:created>
  <dcterms:modified xsi:type="dcterms:W3CDTF">2022-03-03T14:44:26Z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3d8a03-6c4f-48cf-a1a6-1b38e749645c_Enabled">
    <vt:lpwstr>true</vt:lpwstr>
  </property>
  <property fmtid="{D5CDD505-2E9C-101B-9397-08002B2CF9AE}" pid="3" name="MSIP_Label_8c3d8a03-6c4f-48cf-a1a6-1b38e749645c_SetDate">
    <vt:lpwstr>2020-12-17T08:36:32Z</vt:lpwstr>
  </property>
  <property fmtid="{D5CDD505-2E9C-101B-9397-08002B2CF9AE}" pid="4" name="MSIP_Label_8c3d8a03-6c4f-48cf-a1a6-1b38e749645c_Method">
    <vt:lpwstr>Standard</vt:lpwstr>
  </property>
  <property fmtid="{D5CDD505-2E9C-101B-9397-08002B2CF9AE}" pid="5" name="MSIP_Label_8c3d8a03-6c4f-48cf-a1a6-1b38e749645c_Name">
    <vt:lpwstr>Internal</vt:lpwstr>
  </property>
  <property fmtid="{D5CDD505-2E9C-101B-9397-08002B2CF9AE}" pid="6" name="MSIP_Label_8c3d8a03-6c4f-48cf-a1a6-1b38e749645c_SiteId">
    <vt:lpwstr>44b5383f-aeed-4959-a674-24d907b93966</vt:lpwstr>
  </property>
  <property fmtid="{D5CDD505-2E9C-101B-9397-08002B2CF9AE}" pid="7" name="MSIP_Label_8c3d8a03-6c4f-48cf-a1a6-1b38e749645c_ActionId">
    <vt:lpwstr>a15721ed-75a1-4e50-9fd1-02fbdf5edc3e</vt:lpwstr>
  </property>
  <property fmtid="{D5CDD505-2E9C-101B-9397-08002B2CF9AE}" pid="8" name="MSIP_Label_8c3d8a03-6c4f-48cf-a1a6-1b38e749645c_ContentBits">
    <vt:lpwstr>0</vt:lpwstr>
  </property>
  <property fmtid="{D5CDD505-2E9C-101B-9397-08002B2CF9AE}" pid="9" name="ContentTypeId">
    <vt:lpwstr>0x0101004A92797F43A1AA41A73B6984EE5F6563</vt:lpwstr>
  </property>
  <property fmtid="{D5CDD505-2E9C-101B-9397-08002B2CF9AE}" pid="10" name="_AdHocReviewCycleID">
    <vt:i4>34899812</vt:i4>
  </property>
  <property fmtid="{D5CDD505-2E9C-101B-9397-08002B2CF9AE}" pid="11" name="_NewReviewCycle">
    <vt:lpwstr/>
  </property>
  <property fmtid="{D5CDD505-2E9C-101B-9397-08002B2CF9AE}" pid="12" name="_EmailSubject">
    <vt:lpwstr>Pptx filer</vt:lpwstr>
  </property>
  <property fmtid="{D5CDD505-2E9C-101B-9397-08002B2CF9AE}" pid="13" name="_AuthorEmail">
    <vt:lpwstr>birgitte.ullevoldsater@storebrand.no</vt:lpwstr>
  </property>
  <property fmtid="{D5CDD505-2E9C-101B-9397-08002B2CF9AE}" pid="14" name="_AuthorEmailDisplayName">
    <vt:lpwstr>Ullevoldsæter, Birgitte</vt:lpwstr>
  </property>
  <property fmtid="{D5CDD505-2E9C-101B-9397-08002B2CF9AE}" pid="15" name="_PreviousAdHocReviewCycleID">
    <vt:i4>249612265</vt:i4>
  </property>
  <property fmtid="{D5CDD505-2E9C-101B-9397-08002B2CF9AE}" pid="16" name="Order">
    <vt:r8>1200</vt:r8>
  </property>
  <property fmtid="{D5CDD505-2E9C-101B-9397-08002B2CF9AE}" pid="17" name="xd_Signature">
    <vt:bool>false</vt:bool>
  </property>
  <property fmtid="{D5CDD505-2E9C-101B-9397-08002B2CF9AE}" pid="18" name="xd_ProgID">
    <vt:lpwstr/>
  </property>
  <property fmtid="{D5CDD505-2E9C-101B-9397-08002B2CF9AE}" pid="19" name="_SourceUrl">
    <vt:lpwstr/>
  </property>
  <property fmtid="{D5CDD505-2E9C-101B-9397-08002B2CF9AE}" pid="20" name="_SharedFileIndex">
    <vt:lpwstr/>
  </property>
  <property fmtid="{D5CDD505-2E9C-101B-9397-08002B2CF9AE}" pid="21" name="ComplianceAssetId">
    <vt:lpwstr/>
  </property>
  <property fmtid="{D5CDD505-2E9C-101B-9397-08002B2CF9AE}" pid="22" name="TemplateUrl">
    <vt:lpwstr/>
  </property>
  <property fmtid="{D5CDD505-2E9C-101B-9397-08002B2CF9AE}" pid="23" name="_ExtendedDescription">
    <vt:lpwstr/>
  </property>
  <property fmtid="{D5CDD505-2E9C-101B-9397-08002B2CF9AE}" pid="24" name="TriggerFlowInfo">
    <vt:lpwstr/>
  </property>
</Properties>
</file>