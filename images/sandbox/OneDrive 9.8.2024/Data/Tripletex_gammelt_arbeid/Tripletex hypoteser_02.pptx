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43" r:id="rId4"/>
  </p:sldMasterIdLst>
  <p:notesMasterIdLst>
    <p:notesMasterId r:id="rId13"/>
  </p:notesMasterIdLst>
  <p:sldIdLst>
    <p:sldId id="256" r:id="rId5"/>
    <p:sldId id="2137006018" r:id="rId6"/>
    <p:sldId id="2137006015" r:id="rId7"/>
    <p:sldId id="2137006016" r:id="rId8"/>
    <p:sldId id="2137006019" r:id="rId9"/>
    <p:sldId id="2137006017" r:id="rId10"/>
    <p:sldId id="2137006020" r:id="rId11"/>
    <p:sldId id="2137006021" r:id="rId12"/>
  </p:sldIdLst>
  <p:sldSz cx="9144000" cy="5143500" type="screen16x9"/>
  <p:notesSz cx="6797675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512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98AAFF-A7B1-475F-BC05-044B34156B79}" v="465" dt="2022-03-17T14:26:45.012"/>
    <p1510:client id="{5D8B169B-D417-4426-84D1-94A46F393ADD}" v="1" dt="2022-03-20T20:02:09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936" y="126"/>
      </p:cViewPr>
      <p:guideLst>
        <p:guide orient="horz"/>
        <p:guide pos="51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17F9E-DAD4-42F9-996B-01A9F6C3E229}" type="datetimeFigureOut">
              <a:rPr lang="nb-NO" smtClean="0"/>
              <a:t>20.03.2022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79450" y="4751388"/>
            <a:ext cx="5438775" cy="3887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49688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A657A-AF07-44DB-A1EB-A9ED52CA945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84082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 circle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5897F539-4998-4F3A-974F-8971EA9C9D05}"/>
              </a:ext>
            </a:extLst>
          </p:cNvPr>
          <p:cNvSpPr/>
          <p:nvPr/>
        </p:nvSpPr>
        <p:spPr>
          <a:xfrm>
            <a:off x="0" y="836501"/>
            <a:ext cx="9150492" cy="4306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0" name="Friform 39">
            <a:extLst>
              <a:ext uri="{FF2B5EF4-FFF2-40B4-BE49-F238E27FC236}">
                <a16:creationId xmlns:a16="http://schemas.microsoft.com/office/drawing/2014/main" id="{90B0AA4D-713B-F647-880F-22FA178EC2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79964" y="837900"/>
            <a:ext cx="5870536" cy="4305600"/>
          </a:xfrm>
          <a:custGeom>
            <a:avLst/>
            <a:gdLst>
              <a:gd name="connsiteX0" fmla="*/ 0 w 5870536"/>
              <a:gd name="connsiteY0" fmla="*/ 0 h 4305600"/>
              <a:gd name="connsiteX1" fmla="*/ 5870536 w 5870536"/>
              <a:gd name="connsiteY1" fmla="*/ 0 h 4305600"/>
              <a:gd name="connsiteX2" fmla="*/ 5870536 w 5870536"/>
              <a:gd name="connsiteY2" fmla="*/ 4305600 h 4305600"/>
              <a:gd name="connsiteX3" fmla="*/ 0 w 5870536"/>
              <a:gd name="connsiteY3" fmla="*/ 4305600 h 4305600"/>
              <a:gd name="connsiteX4" fmla="*/ 0 w 5870536"/>
              <a:gd name="connsiteY4" fmla="*/ 4299135 h 4305600"/>
              <a:gd name="connsiteX5" fmla="*/ 92081 w 5870536"/>
              <a:gd name="connsiteY5" fmla="*/ 4294486 h 4305600"/>
              <a:gd name="connsiteX6" fmla="*/ 2024769 w 5870536"/>
              <a:gd name="connsiteY6" fmla="*/ 2152800 h 4305600"/>
              <a:gd name="connsiteX7" fmla="*/ 92081 w 5870536"/>
              <a:gd name="connsiteY7" fmla="*/ 11115 h 4305600"/>
              <a:gd name="connsiteX8" fmla="*/ 0 w 5870536"/>
              <a:gd name="connsiteY8" fmla="*/ 6465 h 43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536" h="4305600">
                <a:moveTo>
                  <a:pt x="0" y="0"/>
                </a:moveTo>
                <a:lnTo>
                  <a:pt x="5870536" y="0"/>
                </a:lnTo>
                <a:lnTo>
                  <a:pt x="5870536" y="4305600"/>
                </a:lnTo>
                <a:lnTo>
                  <a:pt x="0" y="4305600"/>
                </a:lnTo>
                <a:lnTo>
                  <a:pt x="0" y="4299135"/>
                </a:lnTo>
                <a:lnTo>
                  <a:pt x="92081" y="4294486"/>
                </a:lnTo>
                <a:cubicBezTo>
                  <a:pt x="1177643" y="4184241"/>
                  <a:pt x="2024769" y="3267449"/>
                  <a:pt x="2024769" y="2152800"/>
                </a:cubicBezTo>
                <a:cubicBezTo>
                  <a:pt x="2024769" y="1038151"/>
                  <a:pt x="1177643" y="121360"/>
                  <a:pt x="92081" y="11115"/>
                </a:cubicBezTo>
                <a:lnTo>
                  <a:pt x="0" y="646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2160000" tIns="360000" rIns="720000" anchor="t" anchorCtr="1">
            <a:noAutofit/>
          </a:bodyPr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90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 by drag &amp; </a:t>
            </a:r>
            <a:r>
              <a:rPr lang="nb-NO" err="1"/>
              <a:t>drop</a:t>
            </a:r>
            <a:r>
              <a:rPr lang="nb-NO"/>
              <a:t> or </a:t>
            </a:r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. </a:t>
            </a:r>
            <a:r>
              <a:rPr lang="nb-NO" noProof="1"/>
              <a:t>Use picture tools to adjust.</a:t>
            </a:r>
          </a:p>
        </p:txBody>
      </p:sp>
      <p:grpSp>
        <p:nvGrpSpPr>
          <p:cNvPr id="115" name="Gruppe 114">
            <a:extLst>
              <a:ext uri="{FF2B5EF4-FFF2-40B4-BE49-F238E27FC236}">
                <a16:creationId xmlns:a16="http://schemas.microsoft.com/office/drawing/2014/main" id="{41E97E57-5157-4765-A889-FD768F44AD8B}"/>
              </a:ext>
            </a:extLst>
          </p:cNvPr>
          <p:cNvGrpSpPr/>
          <p:nvPr/>
        </p:nvGrpSpPr>
        <p:grpSpPr>
          <a:xfrm>
            <a:off x="0" y="5297788"/>
            <a:ext cx="9144000" cy="180000"/>
            <a:chOff x="0" y="5297788"/>
            <a:chExt cx="9144000" cy="372979"/>
          </a:xfrm>
        </p:grpSpPr>
        <p:cxnSp>
          <p:nvCxnSpPr>
            <p:cNvPr id="116" name="Rett linje 115">
              <a:extLst>
                <a:ext uri="{FF2B5EF4-FFF2-40B4-BE49-F238E27FC236}">
                  <a16:creationId xmlns:a16="http://schemas.microsoft.com/office/drawing/2014/main" id="{CB4EC828-AA64-4B3B-BA7F-3939F0DDCC1D}"/>
                </a:ext>
              </a:extLst>
            </p:cNvPr>
            <p:cNvCxnSpPr/>
            <p:nvPr/>
          </p:nvCxnSpPr>
          <p:spPr>
            <a:xfrm>
              <a:off x="9144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Rett linje 116">
              <a:extLst>
                <a:ext uri="{FF2B5EF4-FFF2-40B4-BE49-F238E27FC236}">
                  <a16:creationId xmlns:a16="http://schemas.microsoft.com/office/drawing/2014/main" id="{FC708BC3-AF6A-4C2A-A040-E7D2584F5679}"/>
                </a:ext>
              </a:extLst>
            </p:cNvPr>
            <p:cNvCxnSpPr/>
            <p:nvPr/>
          </p:nvCxnSpPr>
          <p:spPr>
            <a:xfrm>
              <a:off x="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Rett linje 117">
              <a:extLst>
                <a:ext uri="{FF2B5EF4-FFF2-40B4-BE49-F238E27FC236}">
                  <a16:creationId xmlns:a16="http://schemas.microsoft.com/office/drawing/2014/main" id="{6116CDD8-8FA0-499C-8024-98736A2A45BE}"/>
                </a:ext>
              </a:extLst>
            </p:cNvPr>
            <p:cNvCxnSpPr/>
            <p:nvPr/>
          </p:nvCxnSpPr>
          <p:spPr>
            <a:xfrm>
              <a:off x="4572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Rett linje 118">
              <a:extLst>
                <a:ext uri="{FF2B5EF4-FFF2-40B4-BE49-F238E27FC236}">
                  <a16:creationId xmlns:a16="http://schemas.microsoft.com/office/drawing/2014/main" id="{F87D2C52-DF01-487F-94E1-3B4808498D4C}"/>
                </a:ext>
              </a:extLst>
            </p:cNvPr>
            <p:cNvCxnSpPr/>
            <p:nvPr/>
          </p:nvCxnSpPr>
          <p:spPr>
            <a:xfrm>
              <a:off x="6858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ett linje 119">
              <a:extLst>
                <a:ext uri="{FF2B5EF4-FFF2-40B4-BE49-F238E27FC236}">
                  <a16:creationId xmlns:a16="http://schemas.microsoft.com/office/drawing/2014/main" id="{D23653C0-3C9E-4DC9-9B20-7CB67F5F9553}"/>
                </a:ext>
              </a:extLst>
            </p:cNvPr>
            <p:cNvCxnSpPr/>
            <p:nvPr/>
          </p:nvCxnSpPr>
          <p:spPr>
            <a:xfrm>
              <a:off x="2286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ett linje 120">
              <a:extLst>
                <a:ext uri="{FF2B5EF4-FFF2-40B4-BE49-F238E27FC236}">
                  <a16:creationId xmlns:a16="http://schemas.microsoft.com/office/drawing/2014/main" id="{2BD9608F-579A-4E69-946E-738146576D95}"/>
                </a:ext>
              </a:extLst>
            </p:cNvPr>
            <p:cNvCxnSpPr/>
            <p:nvPr/>
          </p:nvCxnSpPr>
          <p:spPr>
            <a:xfrm>
              <a:off x="8001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Rett linje 121">
              <a:extLst>
                <a:ext uri="{FF2B5EF4-FFF2-40B4-BE49-F238E27FC236}">
                  <a16:creationId xmlns:a16="http://schemas.microsoft.com/office/drawing/2014/main" id="{7C61F4DE-2E50-462D-A392-B853CA21D799}"/>
                </a:ext>
              </a:extLst>
            </p:cNvPr>
            <p:cNvCxnSpPr/>
            <p:nvPr/>
          </p:nvCxnSpPr>
          <p:spPr>
            <a:xfrm>
              <a:off x="5715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Rett linje 122">
              <a:extLst>
                <a:ext uri="{FF2B5EF4-FFF2-40B4-BE49-F238E27FC236}">
                  <a16:creationId xmlns:a16="http://schemas.microsoft.com/office/drawing/2014/main" id="{C04DF60F-3682-4D29-A6CE-7D6AAA8FA5CC}"/>
                </a:ext>
              </a:extLst>
            </p:cNvPr>
            <p:cNvCxnSpPr/>
            <p:nvPr/>
          </p:nvCxnSpPr>
          <p:spPr>
            <a:xfrm>
              <a:off x="3429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Rett linje 123">
              <a:extLst>
                <a:ext uri="{FF2B5EF4-FFF2-40B4-BE49-F238E27FC236}">
                  <a16:creationId xmlns:a16="http://schemas.microsoft.com/office/drawing/2014/main" id="{E042CA0E-47DC-47FC-897F-70F70BFB366F}"/>
                </a:ext>
              </a:extLst>
            </p:cNvPr>
            <p:cNvCxnSpPr/>
            <p:nvPr/>
          </p:nvCxnSpPr>
          <p:spPr>
            <a:xfrm>
              <a:off x="1143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Rett linje 124">
              <a:extLst>
                <a:ext uri="{FF2B5EF4-FFF2-40B4-BE49-F238E27FC236}">
                  <a16:creationId xmlns:a16="http://schemas.microsoft.com/office/drawing/2014/main" id="{3863232C-D53F-48D6-A0E7-CC9B4C60E264}"/>
                </a:ext>
              </a:extLst>
            </p:cNvPr>
            <p:cNvCxnSpPr/>
            <p:nvPr/>
          </p:nvCxnSpPr>
          <p:spPr>
            <a:xfrm>
              <a:off x="8572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Rett linje 125">
              <a:extLst>
                <a:ext uri="{FF2B5EF4-FFF2-40B4-BE49-F238E27FC236}">
                  <a16:creationId xmlns:a16="http://schemas.microsoft.com/office/drawing/2014/main" id="{6275ADF1-B804-49A7-96BE-70D8AFECB88C}"/>
                </a:ext>
              </a:extLst>
            </p:cNvPr>
            <p:cNvCxnSpPr/>
            <p:nvPr/>
          </p:nvCxnSpPr>
          <p:spPr>
            <a:xfrm>
              <a:off x="7429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Rett linje 126">
              <a:extLst>
                <a:ext uri="{FF2B5EF4-FFF2-40B4-BE49-F238E27FC236}">
                  <a16:creationId xmlns:a16="http://schemas.microsoft.com/office/drawing/2014/main" id="{6A12681A-6F23-4F31-ACA4-1A2E0006D537}"/>
                </a:ext>
              </a:extLst>
            </p:cNvPr>
            <p:cNvCxnSpPr/>
            <p:nvPr/>
          </p:nvCxnSpPr>
          <p:spPr>
            <a:xfrm>
              <a:off x="6286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Rett linje 127">
              <a:extLst>
                <a:ext uri="{FF2B5EF4-FFF2-40B4-BE49-F238E27FC236}">
                  <a16:creationId xmlns:a16="http://schemas.microsoft.com/office/drawing/2014/main" id="{6CC3DE73-64F8-4D3E-B3A9-935C5F8AA878}"/>
                </a:ext>
              </a:extLst>
            </p:cNvPr>
            <p:cNvCxnSpPr/>
            <p:nvPr/>
          </p:nvCxnSpPr>
          <p:spPr>
            <a:xfrm>
              <a:off x="5143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Rett linje 128">
              <a:extLst>
                <a:ext uri="{FF2B5EF4-FFF2-40B4-BE49-F238E27FC236}">
                  <a16:creationId xmlns:a16="http://schemas.microsoft.com/office/drawing/2014/main" id="{FAC273D9-8153-4188-B7CA-F30670E78B13}"/>
                </a:ext>
              </a:extLst>
            </p:cNvPr>
            <p:cNvCxnSpPr/>
            <p:nvPr/>
          </p:nvCxnSpPr>
          <p:spPr>
            <a:xfrm>
              <a:off x="4000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Rett linje 129">
              <a:extLst>
                <a:ext uri="{FF2B5EF4-FFF2-40B4-BE49-F238E27FC236}">
                  <a16:creationId xmlns:a16="http://schemas.microsoft.com/office/drawing/2014/main" id="{916C3980-C8A1-45C7-AA35-A88DD771F2A1}"/>
                </a:ext>
              </a:extLst>
            </p:cNvPr>
            <p:cNvCxnSpPr/>
            <p:nvPr/>
          </p:nvCxnSpPr>
          <p:spPr>
            <a:xfrm>
              <a:off x="2857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Rett linje 130">
              <a:extLst>
                <a:ext uri="{FF2B5EF4-FFF2-40B4-BE49-F238E27FC236}">
                  <a16:creationId xmlns:a16="http://schemas.microsoft.com/office/drawing/2014/main" id="{E99AC163-1D5E-4BFA-BE31-B64B3B6121BF}"/>
                </a:ext>
              </a:extLst>
            </p:cNvPr>
            <p:cNvCxnSpPr/>
            <p:nvPr/>
          </p:nvCxnSpPr>
          <p:spPr>
            <a:xfrm>
              <a:off x="1714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Rett linje 131">
              <a:extLst>
                <a:ext uri="{FF2B5EF4-FFF2-40B4-BE49-F238E27FC236}">
                  <a16:creationId xmlns:a16="http://schemas.microsoft.com/office/drawing/2014/main" id="{E1A62F24-69EB-4117-B6FE-6407220526C9}"/>
                </a:ext>
              </a:extLst>
            </p:cNvPr>
            <p:cNvCxnSpPr/>
            <p:nvPr/>
          </p:nvCxnSpPr>
          <p:spPr>
            <a:xfrm>
              <a:off x="571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uppe 132">
            <a:extLst>
              <a:ext uri="{FF2B5EF4-FFF2-40B4-BE49-F238E27FC236}">
                <a16:creationId xmlns:a16="http://schemas.microsoft.com/office/drawing/2014/main" id="{DD3A4283-61B4-4CE7-98B3-DD15277A1CA4}"/>
              </a:ext>
            </a:extLst>
          </p:cNvPr>
          <p:cNvGrpSpPr/>
          <p:nvPr/>
        </p:nvGrpSpPr>
        <p:grpSpPr>
          <a:xfrm>
            <a:off x="-339073" y="1"/>
            <a:ext cx="180000" cy="4246200"/>
            <a:chOff x="-583532" y="1"/>
            <a:chExt cx="372980" cy="4246200"/>
          </a:xfrm>
        </p:grpSpPr>
        <p:cxnSp>
          <p:nvCxnSpPr>
            <p:cNvPr id="166" name="Rett linje 165">
              <a:extLst>
                <a:ext uri="{FF2B5EF4-FFF2-40B4-BE49-F238E27FC236}">
                  <a16:creationId xmlns:a16="http://schemas.microsoft.com/office/drawing/2014/main" id="{AE79378C-6DE6-4A62-A57A-8ADA616F546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-186489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Rett linje 168">
              <a:extLst>
                <a:ext uri="{FF2B5EF4-FFF2-40B4-BE49-F238E27FC236}">
                  <a16:creationId xmlns:a16="http://schemas.microsoft.com/office/drawing/2014/main" id="{DA872C10-59C3-4434-A633-E66C99353B1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2239911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Rett linje 169">
              <a:extLst>
                <a:ext uri="{FF2B5EF4-FFF2-40B4-BE49-F238E27FC236}">
                  <a16:creationId xmlns:a16="http://schemas.microsoft.com/office/drawing/2014/main" id="{71B24215-F01A-485B-A939-3F00F3A22D3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11052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Rett linje 170">
              <a:extLst>
                <a:ext uri="{FF2B5EF4-FFF2-40B4-BE49-F238E27FC236}">
                  <a16:creationId xmlns:a16="http://schemas.microsoft.com/office/drawing/2014/main" id="{ADCFBA45-D34E-4289-B179-5626BD5E2E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35316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Rett linje 171">
              <a:extLst>
                <a:ext uri="{FF2B5EF4-FFF2-40B4-BE49-F238E27FC236}">
                  <a16:creationId xmlns:a16="http://schemas.microsoft.com/office/drawing/2014/main" id="{C8991031-407D-4BDF-A817-F5AE7F4EAEA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3" y="5166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Rett linje 172">
              <a:extLst>
                <a:ext uri="{FF2B5EF4-FFF2-40B4-BE49-F238E27FC236}">
                  <a16:creationId xmlns:a16="http://schemas.microsoft.com/office/drawing/2014/main" id="{7610412E-A155-4674-8251-7706FBEE8D0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17298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Rett linje 173">
              <a:extLst>
                <a:ext uri="{FF2B5EF4-FFF2-40B4-BE49-F238E27FC236}">
                  <a16:creationId xmlns:a16="http://schemas.microsoft.com/office/drawing/2014/main" id="{B43C8BAA-7CFD-4FF4-A348-82C4B4D4433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29430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Rett linje 174">
              <a:extLst>
                <a:ext uri="{FF2B5EF4-FFF2-40B4-BE49-F238E27FC236}">
                  <a16:creationId xmlns:a16="http://schemas.microsoft.com/office/drawing/2014/main" id="{2223CED3-2D78-4D56-9B33-66CAD9F8948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41562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D9CC3CC4-9519-4F39-AF45-4B0686864F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99133" y="836502"/>
            <a:ext cx="4305600" cy="4306998"/>
          </a:xfrm>
          <a:prstGeom prst="ellipse">
            <a:avLst/>
          </a:prstGeom>
          <a:solidFill>
            <a:schemeClr val="accent2"/>
          </a:solidFill>
        </p:spPr>
        <p:txBody>
          <a:bodyPr lIns="180000" tIns="540000" rIns="180000" bIns="540000" anchor="t">
            <a:normAutofit/>
          </a:bodyPr>
          <a:lstStyle>
            <a:lvl1pPr algn="ctr">
              <a:lnSpc>
                <a:spcPct val="100000"/>
              </a:lnSpc>
              <a:defRPr sz="250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endParaRPr lang="nb-NO" noProof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CCF5EDEC-7BE2-4E2E-A936-F04462A3D2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04930" y="4244315"/>
            <a:ext cx="2305878" cy="398195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subtitle</a:t>
            </a:r>
            <a:r>
              <a:rPr lang="nb-NO" noProof="0"/>
              <a:t>, date and presenter</a:t>
            </a:r>
          </a:p>
        </p:txBody>
      </p:sp>
      <p:pic>
        <p:nvPicPr>
          <p:cNvPr id="39" name="Picture 7">
            <a:extLst>
              <a:ext uri="{FF2B5EF4-FFF2-40B4-BE49-F238E27FC236}">
                <a16:creationId xmlns:a16="http://schemas.microsoft.com/office/drawing/2014/main" id="{0157A21E-843C-47D9-9FED-931B78DA68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321469"/>
            <a:ext cx="1645920" cy="23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386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with Picture 3 circle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5897F539-4998-4F3A-974F-8971EA9C9D05}"/>
              </a:ext>
            </a:extLst>
          </p:cNvPr>
          <p:cNvSpPr/>
          <p:nvPr/>
        </p:nvSpPr>
        <p:spPr>
          <a:xfrm>
            <a:off x="0" y="836501"/>
            <a:ext cx="9143999" cy="4306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grpSp>
        <p:nvGrpSpPr>
          <p:cNvPr id="115" name="Gruppe 114">
            <a:extLst>
              <a:ext uri="{FF2B5EF4-FFF2-40B4-BE49-F238E27FC236}">
                <a16:creationId xmlns:a16="http://schemas.microsoft.com/office/drawing/2014/main" id="{41E97E57-5157-4765-A889-FD768F44AD8B}"/>
              </a:ext>
            </a:extLst>
          </p:cNvPr>
          <p:cNvGrpSpPr/>
          <p:nvPr/>
        </p:nvGrpSpPr>
        <p:grpSpPr>
          <a:xfrm>
            <a:off x="0" y="5297788"/>
            <a:ext cx="9144000" cy="180000"/>
            <a:chOff x="0" y="5297788"/>
            <a:chExt cx="9144000" cy="372979"/>
          </a:xfrm>
        </p:grpSpPr>
        <p:cxnSp>
          <p:nvCxnSpPr>
            <p:cNvPr id="116" name="Rett linje 115">
              <a:extLst>
                <a:ext uri="{FF2B5EF4-FFF2-40B4-BE49-F238E27FC236}">
                  <a16:creationId xmlns:a16="http://schemas.microsoft.com/office/drawing/2014/main" id="{CB4EC828-AA64-4B3B-BA7F-3939F0DDCC1D}"/>
                </a:ext>
              </a:extLst>
            </p:cNvPr>
            <p:cNvCxnSpPr/>
            <p:nvPr/>
          </p:nvCxnSpPr>
          <p:spPr>
            <a:xfrm>
              <a:off x="9144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Rett linje 116">
              <a:extLst>
                <a:ext uri="{FF2B5EF4-FFF2-40B4-BE49-F238E27FC236}">
                  <a16:creationId xmlns:a16="http://schemas.microsoft.com/office/drawing/2014/main" id="{FC708BC3-AF6A-4C2A-A040-E7D2584F5679}"/>
                </a:ext>
              </a:extLst>
            </p:cNvPr>
            <p:cNvCxnSpPr/>
            <p:nvPr/>
          </p:nvCxnSpPr>
          <p:spPr>
            <a:xfrm>
              <a:off x="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Rett linje 117">
              <a:extLst>
                <a:ext uri="{FF2B5EF4-FFF2-40B4-BE49-F238E27FC236}">
                  <a16:creationId xmlns:a16="http://schemas.microsoft.com/office/drawing/2014/main" id="{6116CDD8-8FA0-499C-8024-98736A2A45BE}"/>
                </a:ext>
              </a:extLst>
            </p:cNvPr>
            <p:cNvCxnSpPr/>
            <p:nvPr/>
          </p:nvCxnSpPr>
          <p:spPr>
            <a:xfrm>
              <a:off x="4572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Rett linje 118">
              <a:extLst>
                <a:ext uri="{FF2B5EF4-FFF2-40B4-BE49-F238E27FC236}">
                  <a16:creationId xmlns:a16="http://schemas.microsoft.com/office/drawing/2014/main" id="{F87D2C52-DF01-487F-94E1-3B4808498D4C}"/>
                </a:ext>
              </a:extLst>
            </p:cNvPr>
            <p:cNvCxnSpPr/>
            <p:nvPr/>
          </p:nvCxnSpPr>
          <p:spPr>
            <a:xfrm>
              <a:off x="6858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ett linje 119">
              <a:extLst>
                <a:ext uri="{FF2B5EF4-FFF2-40B4-BE49-F238E27FC236}">
                  <a16:creationId xmlns:a16="http://schemas.microsoft.com/office/drawing/2014/main" id="{D23653C0-3C9E-4DC9-9B20-7CB67F5F9553}"/>
                </a:ext>
              </a:extLst>
            </p:cNvPr>
            <p:cNvCxnSpPr/>
            <p:nvPr/>
          </p:nvCxnSpPr>
          <p:spPr>
            <a:xfrm>
              <a:off x="2286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ett linje 120">
              <a:extLst>
                <a:ext uri="{FF2B5EF4-FFF2-40B4-BE49-F238E27FC236}">
                  <a16:creationId xmlns:a16="http://schemas.microsoft.com/office/drawing/2014/main" id="{2BD9608F-579A-4E69-946E-738146576D95}"/>
                </a:ext>
              </a:extLst>
            </p:cNvPr>
            <p:cNvCxnSpPr/>
            <p:nvPr/>
          </p:nvCxnSpPr>
          <p:spPr>
            <a:xfrm>
              <a:off x="8001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Rett linje 121">
              <a:extLst>
                <a:ext uri="{FF2B5EF4-FFF2-40B4-BE49-F238E27FC236}">
                  <a16:creationId xmlns:a16="http://schemas.microsoft.com/office/drawing/2014/main" id="{7C61F4DE-2E50-462D-A392-B853CA21D799}"/>
                </a:ext>
              </a:extLst>
            </p:cNvPr>
            <p:cNvCxnSpPr/>
            <p:nvPr/>
          </p:nvCxnSpPr>
          <p:spPr>
            <a:xfrm>
              <a:off x="5715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Rett linje 122">
              <a:extLst>
                <a:ext uri="{FF2B5EF4-FFF2-40B4-BE49-F238E27FC236}">
                  <a16:creationId xmlns:a16="http://schemas.microsoft.com/office/drawing/2014/main" id="{C04DF60F-3682-4D29-A6CE-7D6AAA8FA5CC}"/>
                </a:ext>
              </a:extLst>
            </p:cNvPr>
            <p:cNvCxnSpPr/>
            <p:nvPr/>
          </p:nvCxnSpPr>
          <p:spPr>
            <a:xfrm>
              <a:off x="3429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Rett linje 123">
              <a:extLst>
                <a:ext uri="{FF2B5EF4-FFF2-40B4-BE49-F238E27FC236}">
                  <a16:creationId xmlns:a16="http://schemas.microsoft.com/office/drawing/2014/main" id="{E042CA0E-47DC-47FC-897F-70F70BFB366F}"/>
                </a:ext>
              </a:extLst>
            </p:cNvPr>
            <p:cNvCxnSpPr/>
            <p:nvPr/>
          </p:nvCxnSpPr>
          <p:spPr>
            <a:xfrm>
              <a:off x="1143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Rett linje 124">
              <a:extLst>
                <a:ext uri="{FF2B5EF4-FFF2-40B4-BE49-F238E27FC236}">
                  <a16:creationId xmlns:a16="http://schemas.microsoft.com/office/drawing/2014/main" id="{3863232C-D53F-48D6-A0E7-CC9B4C60E264}"/>
                </a:ext>
              </a:extLst>
            </p:cNvPr>
            <p:cNvCxnSpPr/>
            <p:nvPr/>
          </p:nvCxnSpPr>
          <p:spPr>
            <a:xfrm>
              <a:off x="8572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Rett linje 125">
              <a:extLst>
                <a:ext uri="{FF2B5EF4-FFF2-40B4-BE49-F238E27FC236}">
                  <a16:creationId xmlns:a16="http://schemas.microsoft.com/office/drawing/2014/main" id="{6275ADF1-B804-49A7-96BE-70D8AFECB88C}"/>
                </a:ext>
              </a:extLst>
            </p:cNvPr>
            <p:cNvCxnSpPr/>
            <p:nvPr/>
          </p:nvCxnSpPr>
          <p:spPr>
            <a:xfrm>
              <a:off x="7429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Rett linje 126">
              <a:extLst>
                <a:ext uri="{FF2B5EF4-FFF2-40B4-BE49-F238E27FC236}">
                  <a16:creationId xmlns:a16="http://schemas.microsoft.com/office/drawing/2014/main" id="{6A12681A-6F23-4F31-ACA4-1A2E0006D537}"/>
                </a:ext>
              </a:extLst>
            </p:cNvPr>
            <p:cNvCxnSpPr/>
            <p:nvPr/>
          </p:nvCxnSpPr>
          <p:spPr>
            <a:xfrm>
              <a:off x="6286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Rett linje 127">
              <a:extLst>
                <a:ext uri="{FF2B5EF4-FFF2-40B4-BE49-F238E27FC236}">
                  <a16:creationId xmlns:a16="http://schemas.microsoft.com/office/drawing/2014/main" id="{6CC3DE73-64F8-4D3E-B3A9-935C5F8AA878}"/>
                </a:ext>
              </a:extLst>
            </p:cNvPr>
            <p:cNvCxnSpPr/>
            <p:nvPr/>
          </p:nvCxnSpPr>
          <p:spPr>
            <a:xfrm>
              <a:off x="5143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Rett linje 128">
              <a:extLst>
                <a:ext uri="{FF2B5EF4-FFF2-40B4-BE49-F238E27FC236}">
                  <a16:creationId xmlns:a16="http://schemas.microsoft.com/office/drawing/2014/main" id="{FAC273D9-8153-4188-B7CA-F30670E78B13}"/>
                </a:ext>
              </a:extLst>
            </p:cNvPr>
            <p:cNvCxnSpPr/>
            <p:nvPr/>
          </p:nvCxnSpPr>
          <p:spPr>
            <a:xfrm>
              <a:off x="4000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Rett linje 129">
              <a:extLst>
                <a:ext uri="{FF2B5EF4-FFF2-40B4-BE49-F238E27FC236}">
                  <a16:creationId xmlns:a16="http://schemas.microsoft.com/office/drawing/2014/main" id="{916C3980-C8A1-45C7-AA35-A88DD771F2A1}"/>
                </a:ext>
              </a:extLst>
            </p:cNvPr>
            <p:cNvCxnSpPr/>
            <p:nvPr/>
          </p:nvCxnSpPr>
          <p:spPr>
            <a:xfrm>
              <a:off x="2857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Rett linje 130">
              <a:extLst>
                <a:ext uri="{FF2B5EF4-FFF2-40B4-BE49-F238E27FC236}">
                  <a16:creationId xmlns:a16="http://schemas.microsoft.com/office/drawing/2014/main" id="{E99AC163-1D5E-4BFA-BE31-B64B3B6121BF}"/>
                </a:ext>
              </a:extLst>
            </p:cNvPr>
            <p:cNvCxnSpPr/>
            <p:nvPr/>
          </p:nvCxnSpPr>
          <p:spPr>
            <a:xfrm>
              <a:off x="1714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Rett linje 131">
              <a:extLst>
                <a:ext uri="{FF2B5EF4-FFF2-40B4-BE49-F238E27FC236}">
                  <a16:creationId xmlns:a16="http://schemas.microsoft.com/office/drawing/2014/main" id="{E1A62F24-69EB-4117-B6FE-6407220526C9}"/>
                </a:ext>
              </a:extLst>
            </p:cNvPr>
            <p:cNvCxnSpPr/>
            <p:nvPr/>
          </p:nvCxnSpPr>
          <p:spPr>
            <a:xfrm>
              <a:off x="571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uppe 132">
            <a:extLst>
              <a:ext uri="{FF2B5EF4-FFF2-40B4-BE49-F238E27FC236}">
                <a16:creationId xmlns:a16="http://schemas.microsoft.com/office/drawing/2014/main" id="{DD3A4283-61B4-4CE7-98B3-DD15277A1CA4}"/>
              </a:ext>
            </a:extLst>
          </p:cNvPr>
          <p:cNvGrpSpPr/>
          <p:nvPr/>
        </p:nvGrpSpPr>
        <p:grpSpPr>
          <a:xfrm>
            <a:off x="-339073" y="1"/>
            <a:ext cx="180000" cy="4246200"/>
            <a:chOff x="-583532" y="1"/>
            <a:chExt cx="372980" cy="4246200"/>
          </a:xfrm>
        </p:grpSpPr>
        <p:cxnSp>
          <p:nvCxnSpPr>
            <p:cNvPr id="166" name="Rett linje 165">
              <a:extLst>
                <a:ext uri="{FF2B5EF4-FFF2-40B4-BE49-F238E27FC236}">
                  <a16:creationId xmlns:a16="http://schemas.microsoft.com/office/drawing/2014/main" id="{AE79378C-6DE6-4A62-A57A-8ADA616F546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-186489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Rett linje 168">
              <a:extLst>
                <a:ext uri="{FF2B5EF4-FFF2-40B4-BE49-F238E27FC236}">
                  <a16:creationId xmlns:a16="http://schemas.microsoft.com/office/drawing/2014/main" id="{DA872C10-59C3-4434-A633-E66C99353B1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2239911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Rett linje 169">
              <a:extLst>
                <a:ext uri="{FF2B5EF4-FFF2-40B4-BE49-F238E27FC236}">
                  <a16:creationId xmlns:a16="http://schemas.microsoft.com/office/drawing/2014/main" id="{71B24215-F01A-485B-A939-3F00F3A22D3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11052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Rett linje 170">
              <a:extLst>
                <a:ext uri="{FF2B5EF4-FFF2-40B4-BE49-F238E27FC236}">
                  <a16:creationId xmlns:a16="http://schemas.microsoft.com/office/drawing/2014/main" id="{ADCFBA45-D34E-4289-B179-5626BD5E2E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35316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Rett linje 171">
              <a:extLst>
                <a:ext uri="{FF2B5EF4-FFF2-40B4-BE49-F238E27FC236}">
                  <a16:creationId xmlns:a16="http://schemas.microsoft.com/office/drawing/2014/main" id="{C8991031-407D-4BDF-A817-F5AE7F4EAEA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3" y="5166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Rett linje 172">
              <a:extLst>
                <a:ext uri="{FF2B5EF4-FFF2-40B4-BE49-F238E27FC236}">
                  <a16:creationId xmlns:a16="http://schemas.microsoft.com/office/drawing/2014/main" id="{7610412E-A155-4674-8251-7706FBEE8D0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17298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Rett linje 173">
              <a:extLst>
                <a:ext uri="{FF2B5EF4-FFF2-40B4-BE49-F238E27FC236}">
                  <a16:creationId xmlns:a16="http://schemas.microsoft.com/office/drawing/2014/main" id="{B43C8BAA-7CFD-4FF4-A348-82C4B4D4433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29430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Rett linje 174">
              <a:extLst>
                <a:ext uri="{FF2B5EF4-FFF2-40B4-BE49-F238E27FC236}">
                  <a16:creationId xmlns:a16="http://schemas.microsoft.com/office/drawing/2014/main" id="{2223CED3-2D78-4D56-9B33-66CAD9F8948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41562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D9CC3CC4-9519-4F39-AF45-4B0686864F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99133" y="837900"/>
            <a:ext cx="4306172" cy="4305600"/>
          </a:xfrm>
          <a:prstGeom prst="ellipse">
            <a:avLst/>
          </a:prstGeom>
          <a:solidFill>
            <a:schemeClr val="accent5"/>
          </a:solidFill>
        </p:spPr>
        <p:txBody>
          <a:bodyPr lIns="180000" tIns="540000" rIns="180000" bIns="540000" anchor="t">
            <a:normAutofit/>
          </a:bodyPr>
          <a:lstStyle>
            <a:lvl1pPr algn="ctr">
              <a:lnSpc>
                <a:spcPct val="100000"/>
              </a:lnSpc>
              <a:defRPr sz="25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endParaRPr lang="nb-NO" noProof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CCF5EDEC-7BE2-4E2E-A936-F04462A3D2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04930" y="4244315"/>
            <a:ext cx="2305878" cy="398195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subtitle</a:t>
            </a:r>
            <a:r>
              <a:rPr lang="nb-NO" noProof="0"/>
              <a:t>, date and presenter</a:t>
            </a:r>
          </a:p>
        </p:txBody>
      </p:sp>
      <p:sp>
        <p:nvSpPr>
          <p:cNvPr id="39" name="Friform 38">
            <a:extLst>
              <a:ext uri="{FF2B5EF4-FFF2-40B4-BE49-F238E27FC236}">
                <a16:creationId xmlns:a16="http://schemas.microsoft.com/office/drawing/2014/main" id="{04DD660F-55F5-D349-B4A8-09F41F30CC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79964" y="837900"/>
            <a:ext cx="5870536" cy="4305600"/>
          </a:xfrm>
          <a:custGeom>
            <a:avLst/>
            <a:gdLst>
              <a:gd name="connsiteX0" fmla="*/ 0 w 5870536"/>
              <a:gd name="connsiteY0" fmla="*/ 0 h 4305600"/>
              <a:gd name="connsiteX1" fmla="*/ 5870536 w 5870536"/>
              <a:gd name="connsiteY1" fmla="*/ 0 h 4305600"/>
              <a:gd name="connsiteX2" fmla="*/ 5870536 w 5870536"/>
              <a:gd name="connsiteY2" fmla="*/ 4305600 h 4305600"/>
              <a:gd name="connsiteX3" fmla="*/ 0 w 5870536"/>
              <a:gd name="connsiteY3" fmla="*/ 4305600 h 4305600"/>
              <a:gd name="connsiteX4" fmla="*/ 0 w 5870536"/>
              <a:gd name="connsiteY4" fmla="*/ 4299135 h 4305600"/>
              <a:gd name="connsiteX5" fmla="*/ 92081 w 5870536"/>
              <a:gd name="connsiteY5" fmla="*/ 4294486 h 4305600"/>
              <a:gd name="connsiteX6" fmla="*/ 2024769 w 5870536"/>
              <a:gd name="connsiteY6" fmla="*/ 2152800 h 4305600"/>
              <a:gd name="connsiteX7" fmla="*/ 92081 w 5870536"/>
              <a:gd name="connsiteY7" fmla="*/ 11115 h 4305600"/>
              <a:gd name="connsiteX8" fmla="*/ 0 w 5870536"/>
              <a:gd name="connsiteY8" fmla="*/ 6465 h 43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536" h="4305600">
                <a:moveTo>
                  <a:pt x="0" y="0"/>
                </a:moveTo>
                <a:lnTo>
                  <a:pt x="5870536" y="0"/>
                </a:lnTo>
                <a:lnTo>
                  <a:pt x="5870536" y="4305600"/>
                </a:lnTo>
                <a:lnTo>
                  <a:pt x="0" y="4305600"/>
                </a:lnTo>
                <a:lnTo>
                  <a:pt x="0" y="4299135"/>
                </a:lnTo>
                <a:lnTo>
                  <a:pt x="92081" y="4294486"/>
                </a:lnTo>
                <a:cubicBezTo>
                  <a:pt x="1177643" y="4184241"/>
                  <a:pt x="2024769" y="3267449"/>
                  <a:pt x="2024769" y="2152800"/>
                </a:cubicBezTo>
                <a:cubicBezTo>
                  <a:pt x="2024769" y="1038151"/>
                  <a:pt x="1177643" y="121360"/>
                  <a:pt x="92081" y="11115"/>
                </a:cubicBezTo>
                <a:lnTo>
                  <a:pt x="0" y="646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2160000" tIns="360000" rIns="720000" anchor="t" anchorCtr="1">
            <a:noAutofit/>
          </a:bodyPr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90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 by drag &amp; </a:t>
            </a:r>
            <a:r>
              <a:rPr lang="nb-NO" err="1"/>
              <a:t>drop</a:t>
            </a:r>
            <a:r>
              <a:rPr lang="nb-NO"/>
              <a:t> or </a:t>
            </a:r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. </a:t>
            </a:r>
            <a:r>
              <a:rPr lang="nb-NO" noProof="1"/>
              <a:t>Use picture tools to adjust.</a:t>
            </a:r>
          </a:p>
        </p:txBody>
      </p:sp>
      <p:pic>
        <p:nvPicPr>
          <p:cNvPr id="41" name="Picture 7">
            <a:extLst>
              <a:ext uri="{FF2B5EF4-FFF2-40B4-BE49-F238E27FC236}">
                <a16:creationId xmlns:a16="http://schemas.microsoft.com/office/drawing/2014/main" id="{7134585D-7D89-499D-AE4A-08D66B6839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321469"/>
            <a:ext cx="1645920" cy="23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649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 circle transpa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ssholder for bilde 68">
            <a:extLst>
              <a:ext uri="{FF2B5EF4-FFF2-40B4-BE49-F238E27FC236}">
                <a16:creationId xmlns:a16="http://schemas.microsoft.com/office/drawing/2014/main" id="{2D72BCA1-2054-40FB-9E68-F6EC5885D03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843207"/>
            <a:ext cx="9150500" cy="4300289"/>
          </a:xfrm>
          <a:prstGeom prst="rect">
            <a:avLst/>
          </a:prstGeom>
          <a:solidFill>
            <a:schemeClr val="accent1"/>
          </a:solidFill>
        </p:spPr>
        <p:txBody>
          <a:bodyPr wrap="square" lIns="5760000" tIns="360000" rIns="360000">
            <a:noAutofit/>
          </a:bodyPr>
          <a:lstStyle>
            <a:lvl1pPr marL="0" marR="0" indent="0" algn="just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90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 by drag &amp; </a:t>
            </a:r>
            <a:r>
              <a:rPr lang="nb-NO" err="1"/>
              <a:t>drop</a:t>
            </a:r>
            <a:r>
              <a:rPr lang="nb-NO"/>
              <a:t> or </a:t>
            </a:r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. </a:t>
            </a:r>
            <a:r>
              <a:rPr lang="nb-NO" noProof="1"/>
              <a:t>Use picture tools to adjust. </a:t>
            </a:r>
          </a:p>
          <a:p>
            <a:r>
              <a:rPr lang="nb-NO" noProof="1"/>
              <a:t> </a:t>
            </a:r>
          </a:p>
        </p:txBody>
      </p:sp>
      <p:grpSp>
        <p:nvGrpSpPr>
          <p:cNvPr id="110" name="Gruppe 109">
            <a:extLst>
              <a:ext uri="{FF2B5EF4-FFF2-40B4-BE49-F238E27FC236}">
                <a16:creationId xmlns:a16="http://schemas.microsoft.com/office/drawing/2014/main" id="{1B3532F1-75B2-4B89-8D54-B558D3A0381A}"/>
              </a:ext>
            </a:extLst>
          </p:cNvPr>
          <p:cNvGrpSpPr/>
          <p:nvPr/>
        </p:nvGrpSpPr>
        <p:grpSpPr>
          <a:xfrm>
            <a:off x="0" y="5297788"/>
            <a:ext cx="9144000" cy="180000"/>
            <a:chOff x="0" y="5297788"/>
            <a:chExt cx="9144000" cy="372979"/>
          </a:xfrm>
        </p:grpSpPr>
        <p:cxnSp>
          <p:nvCxnSpPr>
            <p:cNvPr id="111" name="Rett linje 110">
              <a:extLst>
                <a:ext uri="{FF2B5EF4-FFF2-40B4-BE49-F238E27FC236}">
                  <a16:creationId xmlns:a16="http://schemas.microsoft.com/office/drawing/2014/main" id="{527937BC-D6B0-49F0-86F5-A93DE3740C8B}"/>
                </a:ext>
              </a:extLst>
            </p:cNvPr>
            <p:cNvCxnSpPr/>
            <p:nvPr/>
          </p:nvCxnSpPr>
          <p:spPr>
            <a:xfrm>
              <a:off x="9144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Rett linje 111">
              <a:extLst>
                <a:ext uri="{FF2B5EF4-FFF2-40B4-BE49-F238E27FC236}">
                  <a16:creationId xmlns:a16="http://schemas.microsoft.com/office/drawing/2014/main" id="{91E1C51D-B6BE-4B47-B10A-B03BCDA0AABA}"/>
                </a:ext>
              </a:extLst>
            </p:cNvPr>
            <p:cNvCxnSpPr/>
            <p:nvPr/>
          </p:nvCxnSpPr>
          <p:spPr>
            <a:xfrm>
              <a:off x="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Rett linje 112">
              <a:extLst>
                <a:ext uri="{FF2B5EF4-FFF2-40B4-BE49-F238E27FC236}">
                  <a16:creationId xmlns:a16="http://schemas.microsoft.com/office/drawing/2014/main" id="{967F5C84-191E-457D-A864-B29EC08F0B6F}"/>
                </a:ext>
              </a:extLst>
            </p:cNvPr>
            <p:cNvCxnSpPr/>
            <p:nvPr/>
          </p:nvCxnSpPr>
          <p:spPr>
            <a:xfrm>
              <a:off x="4572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Rett linje 113">
              <a:extLst>
                <a:ext uri="{FF2B5EF4-FFF2-40B4-BE49-F238E27FC236}">
                  <a16:creationId xmlns:a16="http://schemas.microsoft.com/office/drawing/2014/main" id="{DE4F3DC6-A2E4-4567-8252-264776AF36CF}"/>
                </a:ext>
              </a:extLst>
            </p:cNvPr>
            <p:cNvCxnSpPr/>
            <p:nvPr/>
          </p:nvCxnSpPr>
          <p:spPr>
            <a:xfrm>
              <a:off x="6858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Rett linje 114">
              <a:extLst>
                <a:ext uri="{FF2B5EF4-FFF2-40B4-BE49-F238E27FC236}">
                  <a16:creationId xmlns:a16="http://schemas.microsoft.com/office/drawing/2014/main" id="{D621A3D7-7C09-4DE4-93E0-8866786801E2}"/>
                </a:ext>
              </a:extLst>
            </p:cNvPr>
            <p:cNvCxnSpPr/>
            <p:nvPr/>
          </p:nvCxnSpPr>
          <p:spPr>
            <a:xfrm>
              <a:off x="2286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Rett linje 115">
              <a:extLst>
                <a:ext uri="{FF2B5EF4-FFF2-40B4-BE49-F238E27FC236}">
                  <a16:creationId xmlns:a16="http://schemas.microsoft.com/office/drawing/2014/main" id="{A2D3573C-C4BE-4A7C-8A65-ECC0A791F821}"/>
                </a:ext>
              </a:extLst>
            </p:cNvPr>
            <p:cNvCxnSpPr/>
            <p:nvPr/>
          </p:nvCxnSpPr>
          <p:spPr>
            <a:xfrm>
              <a:off x="8001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Rett linje 116">
              <a:extLst>
                <a:ext uri="{FF2B5EF4-FFF2-40B4-BE49-F238E27FC236}">
                  <a16:creationId xmlns:a16="http://schemas.microsoft.com/office/drawing/2014/main" id="{52FB9399-120E-4F03-993D-B32CD505FC90}"/>
                </a:ext>
              </a:extLst>
            </p:cNvPr>
            <p:cNvCxnSpPr/>
            <p:nvPr/>
          </p:nvCxnSpPr>
          <p:spPr>
            <a:xfrm>
              <a:off x="5715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Rett linje 117">
              <a:extLst>
                <a:ext uri="{FF2B5EF4-FFF2-40B4-BE49-F238E27FC236}">
                  <a16:creationId xmlns:a16="http://schemas.microsoft.com/office/drawing/2014/main" id="{7E898101-6865-407F-AAA6-5CABDB47FDF2}"/>
                </a:ext>
              </a:extLst>
            </p:cNvPr>
            <p:cNvCxnSpPr/>
            <p:nvPr/>
          </p:nvCxnSpPr>
          <p:spPr>
            <a:xfrm>
              <a:off x="3429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Rett linje 118">
              <a:extLst>
                <a:ext uri="{FF2B5EF4-FFF2-40B4-BE49-F238E27FC236}">
                  <a16:creationId xmlns:a16="http://schemas.microsoft.com/office/drawing/2014/main" id="{ABB597C0-915A-4164-8A8F-11634CA3BDDD}"/>
                </a:ext>
              </a:extLst>
            </p:cNvPr>
            <p:cNvCxnSpPr/>
            <p:nvPr/>
          </p:nvCxnSpPr>
          <p:spPr>
            <a:xfrm>
              <a:off x="1143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ett linje 119">
              <a:extLst>
                <a:ext uri="{FF2B5EF4-FFF2-40B4-BE49-F238E27FC236}">
                  <a16:creationId xmlns:a16="http://schemas.microsoft.com/office/drawing/2014/main" id="{8F63A98A-1D73-4A0C-BE12-77B597748CB4}"/>
                </a:ext>
              </a:extLst>
            </p:cNvPr>
            <p:cNvCxnSpPr/>
            <p:nvPr/>
          </p:nvCxnSpPr>
          <p:spPr>
            <a:xfrm>
              <a:off x="8572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ett linje 120">
              <a:extLst>
                <a:ext uri="{FF2B5EF4-FFF2-40B4-BE49-F238E27FC236}">
                  <a16:creationId xmlns:a16="http://schemas.microsoft.com/office/drawing/2014/main" id="{9900E21B-838D-4A29-9FC9-6A9F8F0BF0E8}"/>
                </a:ext>
              </a:extLst>
            </p:cNvPr>
            <p:cNvCxnSpPr/>
            <p:nvPr/>
          </p:nvCxnSpPr>
          <p:spPr>
            <a:xfrm>
              <a:off x="7429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Rett linje 121">
              <a:extLst>
                <a:ext uri="{FF2B5EF4-FFF2-40B4-BE49-F238E27FC236}">
                  <a16:creationId xmlns:a16="http://schemas.microsoft.com/office/drawing/2014/main" id="{385C1CEC-E3FB-444C-B81F-AD20A2AC6ED8}"/>
                </a:ext>
              </a:extLst>
            </p:cNvPr>
            <p:cNvCxnSpPr/>
            <p:nvPr/>
          </p:nvCxnSpPr>
          <p:spPr>
            <a:xfrm>
              <a:off x="6286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Rett linje 122">
              <a:extLst>
                <a:ext uri="{FF2B5EF4-FFF2-40B4-BE49-F238E27FC236}">
                  <a16:creationId xmlns:a16="http://schemas.microsoft.com/office/drawing/2014/main" id="{83E866E0-84AB-43E4-B18A-E8C67B02D1D0}"/>
                </a:ext>
              </a:extLst>
            </p:cNvPr>
            <p:cNvCxnSpPr/>
            <p:nvPr/>
          </p:nvCxnSpPr>
          <p:spPr>
            <a:xfrm>
              <a:off x="5143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Rett linje 123">
              <a:extLst>
                <a:ext uri="{FF2B5EF4-FFF2-40B4-BE49-F238E27FC236}">
                  <a16:creationId xmlns:a16="http://schemas.microsoft.com/office/drawing/2014/main" id="{03345610-7724-433B-A6E6-E952730169C8}"/>
                </a:ext>
              </a:extLst>
            </p:cNvPr>
            <p:cNvCxnSpPr/>
            <p:nvPr/>
          </p:nvCxnSpPr>
          <p:spPr>
            <a:xfrm>
              <a:off x="4000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Rett linje 124">
              <a:extLst>
                <a:ext uri="{FF2B5EF4-FFF2-40B4-BE49-F238E27FC236}">
                  <a16:creationId xmlns:a16="http://schemas.microsoft.com/office/drawing/2014/main" id="{21E8E08D-4961-41A3-BA37-C4A85E58CB3B}"/>
                </a:ext>
              </a:extLst>
            </p:cNvPr>
            <p:cNvCxnSpPr/>
            <p:nvPr/>
          </p:nvCxnSpPr>
          <p:spPr>
            <a:xfrm>
              <a:off x="2857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Rett linje 125">
              <a:extLst>
                <a:ext uri="{FF2B5EF4-FFF2-40B4-BE49-F238E27FC236}">
                  <a16:creationId xmlns:a16="http://schemas.microsoft.com/office/drawing/2014/main" id="{42CEEA11-3C6F-419B-9A41-D98FC00664C8}"/>
                </a:ext>
              </a:extLst>
            </p:cNvPr>
            <p:cNvCxnSpPr/>
            <p:nvPr/>
          </p:nvCxnSpPr>
          <p:spPr>
            <a:xfrm>
              <a:off x="1714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Rett linje 126">
              <a:extLst>
                <a:ext uri="{FF2B5EF4-FFF2-40B4-BE49-F238E27FC236}">
                  <a16:creationId xmlns:a16="http://schemas.microsoft.com/office/drawing/2014/main" id="{3FCFEB0B-4112-4FFA-BF3C-F51CA53ED454}"/>
                </a:ext>
              </a:extLst>
            </p:cNvPr>
            <p:cNvCxnSpPr/>
            <p:nvPr/>
          </p:nvCxnSpPr>
          <p:spPr>
            <a:xfrm>
              <a:off x="571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uppe 127">
            <a:extLst>
              <a:ext uri="{FF2B5EF4-FFF2-40B4-BE49-F238E27FC236}">
                <a16:creationId xmlns:a16="http://schemas.microsoft.com/office/drawing/2014/main" id="{3694025E-2D26-460A-8C04-2695F577ED1A}"/>
              </a:ext>
            </a:extLst>
          </p:cNvPr>
          <p:cNvGrpSpPr/>
          <p:nvPr/>
        </p:nvGrpSpPr>
        <p:grpSpPr>
          <a:xfrm>
            <a:off x="-339073" y="1"/>
            <a:ext cx="180000" cy="4246200"/>
            <a:chOff x="-583532" y="1"/>
            <a:chExt cx="372980" cy="4246200"/>
          </a:xfrm>
        </p:grpSpPr>
        <p:cxnSp>
          <p:nvCxnSpPr>
            <p:cNvPr id="129" name="Rett linje 128">
              <a:extLst>
                <a:ext uri="{FF2B5EF4-FFF2-40B4-BE49-F238E27FC236}">
                  <a16:creationId xmlns:a16="http://schemas.microsoft.com/office/drawing/2014/main" id="{09420FB4-778D-47AD-B4F6-F02261DAE97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-186489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Rett linje 129">
              <a:extLst>
                <a:ext uri="{FF2B5EF4-FFF2-40B4-BE49-F238E27FC236}">
                  <a16:creationId xmlns:a16="http://schemas.microsoft.com/office/drawing/2014/main" id="{0E64E137-181E-4F59-BFC0-26B0D4553D0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2239911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Rett linje 130">
              <a:extLst>
                <a:ext uri="{FF2B5EF4-FFF2-40B4-BE49-F238E27FC236}">
                  <a16:creationId xmlns:a16="http://schemas.microsoft.com/office/drawing/2014/main" id="{F2CCD71F-364D-4FCA-9957-C2AB2849C7F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11052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Rett linje 131">
              <a:extLst>
                <a:ext uri="{FF2B5EF4-FFF2-40B4-BE49-F238E27FC236}">
                  <a16:creationId xmlns:a16="http://schemas.microsoft.com/office/drawing/2014/main" id="{81327B8B-BB12-4BD4-9C1F-887ED48A558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35316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Rett linje 132">
              <a:extLst>
                <a:ext uri="{FF2B5EF4-FFF2-40B4-BE49-F238E27FC236}">
                  <a16:creationId xmlns:a16="http://schemas.microsoft.com/office/drawing/2014/main" id="{D80CC957-8B3D-4BDD-9CE5-BAB79B93112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3" y="5166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Rett linje 133">
              <a:extLst>
                <a:ext uri="{FF2B5EF4-FFF2-40B4-BE49-F238E27FC236}">
                  <a16:creationId xmlns:a16="http://schemas.microsoft.com/office/drawing/2014/main" id="{1AFE4748-6AE4-4A10-A07A-5D7E444BFA4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17298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Rett linje 134">
              <a:extLst>
                <a:ext uri="{FF2B5EF4-FFF2-40B4-BE49-F238E27FC236}">
                  <a16:creationId xmlns:a16="http://schemas.microsoft.com/office/drawing/2014/main" id="{5478521E-9441-4E47-9364-2EC7B381944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29430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Rett linje 135">
              <a:extLst>
                <a:ext uri="{FF2B5EF4-FFF2-40B4-BE49-F238E27FC236}">
                  <a16:creationId xmlns:a16="http://schemas.microsoft.com/office/drawing/2014/main" id="{2CDCF340-1AF5-4414-BFB0-1764E129FF3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41562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Title 1">
            <a:extLst>
              <a:ext uri="{FF2B5EF4-FFF2-40B4-BE49-F238E27FC236}">
                <a16:creationId xmlns:a16="http://schemas.microsoft.com/office/drawing/2014/main" id="{6A11A90F-BED1-423B-A488-9D1A82039A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99133" y="837900"/>
            <a:ext cx="4306172" cy="4305600"/>
          </a:xfrm>
          <a:prstGeom prst="ellipse">
            <a:avLst/>
          </a:prstGeom>
          <a:solidFill>
            <a:schemeClr val="bg1">
              <a:alpha val="60000"/>
            </a:schemeClr>
          </a:solidFill>
        </p:spPr>
        <p:txBody>
          <a:bodyPr lIns="180000" tIns="540000" rIns="180000" bIns="540000" anchor="t">
            <a:normAutofit/>
          </a:bodyPr>
          <a:lstStyle>
            <a:lvl1pPr algn="ctr">
              <a:lnSpc>
                <a:spcPct val="100000"/>
              </a:lnSpc>
              <a:defRPr sz="2500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endParaRPr lang="nb-NO" noProof="0"/>
          </a:p>
        </p:txBody>
      </p:sp>
      <p:sp>
        <p:nvSpPr>
          <p:cNvPr id="140" name="Plassholder for tekst 3">
            <a:extLst>
              <a:ext uri="{FF2B5EF4-FFF2-40B4-BE49-F238E27FC236}">
                <a16:creationId xmlns:a16="http://schemas.microsoft.com/office/drawing/2014/main" id="{0F64306D-751C-4500-887B-BA4C098C02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04930" y="4244315"/>
            <a:ext cx="2305878" cy="398195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>
                <a:solidFill>
                  <a:schemeClr val="tx2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subtitle</a:t>
            </a:r>
            <a:r>
              <a:rPr lang="nb-NO" noProof="0"/>
              <a:t>, date and presenter</a:t>
            </a:r>
          </a:p>
        </p:txBody>
      </p:sp>
      <p:pic>
        <p:nvPicPr>
          <p:cNvPr id="39" name="Picture 7">
            <a:extLst>
              <a:ext uri="{FF2B5EF4-FFF2-40B4-BE49-F238E27FC236}">
                <a16:creationId xmlns:a16="http://schemas.microsoft.com/office/drawing/2014/main" id="{D495E331-F42F-4B80-A97B-F35B5AC2FC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321469"/>
            <a:ext cx="1645920" cy="23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298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- setu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>
            <a:extLst>
              <a:ext uri="{FF2B5EF4-FFF2-40B4-BE49-F238E27FC236}">
                <a16:creationId xmlns:a16="http://schemas.microsoft.com/office/drawing/2014/main" id="{0FDB234A-25BE-4ED9-8E5C-E01BC39A9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3" y="843208"/>
            <a:ext cx="4003199" cy="4317664"/>
          </a:xfrm>
          <a:prstGeom prst="rect">
            <a:avLst/>
          </a:prstGeom>
          <a:solidFill>
            <a:schemeClr val="accent1"/>
          </a:solidFill>
        </p:spPr>
        <p:txBody>
          <a:bodyPr lIns="540000" tIns="720000" rIns="540000" anchor="t">
            <a:normAutofit/>
          </a:bodyPr>
          <a:lstStyle>
            <a:lvl1pPr algn="l">
              <a:lnSpc>
                <a:spcPct val="100000"/>
              </a:lnSpc>
              <a:defRPr sz="250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endParaRPr lang="nb-NO" noProof="0"/>
          </a:p>
        </p:txBody>
      </p:sp>
      <p:sp>
        <p:nvSpPr>
          <p:cNvPr id="107" name="Plassholder for bilde 68">
            <a:extLst>
              <a:ext uri="{FF2B5EF4-FFF2-40B4-BE49-F238E27FC236}">
                <a16:creationId xmlns:a16="http://schemas.microsoft.com/office/drawing/2014/main" id="{5F9EABFC-F39B-42BE-AB00-4A42162796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06999" y="843207"/>
            <a:ext cx="5143501" cy="4300289"/>
          </a:xfrm>
          <a:prstGeom prst="rect">
            <a:avLst/>
          </a:prstGeom>
          <a:solidFill>
            <a:schemeClr val="accent1"/>
          </a:solidFill>
        </p:spPr>
        <p:txBody>
          <a:bodyPr wrap="square" lIns="360000" tIns="360000" rIns="36000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90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 by drag &amp; </a:t>
            </a:r>
            <a:r>
              <a:rPr lang="nb-NO" err="1"/>
              <a:t>drop</a:t>
            </a:r>
            <a:r>
              <a:rPr lang="nb-NO"/>
              <a:t> or </a:t>
            </a:r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. </a:t>
            </a:r>
            <a:r>
              <a:rPr lang="nb-NO" noProof="1"/>
              <a:t>Use picture tools to adjust. </a:t>
            </a:r>
          </a:p>
          <a:p>
            <a:r>
              <a:rPr lang="nb-NO" noProof="1"/>
              <a:t> </a:t>
            </a:r>
          </a:p>
        </p:txBody>
      </p:sp>
      <p:sp>
        <p:nvSpPr>
          <p:cNvPr id="110" name="Subtitle 2">
            <a:extLst>
              <a:ext uri="{FF2B5EF4-FFF2-40B4-BE49-F238E27FC236}">
                <a16:creationId xmlns:a16="http://schemas.microsoft.com/office/drawing/2014/main" id="{E1B6D29B-6F5E-44C0-911C-6F4BB653BB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3339830"/>
            <a:ext cx="4002301" cy="1821041"/>
          </a:xfrm>
          <a:prstGeom prst="rect">
            <a:avLst/>
          </a:prstGeom>
        </p:spPr>
        <p:txBody>
          <a:bodyPr lIns="540000" tIns="0" rIns="540000" bIns="540000" anchor="b" anchorCtr="0">
            <a:normAutofit/>
          </a:bodyPr>
          <a:lstStyle>
            <a:lvl1pPr marL="0" indent="0" algn="l">
              <a:spcBef>
                <a:spcPts val="0"/>
              </a:spcBef>
              <a:buNone/>
              <a:defRPr sz="12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subtitle</a:t>
            </a:r>
            <a:r>
              <a:rPr lang="nb-NO" noProof="0"/>
              <a:t>, date and presenter</a:t>
            </a:r>
          </a:p>
        </p:txBody>
      </p:sp>
      <p:grpSp>
        <p:nvGrpSpPr>
          <p:cNvPr id="111" name="Gruppe 110">
            <a:extLst>
              <a:ext uri="{FF2B5EF4-FFF2-40B4-BE49-F238E27FC236}">
                <a16:creationId xmlns:a16="http://schemas.microsoft.com/office/drawing/2014/main" id="{65D51732-CDC3-4788-B527-FA9742D603EB}"/>
              </a:ext>
            </a:extLst>
          </p:cNvPr>
          <p:cNvGrpSpPr/>
          <p:nvPr/>
        </p:nvGrpSpPr>
        <p:grpSpPr>
          <a:xfrm>
            <a:off x="-1143002" y="0"/>
            <a:ext cx="372980" cy="1213200"/>
            <a:chOff x="-431132" y="152401"/>
            <a:chExt cx="372980" cy="1213200"/>
          </a:xfrm>
        </p:grpSpPr>
        <p:cxnSp>
          <p:nvCxnSpPr>
            <p:cNvPr id="112" name="Rett linje 111">
              <a:extLst>
                <a:ext uri="{FF2B5EF4-FFF2-40B4-BE49-F238E27FC236}">
                  <a16:creationId xmlns:a16="http://schemas.microsoft.com/office/drawing/2014/main" id="{A35DAAA4-97FE-4121-AEC7-1A262BE3877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44642" y="-34089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Rett linje 112">
              <a:extLst>
                <a:ext uri="{FF2B5EF4-FFF2-40B4-BE49-F238E27FC236}">
                  <a16:creationId xmlns:a16="http://schemas.microsoft.com/office/drawing/2014/main" id="{CCF048B8-0393-43A7-9D28-82086BCAE8F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166152" y="12576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uppe 114">
            <a:extLst>
              <a:ext uri="{FF2B5EF4-FFF2-40B4-BE49-F238E27FC236}">
                <a16:creationId xmlns:a16="http://schemas.microsoft.com/office/drawing/2014/main" id="{41E97E57-5157-4765-A889-FD768F44AD8B}"/>
              </a:ext>
            </a:extLst>
          </p:cNvPr>
          <p:cNvGrpSpPr/>
          <p:nvPr/>
        </p:nvGrpSpPr>
        <p:grpSpPr>
          <a:xfrm>
            <a:off x="0" y="5297788"/>
            <a:ext cx="9144000" cy="180000"/>
            <a:chOff x="0" y="5297788"/>
            <a:chExt cx="9144000" cy="372979"/>
          </a:xfrm>
        </p:grpSpPr>
        <p:cxnSp>
          <p:nvCxnSpPr>
            <p:cNvPr id="116" name="Rett linje 115">
              <a:extLst>
                <a:ext uri="{FF2B5EF4-FFF2-40B4-BE49-F238E27FC236}">
                  <a16:creationId xmlns:a16="http://schemas.microsoft.com/office/drawing/2014/main" id="{CB4EC828-AA64-4B3B-BA7F-3939F0DDCC1D}"/>
                </a:ext>
              </a:extLst>
            </p:cNvPr>
            <p:cNvCxnSpPr/>
            <p:nvPr/>
          </p:nvCxnSpPr>
          <p:spPr>
            <a:xfrm>
              <a:off x="9144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Rett linje 116">
              <a:extLst>
                <a:ext uri="{FF2B5EF4-FFF2-40B4-BE49-F238E27FC236}">
                  <a16:creationId xmlns:a16="http://schemas.microsoft.com/office/drawing/2014/main" id="{FC708BC3-AF6A-4C2A-A040-E7D2584F5679}"/>
                </a:ext>
              </a:extLst>
            </p:cNvPr>
            <p:cNvCxnSpPr/>
            <p:nvPr/>
          </p:nvCxnSpPr>
          <p:spPr>
            <a:xfrm>
              <a:off x="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Rett linje 117">
              <a:extLst>
                <a:ext uri="{FF2B5EF4-FFF2-40B4-BE49-F238E27FC236}">
                  <a16:creationId xmlns:a16="http://schemas.microsoft.com/office/drawing/2014/main" id="{6116CDD8-8FA0-499C-8024-98736A2A45BE}"/>
                </a:ext>
              </a:extLst>
            </p:cNvPr>
            <p:cNvCxnSpPr/>
            <p:nvPr/>
          </p:nvCxnSpPr>
          <p:spPr>
            <a:xfrm>
              <a:off x="4572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Rett linje 118">
              <a:extLst>
                <a:ext uri="{FF2B5EF4-FFF2-40B4-BE49-F238E27FC236}">
                  <a16:creationId xmlns:a16="http://schemas.microsoft.com/office/drawing/2014/main" id="{F87D2C52-DF01-487F-94E1-3B4808498D4C}"/>
                </a:ext>
              </a:extLst>
            </p:cNvPr>
            <p:cNvCxnSpPr/>
            <p:nvPr/>
          </p:nvCxnSpPr>
          <p:spPr>
            <a:xfrm>
              <a:off x="6858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ett linje 119">
              <a:extLst>
                <a:ext uri="{FF2B5EF4-FFF2-40B4-BE49-F238E27FC236}">
                  <a16:creationId xmlns:a16="http://schemas.microsoft.com/office/drawing/2014/main" id="{D23653C0-3C9E-4DC9-9B20-7CB67F5F9553}"/>
                </a:ext>
              </a:extLst>
            </p:cNvPr>
            <p:cNvCxnSpPr/>
            <p:nvPr/>
          </p:nvCxnSpPr>
          <p:spPr>
            <a:xfrm>
              <a:off x="2286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ett linje 120">
              <a:extLst>
                <a:ext uri="{FF2B5EF4-FFF2-40B4-BE49-F238E27FC236}">
                  <a16:creationId xmlns:a16="http://schemas.microsoft.com/office/drawing/2014/main" id="{2BD9608F-579A-4E69-946E-738146576D95}"/>
                </a:ext>
              </a:extLst>
            </p:cNvPr>
            <p:cNvCxnSpPr/>
            <p:nvPr/>
          </p:nvCxnSpPr>
          <p:spPr>
            <a:xfrm>
              <a:off x="8001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Rett linje 121">
              <a:extLst>
                <a:ext uri="{FF2B5EF4-FFF2-40B4-BE49-F238E27FC236}">
                  <a16:creationId xmlns:a16="http://schemas.microsoft.com/office/drawing/2014/main" id="{7C61F4DE-2E50-462D-A392-B853CA21D799}"/>
                </a:ext>
              </a:extLst>
            </p:cNvPr>
            <p:cNvCxnSpPr/>
            <p:nvPr/>
          </p:nvCxnSpPr>
          <p:spPr>
            <a:xfrm>
              <a:off x="5715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Rett linje 122">
              <a:extLst>
                <a:ext uri="{FF2B5EF4-FFF2-40B4-BE49-F238E27FC236}">
                  <a16:creationId xmlns:a16="http://schemas.microsoft.com/office/drawing/2014/main" id="{C04DF60F-3682-4D29-A6CE-7D6AAA8FA5CC}"/>
                </a:ext>
              </a:extLst>
            </p:cNvPr>
            <p:cNvCxnSpPr/>
            <p:nvPr/>
          </p:nvCxnSpPr>
          <p:spPr>
            <a:xfrm>
              <a:off x="3429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Rett linje 123">
              <a:extLst>
                <a:ext uri="{FF2B5EF4-FFF2-40B4-BE49-F238E27FC236}">
                  <a16:creationId xmlns:a16="http://schemas.microsoft.com/office/drawing/2014/main" id="{E042CA0E-47DC-47FC-897F-70F70BFB366F}"/>
                </a:ext>
              </a:extLst>
            </p:cNvPr>
            <p:cNvCxnSpPr/>
            <p:nvPr/>
          </p:nvCxnSpPr>
          <p:spPr>
            <a:xfrm>
              <a:off x="1143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Rett linje 124">
              <a:extLst>
                <a:ext uri="{FF2B5EF4-FFF2-40B4-BE49-F238E27FC236}">
                  <a16:creationId xmlns:a16="http://schemas.microsoft.com/office/drawing/2014/main" id="{3863232C-D53F-48D6-A0E7-CC9B4C60E264}"/>
                </a:ext>
              </a:extLst>
            </p:cNvPr>
            <p:cNvCxnSpPr/>
            <p:nvPr/>
          </p:nvCxnSpPr>
          <p:spPr>
            <a:xfrm>
              <a:off x="8572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Rett linje 125">
              <a:extLst>
                <a:ext uri="{FF2B5EF4-FFF2-40B4-BE49-F238E27FC236}">
                  <a16:creationId xmlns:a16="http://schemas.microsoft.com/office/drawing/2014/main" id="{6275ADF1-B804-49A7-96BE-70D8AFECB88C}"/>
                </a:ext>
              </a:extLst>
            </p:cNvPr>
            <p:cNvCxnSpPr/>
            <p:nvPr/>
          </p:nvCxnSpPr>
          <p:spPr>
            <a:xfrm>
              <a:off x="7429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Rett linje 126">
              <a:extLst>
                <a:ext uri="{FF2B5EF4-FFF2-40B4-BE49-F238E27FC236}">
                  <a16:creationId xmlns:a16="http://schemas.microsoft.com/office/drawing/2014/main" id="{6A12681A-6F23-4F31-ACA4-1A2E0006D537}"/>
                </a:ext>
              </a:extLst>
            </p:cNvPr>
            <p:cNvCxnSpPr/>
            <p:nvPr/>
          </p:nvCxnSpPr>
          <p:spPr>
            <a:xfrm>
              <a:off x="6286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Rett linje 127">
              <a:extLst>
                <a:ext uri="{FF2B5EF4-FFF2-40B4-BE49-F238E27FC236}">
                  <a16:creationId xmlns:a16="http://schemas.microsoft.com/office/drawing/2014/main" id="{6CC3DE73-64F8-4D3E-B3A9-935C5F8AA878}"/>
                </a:ext>
              </a:extLst>
            </p:cNvPr>
            <p:cNvCxnSpPr/>
            <p:nvPr/>
          </p:nvCxnSpPr>
          <p:spPr>
            <a:xfrm>
              <a:off x="5143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Rett linje 128">
              <a:extLst>
                <a:ext uri="{FF2B5EF4-FFF2-40B4-BE49-F238E27FC236}">
                  <a16:creationId xmlns:a16="http://schemas.microsoft.com/office/drawing/2014/main" id="{FAC273D9-8153-4188-B7CA-F30670E78B13}"/>
                </a:ext>
              </a:extLst>
            </p:cNvPr>
            <p:cNvCxnSpPr/>
            <p:nvPr/>
          </p:nvCxnSpPr>
          <p:spPr>
            <a:xfrm>
              <a:off x="4000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Rett linje 129">
              <a:extLst>
                <a:ext uri="{FF2B5EF4-FFF2-40B4-BE49-F238E27FC236}">
                  <a16:creationId xmlns:a16="http://schemas.microsoft.com/office/drawing/2014/main" id="{916C3980-C8A1-45C7-AA35-A88DD771F2A1}"/>
                </a:ext>
              </a:extLst>
            </p:cNvPr>
            <p:cNvCxnSpPr/>
            <p:nvPr/>
          </p:nvCxnSpPr>
          <p:spPr>
            <a:xfrm>
              <a:off x="2857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Rett linje 130">
              <a:extLst>
                <a:ext uri="{FF2B5EF4-FFF2-40B4-BE49-F238E27FC236}">
                  <a16:creationId xmlns:a16="http://schemas.microsoft.com/office/drawing/2014/main" id="{E99AC163-1D5E-4BFA-BE31-B64B3B6121BF}"/>
                </a:ext>
              </a:extLst>
            </p:cNvPr>
            <p:cNvCxnSpPr/>
            <p:nvPr/>
          </p:nvCxnSpPr>
          <p:spPr>
            <a:xfrm>
              <a:off x="1714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Rett linje 131">
              <a:extLst>
                <a:ext uri="{FF2B5EF4-FFF2-40B4-BE49-F238E27FC236}">
                  <a16:creationId xmlns:a16="http://schemas.microsoft.com/office/drawing/2014/main" id="{E1A62F24-69EB-4117-B6FE-6407220526C9}"/>
                </a:ext>
              </a:extLst>
            </p:cNvPr>
            <p:cNvCxnSpPr/>
            <p:nvPr/>
          </p:nvCxnSpPr>
          <p:spPr>
            <a:xfrm>
              <a:off x="571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Picture 7">
            <a:extLst>
              <a:ext uri="{FF2B5EF4-FFF2-40B4-BE49-F238E27FC236}">
                <a16:creationId xmlns:a16="http://schemas.microsoft.com/office/drawing/2014/main" id="{2720D104-076B-4179-BA3D-5C2CC88821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321469"/>
            <a:ext cx="1645920" cy="23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41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slide - setup 1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ssholder for bilde 37">
            <a:extLst>
              <a:ext uri="{FF2B5EF4-FFF2-40B4-BE49-F238E27FC236}">
                <a16:creationId xmlns:a16="http://schemas.microsoft.com/office/drawing/2014/main" id="{F730DD19-D147-8749-9D91-DD7544913B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15900" y="231775"/>
            <a:ext cx="8712199" cy="2195513"/>
          </a:xfrm>
          <a:prstGeom prst="rect">
            <a:avLst/>
          </a:prstGeom>
          <a:solidFill>
            <a:schemeClr val="accent1"/>
          </a:solidFill>
        </p:spPr>
        <p:txBody>
          <a:bodyPr wrap="square" lIns="1800000" tIns="1080000" rIns="1800000" bIns="360000" anchor="ctr" anchorCtr="0">
            <a:noAutofit/>
          </a:bodyPr>
          <a:lstStyle>
            <a:lvl1pPr marL="0" indent="0" algn="ctr">
              <a:buNone/>
              <a:defRPr sz="900" baseline="0">
                <a:solidFill>
                  <a:schemeClr val="tx1"/>
                </a:solidFill>
              </a:defRPr>
            </a:lvl1pPr>
          </a:lstStyle>
          <a:p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 </a:t>
            </a:r>
            <a:r>
              <a:rPr lang="en-US" sz="900">
                <a:effectLst/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drag &amp; drop or insert picture </a:t>
            </a:r>
            <a:endParaRPr lang="nb-NO" noProof="1"/>
          </a:p>
        </p:txBody>
      </p:sp>
      <p:sp>
        <p:nvSpPr>
          <p:cNvPr id="12" name="Plassholder for tekst 2">
            <a:extLst>
              <a:ext uri="{FF2B5EF4-FFF2-40B4-BE49-F238E27FC236}">
                <a16:creationId xmlns:a16="http://schemas.microsoft.com/office/drawing/2014/main" id="{94559044-034B-48A0-940E-492DC3DB6505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4020604" y="1896040"/>
            <a:ext cx="1112223" cy="1112223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  <a:lvl2pPr marL="270000" indent="-126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40320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53975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717550" indent="-177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3" name="Plassholder for tekst 2">
            <a:extLst>
              <a:ext uri="{FF2B5EF4-FFF2-40B4-BE49-F238E27FC236}">
                <a16:creationId xmlns:a16="http://schemas.microsoft.com/office/drawing/2014/main" id="{C710D693-00AD-4A48-AC9C-A2CF013D61EC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221346" y="1886515"/>
            <a:ext cx="1112223" cy="1112223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  <a:lvl2pPr marL="270000" indent="-126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40320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53975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717550" indent="-177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5" name="Plassholder for tekst 2">
            <a:extLst>
              <a:ext uri="{FF2B5EF4-FFF2-40B4-BE49-F238E27FC236}">
                <a16:creationId xmlns:a16="http://schemas.microsoft.com/office/drawing/2014/main" id="{BC59C7B9-8BC7-46C7-8E41-F2EEB96BED55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6892496" y="1886515"/>
            <a:ext cx="1112223" cy="1112223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  <a:lvl2pPr marL="270000" indent="-126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40320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53975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717550" indent="-177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360000"/>
            <a:ext cx="8143622" cy="606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endParaRPr lang="en-US"/>
          </a:p>
        </p:txBody>
      </p:sp>
      <p:sp>
        <p:nvSpPr>
          <p:cNvPr id="6" name="Plassholder for tekst 5">
            <a:extLst>
              <a:ext uri="{FF2B5EF4-FFF2-40B4-BE49-F238E27FC236}">
                <a16:creationId xmlns:a16="http://schemas.microsoft.com/office/drawing/2014/main" id="{71A44963-E7DC-42AE-B07F-24E15E6631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0790" y="3200400"/>
            <a:ext cx="2382838" cy="969963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6AB49929-9299-194A-9BE2-7462CE651148}"/>
              </a:ext>
            </a:extLst>
          </p:cNvPr>
          <p:cNvSpPr txBox="1"/>
          <p:nvPr/>
        </p:nvSpPr>
        <p:spPr>
          <a:xfrm>
            <a:off x="0" y="-287722"/>
            <a:ext cx="19192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noProof="1">
                <a:solidFill>
                  <a:schemeClr val="tx1"/>
                </a:solidFill>
              </a:rPr>
              <a:t>Agendaslide – setup 1 beige</a:t>
            </a:r>
            <a:endParaRPr lang="nb-NO" sz="800" b="1" noProof="1">
              <a:solidFill>
                <a:schemeClr val="tx1"/>
              </a:solidFill>
            </a:endParaRPr>
          </a:p>
        </p:txBody>
      </p:sp>
      <p:sp>
        <p:nvSpPr>
          <p:cNvPr id="18" name="Plassholder for tekst 38">
            <a:extLst>
              <a:ext uri="{FF2B5EF4-FFF2-40B4-BE49-F238E27FC236}">
                <a16:creationId xmlns:a16="http://schemas.microsoft.com/office/drawing/2014/main" id="{BE7EBC6D-0869-4A2B-A2B3-92895F79D3F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80936" y="3200401"/>
            <a:ext cx="2382128" cy="969350"/>
          </a:xfrm>
          <a:solidFill>
            <a:schemeClr val="bg1"/>
          </a:solidFill>
        </p:spPr>
        <p:txBody>
          <a:bodyPr lIns="0" rIns="0" anchor="t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9" name="Plassholder for tekst 38">
            <a:extLst>
              <a:ext uri="{FF2B5EF4-FFF2-40B4-BE49-F238E27FC236}">
                <a16:creationId xmlns:a16="http://schemas.microsoft.com/office/drawing/2014/main" id="{0BDDDD5F-B39B-44CB-8590-41061AF520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0372" y="3200401"/>
            <a:ext cx="2382128" cy="969350"/>
          </a:xfrm>
          <a:solidFill>
            <a:schemeClr val="bg1"/>
          </a:solidFill>
        </p:spPr>
        <p:txBody>
          <a:bodyPr lIns="0" rIns="0" anchor="t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</p:spTree>
    <p:extLst>
      <p:ext uri="{BB962C8B-B14F-4D97-AF65-F5344CB8AC3E}">
        <p14:creationId xmlns:p14="http://schemas.microsoft.com/office/powerpoint/2010/main" val="32577879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slide – setup 2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ssholder for bilde 37">
            <a:extLst>
              <a:ext uri="{FF2B5EF4-FFF2-40B4-BE49-F238E27FC236}">
                <a16:creationId xmlns:a16="http://schemas.microsoft.com/office/drawing/2014/main" id="{C398AC14-078A-4F1F-8471-5B63939A5C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15900" y="231775"/>
            <a:ext cx="8712199" cy="2195513"/>
          </a:xfrm>
          <a:prstGeom prst="rect">
            <a:avLst/>
          </a:prstGeom>
          <a:solidFill>
            <a:schemeClr val="accent3"/>
          </a:solidFill>
        </p:spPr>
        <p:txBody>
          <a:bodyPr wrap="square" lIns="1800000" tIns="1080000" rIns="1800000" bIns="360000" anchor="ctr" anchorCtr="0">
            <a:noAutofit/>
          </a:bodyPr>
          <a:lstStyle>
            <a:lvl1pPr marL="0" indent="0" algn="ctr">
              <a:buNone/>
              <a:defRPr sz="900" baseline="0">
                <a:solidFill>
                  <a:schemeClr val="tx1"/>
                </a:solidFill>
              </a:defRPr>
            </a:lvl1pPr>
          </a:lstStyle>
          <a:p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 </a:t>
            </a:r>
            <a:r>
              <a:rPr lang="en-US" sz="900">
                <a:effectLst/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drag &amp; drop or insert picture </a:t>
            </a:r>
            <a:endParaRPr lang="nb-NO" noProof="1"/>
          </a:p>
        </p:txBody>
      </p:sp>
      <p:sp>
        <p:nvSpPr>
          <p:cNvPr id="16" name="Plassholder for tekst 2">
            <a:extLst>
              <a:ext uri="{FF2B5EF4-FFF2-40B4-BE49-F238E27FC236}">
                <a16:creationId xmlns:a16="http://schemas.microsoft.com/office/drawing/2014/main" id="{B021767D-2FFD-4771-AC77-5B9886090C38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4020604" y="1896040"/>
            <a:ext cx="1112223" cy="1112223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  <a:lvl2pPr marL="270000" indent="-126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40320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53975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717550" indent="-177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7" name="Plassholder for tekst 2">
            <a:extLst>
              <a:ext uri="{FF2B5EF4-FFF2-40B4-BE49-F238E27FC236}">
                <a16:creationId xmlns:a16="http://schemas.microsoft.com/office/drawing/2014/main" id="{B12F62A4-A6D9-4E91-99FB-18D5B7F1F75F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221346" y="1886515"/>
            <a:ext cx="1112223" cy="1112223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  <a:lvl2pPr marL="270000" indent="-126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40320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53975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717550" indent="-177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8" name="Plassholder for tekst 2">
            <a:extLst>
              <a:ext uri="{FF2B5EF4-FFF2-40B4-BE49-F238E27FC236}">
                <a16:creationId xmlns:a16="http://schemas.microsoft.com/office/drawing/2014/main" id="{21718737-1C90-4D2B-81D7-D6EAC5CB0182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6892496" y="1886515"/>
            <a:ext cx="1112223" cy="1112223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  <a:lvl2pPr marL="270000" indent="-126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40320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53975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717550" indent="-177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39" name="Plassholder for tekst 38">
            <a:extLst>
              <a:ext uri="{FF2B5EF4-FFF2-40B4-BE49-F238E27FC236}">
                <a16:creationId xmlns:a16="http://schemas.microsoft.com/office/drawing/2014/main" id="{D22A9800-9791-6B4F-88E0-3B2645E92D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3200401"/>
            <a:ext cx="2382128" cy="969350"/>
          </a:xfrm>
          <a:solidFill>
            <a:schemeClr val="bg1"/>
          </a:solidFill>
        </p:spPr>
        <p:txBody>
          <a:bodyPr lIns="0" rIns="0" anchor="t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360000"/>
            <a:ext cx="8324850" cy="606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endParaRPr lang="en-US"/>
          </a:p>
        </p:txBody>
      </p:sp>
      <p:sp>
        <p:nvSpPr>
          <p:cNvPr id="43" name="Plassholder for tekst 38">
            <a:extLst>
              <a:ext uri="{FF2B5EF4-FFF2-40B4-BE49-F238E27FC236}">
                <a16:creationId xmlns:a16="http://schemas.microsoft.com/office/drawing/2014/main" id="{43E7E89C-6DBB-E84A-B21F-3A50B04E8E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80936" y="3200401"/>
            <a:ext cx="2382128" cy="969350"/>
          </a:xfrm>
          <a:solidFill>
            <a:schemeClr val="bg1"/>
          </a:solidFill>
        </p:spPr>
        <p:txBody>
          <a:bodyPr lIns="0" rIns="0" anchor="t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45" name="Plassholder for tekst 38">
            <a:extLst>
              <a:ext uri="{FF2B5EF4-FFF2-40B4-BE49-F238E27FC236}">
                <a16:creationId xmlns:a16="http://schemas.microsoft.com/office/drawing/2014/main" id="{80BBA60E-4A74-334A-AE74-3581A72383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0372" y="3200401"/>
            <a:ext cx="2382128" cy="969350"/>
          </a:xfrm>
          <a:solidFill>
            <a:schemeClr val="bg1"/>
          </a:solidFill>
        </p:spPr>
        <p:txBody>
          <a:bodyPr lIns="0" rIns="0" anchor="t" anchorCtr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6AB49929-9299-194A-9BE2-7462CE651148}"/>
              </a:ext>
            </a:extLst>
          </p:cNvPr>
          <p:cNvSpPr txBox="1"/>
          <p:nvPr/>
        </p:nvSpPr>
        <p:spPr>
          <a:xfrm>
            <a:off x="0" y="-287722"/>
            <a:ext cx="19192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noProof="1">
                <a:solidFill>
                  <a:schemeClr val="tx1"/>
                </a:solidFill>
              </a:rPr>
              <a:t>Agendaslide – setup 1 green</a:t>
            </a:r>
            <a:endParaRPr lang="nb-NO" sz="800" b="1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227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slide – setup 3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ssholder for tekst 38">
            <a:extLst>
              <a:ext uri="{FF2B5EF4-FFF2-40B4-BE49-F238E27FC236}">
                <a16:creationId xmlns:a16="http://schemas.microsoft.com/office/drawing/2014/main" id="{43E7E89C-6DBB-E84A-B21F-3A50B04E8E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97954" y="1499961"/>
            <a:ext cx="3096000" cy="928800"/>
          </a:xfrm>
          <a:solidFill>
            <a:schemeClr val="accent1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45" name="Plassholder for tekst 38">
            <a:extLst>
              <a:ext uri="{FF2B5EF4-FFF2-40B4-BE49-F238E27FC236}">
                <a16:creationId xmlns:a16="http://schemas.microsoft.com/office/drawing/2014/main" id="{80BBA60E-4A74-334A-AE74-3581A72383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7251" y="2776311"/>
            <a:ext cx="3096000" cy="928800"/>
          </a:xfrm>
          <a:solidFill>
            <a:schemeClr val="accent1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47" name="Plassholder for tekst 38">
            <a:extLst>
              <a:ext uri="{FF2B5EF4-FFF2-40B4-BE49-F238E27FC236}">
                <a16:creationId xmlns:a16="http://schemas.microsoft.com/office/drawing/2014/main" id="{AF413D6D-AF1C-C54E-9BB4-53E024C796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7954" y="2776311"/>
            <a:ext cx="3096000" cy="928800"/>
          </a:xfrm>
          <a:solidFill>
            <a:schemeClr val="accent1"/>
          </a:solidFill>
        </p:spPr>
        <p:txBody>
          <a:bodyPr lIns="720000" rIns="36000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7" name="Plassholder for tekst 2">
            <a:extLst>
              <a:ext uri="{FF2B5EF4-FFF2-40B4-BE49-F238E27FC236}">
                <a16:creationId xmlns:a16="http://schemas.microsoft.com/office/drawing/2014/main" id="{29449F7D-8B18-4021-949D-82256DF018AD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4566386" y="1499961"/>
            <a:ext cx="928800" cy="9288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  <a:lvl2pPr marL="270000" indent="-126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40320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53975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717550" indent="-177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8" name="Plassholder for tekst 2">
            <a:extLst>
              <a:ext uri="{FF2B5EF4-FFF2-40B4-BE49-F238E27FC236}">
                <a16:creationId xmlns:a16="http://schemas.microsoft.com/office/drawing/2014/main" id="{AE867430-55E1-42F5-BA77-8049FA7359BD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591225" y="2776311"/>
            <a:ext cx="928800" cy="9288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  <a:lvl2pPr marL="270000" indent="-126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40320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53975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717550" indent="-177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9" name="Plassholder for tekst 2">
            <a:extLst>
              <a:ext uri="{FF2B5EF4-FFF2-40B4-BE49-F238E27FC236}">
                <a16:creationId xmlns:a16="http://schemas.microsoft.com/office/drawing/2014/main" id="{4FBE0EED-85D7-4062-BCC6-02E88492136C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4575911" y="2776311"/>
            <a:ext cx="928800" cy="9288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  <a:lvl2pPr marL="270000" indent="-126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40320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53975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717550" indent="-177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39" name="Plassholder for tekst 38">
            <a:extLst>
              <a:ext uri="{FF2B5EF4-FFF2-40B4-BE49-F238E27FC236}">
                <a16:creationId xmlns:a16="http://schemas.microsoft.com/office/drawing/2014/main" id="{D22A9800-9791-6B4F-88E0-3B2645E92D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7251" y="1499961"/>
            <a:ext cx="3096000" cy="928800"/>
          </a:xfrm>
          <a:solidFill>
            <a:schemeClr val="accent1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4" name="Plassholder for tekst 2">
            <a:extLst>
              <a:ext uri="{FF2B5EF4-FFF2-40B4-BE49-F238E27FC236}">
                <a16:creationId xmlns:a16="http://schemas.microsoft.com/office/drawing/2014/main" id="{673884C8-07EC-449C-BD35-0D20232E69E3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581700" y="1499961"/>
            <a:ext cx="928800" cy="9288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  <a:lvl2pPr marL="270000" indent="-126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40320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53975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717550" indent="-177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499" y="360000"/>
            <a:ext cx="8334375" cy="606600"/>
          </a:xfr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endParaRPr lang="en-US"/>
          </a:p>
        </p:txBody>
      </p:sp>
      <p:sp>
        <p:nvSpPr>
          <p:cNvPr id="50" name="TextBox 7">
            <a:extLst>
              <a:ext uri="{FF2B5EF4-FFF2-40B4-BE49-F238E27FC236}">
                <a16:creationId xmlns:a16="http://schemas.microsoft.com/office/drawing/2014/main" id="{62D837F8-1F4F-6E4E-90FD-997685D05A81}"/>
              </a:ext>
            </a:extLst>
          </p:cNvPr>
          <p:cNvSpPr txBox="1"/>
          <p:nvPr/>
        </p:nvSpPr>
        <p:spPr>
          <a:xfrm>
            <a:off x="0" y="-287722"/>
            <a:ext cx="18621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noProof="1">
                <a:solidFill>
                  <a:schemeClr val="tx1"/>
                </a:solidFill>
              </a:rPr>
              <a:t>Agendaslide – setup 3 beige</a:t>
            </a:r>
            <a:endParaRPr lang="nb-NO" sz="800" b="1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598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slide – setup 4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ssholder for tekst 38">
            <a:extLst>
              <a:ext uri="{FF2B5EF4-FFF2-40B4-BE49-F238E27FC236}">
                <a16:creationId xmlns:a16="http://schemas.microsoft.com/office/drawing/2014/main" id="{43E7E89C-6DBB-E84A-B21F-3A50B04E8E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97954" y="1499961"/>
            <a:ext cx="3096000" cy="928800"/>
          </a:xfrm>
          <a:solidFill>
            <a:srgbClr val="C6E7C1">
              <a:alpha val="60000"/>
            </a:srgbClr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45" name="Plassholder for tekst 38">
            <a:extLst>
              <a:ext uri="{FF2B5EF4-FFF2-40B4-BE49-F238E27FC236}">
                <a16:creationId xmlns:a16="http://schemas.microsoft.com/office/drawing/2014/main" id="{80BBA60E-4A74-334A-AE74-3581A72383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7251" y="2776311"/>
            <a:ext cx="3096000" cy="928800"/>
          </a:xfrm>
          <a:solidFill>
            <a:srgbClr val="C6E7C1">
              <a:alpha val="60000"/>
            </a:srgbClr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47" name="Plassholder for tekst 38">
            <a:extLst>
              <a:ext uri="{FF2B5EF4-FFF2-40B4-BE49-F238E27FC236}">
                <a16:creationId xmlns:a16="http://schemas.microsoft.com/office/drawing/2014/main" id="{AF413D6D-AF1C-C54E-9BB4-53E024C796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7954" y="2776311"/>
            <a:ext cx="3096000" cy="928800"/>
          </a:xfrm>
          <a:solidFill>
            <a:srgbClr val="C6E7C1">
              <a:alpha val="60000"/>
            </a:srgbClr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7" name="Plassholder for tekst 2">
            <a:extLst>
              <a:ext uri="{FF2B5EF4-FFF2-40B4-BE49-F238E27FC236}">
                <a16:creationId xmlns:a16="http://schemas.microsoft.com/office/drawing/2014/main" id="{29449F7D-8B18-4021-949D-82256DF018AD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4570540" y="1499961"/>
            <a:ext cx="928800" cy="928800"/>
          </a:xfrm>
          <a:prstGeom prst="ellipse">
            <a:avLst/>
          </a:prstGeom>
          <a:solidFill>
            <a:srgbClr val="C6E7C1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  <a:lvl2pPr marL="270000" indent="-126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40320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53975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717550" indent="-177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8" name="Plassholder for tekst 2">
            <a:extLst>
              <a:ext uri="{FF2B5EF4-FFF2-40B4-BE49-F238E27FC236}">
                <a16:creationId xmlns:a16="http://schemas.microsoft.com/office/drawing/2014/main" id="{AE867430-55E1-42F5-BA77-8049FA7359BD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595379" y="2776311"/>
            <a:ext cx="928800" cy="928800"/>
          </a:xfrm>
          <a:prstGeom prst="ellipse">
            <a:avLst/>
          </a:prstGeom>
          <a:solidFill>
            <a:srgbClr val="C6E7C1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  <a:lvl2pPr marL="270000" indent="-126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40320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53975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717550" indent="-177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9" name="Plassholder for tekst 2">
            <a:extLst>
              <a:ext uri="{FF2B5EF4-FFF2-40B4-BE49-F238E27FC236}">
                <a16:creationId xmlns:a16="http://schemas.microsoft.com/office/drawing/2014/main" id="{4FBE0EED-85D7-4062-BCC6-02E88492136C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4580065" y="2776311"/>
            <a:ext cx="928800" cy="928800"/>
          </a:xfrm>
          <a:prstGeom prst="ellipse">
            <a:avLst/>
          </a:prstGeom>
          <a:solidFill>
            <a:srgbClr val="C6E7C1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  <a:lvl2pPr marL="270000" indent="-126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40320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53975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717550" indent="-177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39" name="Plassholder for tekst 38">
            <a:extLst>
              <a:ext uri="{FF2B5EF4-FFF2-40B4-BE49-F238E27FC236}">
                <a16:creationId xmlns:a16="http://schemas.microsoft.com/office/drawing/2014/main" id="{D22A9800-9791-6B4F-88E0-3B2645E92D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7251" y="1499961"/>
            <a:ext cx="3096000" cy="928800"/>
          </a:xfrm>
          <a:solidFill>
            <a:srgbClr val="C6E7C1">
              <a:alpha val="60000"/>
            </a:srgbClr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4" name="Plassholder for tekst 2">
            <a:extLst>
              <a:ext uri="{FF2B5EF4-FFF2-40B4-BE49-F238E27FC236}">
                <a16:creationId xmlns:a16="http://schemas.microsoft.com/office/drawing/2014/main" id="{673884C8-07EC-449C-BD35-0D20232E69E3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585854" y="1499961"/>
            <a:ext cx="928800" cy="928800"/>
          </a:xfrm>
          <a:prstGeom prst="ellipse">
            <a:avLst/>
          </a:prstGeom>
          <a:solidFill>
            <a:srgbClr val="C6E7C1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</a:defRPr>
            </a:lvl1pPr>
            <a:lvl2pPr marL="270000" indent="-126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40320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53975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717550" indent="-177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499" y="360000"/>
            <a:ext cx="8334375" cy="606600"/>
          </a:xfr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endParaRPr lang="en-US"/>
          </a:p>
        </p:txBody>
      </p:sp>
      <p:sp>
        <p:nvSpPr>
          <p:cNvPr id="50" name="TextBox 7">
            <a:extLst>
              <a:ext uri="{FF2B5EF4-FFF2-40B4-BE49-F238E27FC236}">
                <a16:creationId xmlns:a16="http://schemas.microsoft.com/office/drawing/2014/main" id="{62D837F8-1F4F-6E4E-90FD-997685D05A81}"/>
              </a:ext>
            </a:extLst>
          </p:cNvPr>
          <p:cNvSpPr txBox="1"/>
          <p:nvPr/>
        </p:nvSpPr>
        <p:spPr>
          <a:xfrm>
            <a:off x="-1" y="-287722"/>
            <a:ext cx="27940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noProof="1">
                <a:solidFill>
                  <a:schemeClr val="tx1"/>
                </a:solidFill>
              </a:rPr>
              <a:t>Agendaslide – setup 4 green</a:t>
            </a:r>
            <a:endParaRPr lang="nb-NO" sz="800" b="1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430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slide - setup 5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95481CE-1CC2-41E7-813C-320202B87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endParaRPr lang="nb-NO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DDB8CF1-8C48-4FB0-A7BA-48E7CA8E56C9}"/>
              </a:ext>
            </a:extLst>
          </p:cNvPr>
          <p:cNvSpPr txBox="1"/>
          <p:nvPr/>
        </p:nvSpPr>
        <p:spPr>
          <a:xfrm>
            <a:off x="0" y="-287722"/>
            <a:ext cx="18621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>
                <a:solidFill>
                  <a:schemeClr val="tx1"/>
                </a:solidFill>
              </a:rPr>
              <a:t>Agenda – text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E90C39F-69DB-4675-9202-04968B5509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1500" y="1213201"/>
            <a:ext cx="8324850" cy="3230212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342900" indent="-342900">
              <a:buClr>
                <a:srgbClr val="C00000"/>
              </a:buClr>
              <a:buFont typeface="+mj-lt"/>
              <a:buAutoNum type="arabicPeriod"/>
              <a:defRPr sz="1800"/>
            </a:lvl1pPr>
            <a:lvl2pPr marL="372600" indent="-228600">
              <a:buClr>
                <a:schemeClr val="tx1"/>
              </a:buClr>
              <a:buFont typeface="Arial" panose="020B0604020202020204" pitchFamily="34" charset="0"/>
              <a:buChar char="•"/>
              <a:defRPr sz="1600"/>
            </a:lvl2pPr>
            <a:lvl3pPr marL="506387" indent="-228600">
              <a:buClr>
                <a:schemeClr val="tx1"/>
              </a:buClr>
              <a:buFont typeface="Arial" panose="020B0604020202020204" pitchFamily="34" charset="0"/>
              <a:buChar char="•"/>
              <a:defRPr sz="1600"/>
            </a:lvl3pPr>
            <a:lvl4pPr marL="642937" indent="-228600">
              <a:buClr>
                <a:schemeClr val="tx1"/>
              </a:buClr>
              <a:buFont typeface="Arial" panose="020B0604020202020204" pitchFamily="34" charset="0"/>
              <a:buChar char="•"/>
              <a:defRPr sz="1400"/>
            </a:lvl4pPr>
            <a:lvl5pPr marL="768350" indent="-228600">
              <a:buClr>
                <a:schemeClr val="tx1"/>
              </a:buClr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43822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360000"/>
            <a:ext cx="8115300" cy="6066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1500" y="1213201"/>
            <a:ext cx="8115300" cy="323021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aseline="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246550" y="0"/>
            <a:ext cx="13969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Innholdsfeltet kan brukes til tekst eller andre</a:t>
            </a:r>
            <a:r>
              <a:rPr lang="nb-NO" sz="800" baseline="0" noProof="1"/>
              <a:t> elementer.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Vær</a:t>
            </a:r>
            <a:r>
              <a:rPr lang="nb-NO" sz="800" baseline="0" noProof="1"/>
              <a:t> oppmerksom på at det finnes egne layoutmaler for heldekkende, utfallende bilder.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1" noProof="1"/>
              <a:t>NB!</a:t>
            </a:r>
            <a:r>
              <a:rPr lang="nb-NO" sz="800" b="1" baseline="0" noProof="1"/>
              <a:t> </a:t>
            </a:r>
            <a:r>
              <a:rPr lang="nb-NO" sz="800" noProof="1"/>
              <a:t>Slå</a:t>
            </a:r>
            <a:r>
              <a:rPr lang="nb-NO" sz="800" baseline="0" noProof="1"/>
              <a:t> gjerne av bullets dersom det ikke er hensiktsmessig med bullets foran hver tekstlinje.</a:t>
            </a: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EDD9A8B8-9E9C-9B4A-8337-0CBFBFC32B95}"/>
              </a:ext>
            </a:extLst>
          </p:cNvPr>
          <p:cNvSpPr txBox="1"/>
          <p:nvPr/>
        </p:nvSpPr>
        <p:spPr>
          <a:xfrm>
            <a:off x="0" y="-287722"/>
            <a:ext cx="25722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Title and content – text only</a:t>
            </a:r>
          </a:p>
        </p:txBody>
      </p:sp>
    </p:spTree>
    <p:extLst>
      <p:ext uri="{BB962C8B-B14F-4D97-AF65-F5344CB8AC3E}">
        <p14:creationId xmlns:p14="http://schemas.microsoft.com/office/powerpoint/2010/main" val="13493616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am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360000"/>
            <a:ext cx="8115300" cy="6066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246550" y="0"/>
            <a:ext cx="13969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Innholdsfeltet kan brukes til tekst eller andre</a:t>
            </a:r>
            <a:r>
              <a:rPr lang="nb-NO" sz="800" baseline="0" noProof="1"/>
              <a:t> elementer.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Vær</a:t>
            </a:r>
            <a:r>
              <a:rPr lang="nb-NO" sz="800" baseline="0" noProof="1"/>
              <a:t> oppmerksom på at det finnes egne layoutmaler for heldekkende, utfallende bilder.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1" noProof="1"/>
              <a:t>NB!</a:t>
            </a:r>
            <a:r>
              <a:rPr lang="nb-NO" sz="800" b="1" baseline="0" noProof="1"/>
              <a:t> </a:t>
            </a:r>
            <a:r>
              <a:rPr lang="nb-NO" sz="800" noProof="1"/>
              <a:t>Slå</a:t>
            </a:r>
            <a:r>
              <a:rPr lang="nb-NO" sz="800" baseline="0" noProof="1"/>
              <a:t> gjerne av bullets dersom det ikke er hensiktsmessig med bullets foran hver tekstlinje.</a:t>
            </a: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EDD9A8B8-9E9C-9B4A-8337-0CBFBFC32B95}"/>
              </a:ext>
            </a:extLst>
          </p:cNvPr>
          <p:cNvSpPr txBox="1"/>
          <p:nvPr/>
        </p:nvSpPr>
        <p:spPr>
          <a:xfrm>
            <a:off x="0" y="-287722"/>
            <a:ext cx="25722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Title and team presentation</a:t>
            </a:r>
          </a:p>
        </p:txBody>
      </p:sp>
      <p:sp>
        <p:nvSpPr>
          <p:cNvPr id="47" name="Plassholder for bilde 14">
            <a:extLst>
              <a:ext uri="{FF2B5EF4-FFF2-40B4-BE49-F238E27FC236}">
                <a16:creationId xmlns:a16="http://schemas.microsoft.com/office/drawing/2014/main" id="{12AB5CF8-7129-478C-885D-AE4D02F6E3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1259544"/>
            <a:ext cx="1063429" cy="1062414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48" name="Plassholder for bilde 16">
            <a:extLst>
              <a:ext uri="{FF2B5EF4-FFF2-40B4-BE49-F238E27FC236}">
                <a16:creationId xmlns:a16="http://schemas.microsoft.com/office/drawing/2014/main" id="{330099D6-2560-428C-9912-D91D84708B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37975" y="1259544"/>
            <a:ext cx="1063429" cy="1062414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49" name="Plassholder for bilde 18">
            <a:extLst>
              <a:ext uri="{FF2B5EF4-FFF2-40B4-BE49-F238E27FC236}">
                <a16:creationId xmlns:a16="http://schemas.microsoft.com/office/drawing/2014/main" id="{B1DC65BC-775F-4981-B78A-EBA2671DD9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04450" y="1259544"/>
            <a:ext cx="1063429" cy="1062414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50" name="Plassholder for tekst 3">
            <a:extLst>
              <a:ext uri="{FF2B5EF4-FFF2-40B4-BE49-F238E27FC236}">
                <a16:creationId xmlns:a16="http://schemas.microsoft.com/office/drawing/2014/main" id="{9EFAE50D-B78C-440B-829D-ADD0300614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61515" y="1212850"/>
            <a:ext cx="1333869" cy="361478"/>
          </a:xfrm>
        </p:spPr>
        <p:txBody>
          <a:bodyPr anchor="b">
            <a:noAutofit/>
          </a:bodyPr>
          <a:lstStyle>
            <a:lvl1pPr marL="0" indent="0">
              <a:buNone/>
              <a:defRPr sz="1000" b="1"/>
            </a:lvl1pPr>
            <a:lvl2pPr marL="144000" indent="0">
              <a:buNone/>
              <a:defRPr sz="1000"/>
            </a:lvl2pPr>
            <a:lvl3pPr marL="277787" indent="0">
              <a:buNone/>
              <a:defRPr sz="1000"/>
            </a:lvl3pPr>
            <a:lvl4pPr marL="414337" indent="0">
              <a:buNone/>
              <a:defRPr sz="1000"/>
            </a:lvl4pPr>
            <a:lvl5pPr marL="539750" indent="0">
              <a:buNone/>
              <a:defRPr sz="1000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51" name="Plassholder for tekst 5">
            <a:extLst>
              <a:ext uri="{FF2B5EF4-FFF2-40B4-BE49-F238E27FC236}">
                <a16:creationId xmlns:a16="http://schemas.microsoft.com/office/drawing/2014/main" id="{B12F6E99-96F6-4F12-995E-C27E168973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62125" y="1658852"/>
            <a:ext cx="1333500" cy="76136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144000" indent="0">
              <a:buNone/>
              <a:defRPr sz="1000"/>
            </a:lvl2pPr>
            <a:lvl3pPr marL="277787" indent="0">
              <a:buNone/>
              <a:defRPr sz="1000"/>
            </a:lvl3pPr>
            <a:lvl4pPr marL="414337" indent="0">
              <a:buNone/>
              <a:defRPr sz="1000"/>
            </a:lvl4pPr>
            <a:lvl5pPr marL="539750" indent="0">
              <a:buNone/>
              <a:defRPr sz="1000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52" name="Plassholder for tekst 3">
            <a:extLst>
              <a:ext uri="{FF2B5EF4-FFF2-40B4-BE49-F238E27FC236}">
                <a16:creationId xmlns:a16="http://schemas.microsoft.com/office/drawing/2014/main" id="{9292159D-A239-427B-9C9D-3DA70F8998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3754" y="1212850"/>
            <a:ext cx="1333869" cy="361478"/>
          </a:xfrm>
        </p:spPr>
        <p:txBody>
          <a:bodyPr anchor="b">
            <a:noAutofit/>
          </a:bodyPr>
          <a:lstStyle>
            <a:lvl1pPr marL="0" indent="0">
              <a:buNone/>
              <a:defRPr sz="1000" b="1"/>
            </a:lvl1pPr>
            <a:lvl2pPr marL="144000" indent="0">
              <a:buNone/>
              <a:defRPr sz="1000"/>
            </a:lvl2pPr>
            <a:lvl3pPr marL="277787" indent="0">
              <a:buNone/>
              <a:defRPr sz="1000"/>
            </a:lvl3pPr>
            <a:lvl4pPr marL="414337" indent="0">
              <a:buNone/>
              <a:defRPr sz="1000"/>
            </a:lvl4pPr>
            <a:lvl5pPr marL="539750" indent="0">
              <a:buNone/>
              <a:defRPr sz="1000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53" name="Plassholder for tekst 5">
            <a:extLst>
              <a:ext uri="{FF2B5EF4-FFF2-40B4-BE49-F238E27FC236}">
                <a16:creationId xmlns:a16="http://schemas.microsoft.com/office/drawing/2014/main" id="{070CF4F3-3986-49FB-98F1-457933BBCE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4364" y="1658852"/>
            <a:ext cx="1333500" cy="76136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144000" indent="0">
              <a:buNone/>
              <a:defRPr sz="1000"/>
            </a:lvl2pPr>
            <a:lvl3pPr marL="277787" indent="0">
              <a:buNone/>
              <a:defRPr sz="1000"/>
            </a:lvl3pPr>
            <a:lvl4pPr marL="414337" indent="0">
              <a:buNone/>
              <a:defRPr sz="1000"/>
            </a:lvl4pPr>
            <a:lvl5pPr marL="539750" indent="0">
              <a:buNone/>
              <a:defRPr sz="1000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54" name="Plassholder for tekst 3">
            <a:extLst>
              <a:ext uri="{FF2B5EF4-FFF2-40B4-BE49-F238E27FC236}">
                <a16:creationId xmlns:a16="http://schemas.microsoft.com/office/drawing/2014/main" id="{9A939696-8DE8-4A64-8BE1-29257614CC9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25752" y="1212850"/>
            <a:ext cx="1333869" cy="361478"/>
          </a:xfrm>
        </p:spPr>
        <p:txBody>
          <a:bodyPr anchor="b">
            <a:noAutofit/>
          </a:bodyPr>
          <a:lstStyle>
            <a:lvl1pPr marL="0" indent="0">
              <a:buNone/>
              <a:defRPr sz="1000" b="1"/>
            </a:lvl1pPr>
            <a:lvl2pPr marL="144000" indent="0">
              <a:buNone/>
              <a:defRPr sz="1000"/>
            </a:lvl2pPr>
            <a:lvl3pPr marL="277787" indent="0">
              <a:buNone/>
              <a:defRPr sz="1000"/>
            </a:lvl3pPr>
            <a:lvl4pPr marL="414337" indent="0">
              <a:buNone/>
              <a:defRPr sz="1000"/>
            </a:lvl4pPr>
            <a:lvl5pPr marL="539750" indent="0">
              <a:buNone/>
              <a:defRPr sz="1000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55" name="Plassholder for tekst 5">
            <a:extLst>
              <a:ext uri="{FF2B5EF4-FFF2-40B4-BE49-F238E27FC236}">
                <a16:creationId xmlns:a16="http://schemas.microsoft.com/office/drawing/2014/main" id="{EA7C6B97-E847-4CC9-8D9A-B7F90BE570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26362" y="1658852"/>
            <a:ext cx="1333500" cy="76136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144000" indent="0">
              <a:buNone/>
              <a:defRPr sz="1000"/>
            </a:lvl2pPr>
            <a:lvl3pPr marL="277787" indent="0">
              <a:buNone/>
              <a:defRPr sz="1000"/>
            </a:lvl3pPr>
            <a:lvl4pPr marL="414337" indent="0">
              <a:buNone/>
              <a:defRPr sz="1000"/>
            </a:lvl4pPr>
            <a:lvl5pPr marL="539750" indent="0">
              <a:buNone/>
              <a:defRPr sz="1000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56" name="Plassholder for bilde 14">
            <a:extLst>
              <a:ext uri="{FF2B5EF4-FFF2-40B4-BE49-F238E27FC236}">
                <a16:creationId xmlns:a16="http://schemas.microsoft.com/office/drawing/2014/main" id="{89E24870-5F9F-4684-860E-648C088D536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71259" y="2816176"/>
            <a:ext cx="1063429" cy="1062414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57" name="Plassholder for bilde 16">
            <a:extLst>
              <a:ext uri="{FF2B5EF4-FFF2-40B4-BE49-F238E27FC236}">
                <a16:creationId xmlns:a16="http://schemas.microsoft.com/office/drawing/2014/main" id="{7EA246E5-5B1D-48D5-BED7-4D5BA8C70E8F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237734" y="2816176"/>
            <a:ext cx="1063429" cy="1062414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58" name="Plassholder for bilde 18">
            <a:extLst>
              <a:ext uri="{FF2B5EF4-FFF2-40B4-BE49-F238E27FC236}">
                <a16:creationId xmlns:a16="http://schemas.microsoft.com/office/drawing/2014/main" id="{7F0D1F2D-5251-4151-947B-EE0C97101EE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904209" y="2816176"/>
            <a:ext cx="1063429" cy="1062414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59" name="Plassholder for tekst 3">
            <a:extLst>
              <a:ext uri="{FF2B5EF4-FFF2-40B4-BE49-F238E27FC236}">
                <a16:creationId xmlns:a16="http://schemas.microsoft.com/office/drawing/2014/main" id="{8E57CF47-BD3D-427A-9D30-ADAC119151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61274" y="2769482"/>
            <a:ext cx="1333869" cy="361478"/>
          </a:xfrm>
        </p:spPr>
        <p:txBody>
          <a:bodyPr anchor="b">
            <a:noAutofit/>
          </a:bodyPr>
          <a:lstStyle>
            <a:lvl1pPr marL="0" indent="0">
              <a:buNone/>
              <a:defRPr sz="1000" b="1"/>
            </a:lvl1pPr>
            <a:lvl2pPr marL="144000" indent="0">
              <a:buNone/>
              <a:defRPr sz="1000"/>
            </a:lvl2pPr>
            <a:lvl3pPr marL="277787" indent="0">
              <a:buNone/>
              <a:defRPr sz="1000"/>
            </a:lvl3pPr>
            <a:lvl4pPr marL="414337" indent="0">
              <a:buNone/>
              <a:defRPr sz="1000"/>
            </a:lvl4pPr>
            <a:lvl5pPr marL="539750" indent="0">
              <a:buNone/>
              <a:defRPr sz="1000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60" name="Plassholder for tekst 5">
            <a:extLst>
              <a:ext uri="{FF2B5EF4-FFF2-40B4-BE49-F238E27FC236}">
                <a16:creationId xmlns:a16="http://schemas.microsoft.com/office/drawing/2014/main" id="{D4D5925C-D0AF-4F60-AC6A-7C6322551E1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61884" y="3215484"/>
            <a:ext cx="1333500" cy="76136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144000" indent="0">
              <a:buNone/>
              <a:defRPr sz="1000"/>
            </a:lvl2pPr>
            <a:lvl3pPr marL="277787" indent="0">
              <a:buNone/>
              <a:defRPr sz="1000"/>
            </a:lvl3pPr>
            <a:lvl4pPr marL="414337" indent="0">
              <a:buNone/>
              <a:defRPr sz="1000"/>
            </a:lvl4pPr>
            <a:lvl5pPr marL="539750" indent="0">
              <a:buNone/>
              <a:defRPr sz="1000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61" name="Plassholder for tekst 3">
            <a:extLst>
              <a:ext uri="{FF2B5EF4-FFF2-40B4-BE49-F238E27FC236}">
                <a16:creationId xmlns:a16="http://schemas.microsoft.com/office/drawing/2014/main" id="{8024A119-F365-4FFE-9B32-A6CDC29C3C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43513" y="2769482"/>
            <a:ext cx="1333869" cy="361478"/>
          </a:xfrm>
        </p:spPr>
        <p:txBody>
          <a:bodyPr anchor="b">
            <a:noAutofit/>
          </a:bodyPr>
          <a:lstStyle>
            <a:lvl1pPr marL="0" indent="0">
              <a:buNone/>
              <a:defRPr sz="1000" b="1"/>
            </a:lvl1pPr>
            <a:lvl2pPr marL="144000" indent="0">
              <a:buNone/>
              <a:defRPr sz="1000"/>
            </a:lvl2pPr>
            <a:lvl3pPr marL="277787" indent="0">
              <a:buNone/>
              <a:defRPr sz="1000"/>
            </a:lvl3pPr>
            <a:lvl4pPr marL="414337" indent="0">
              <a:buNone/>
              <a:defRPr sz="1000"/>
            </a:lvl4pPr>
            <a:lvl5pPr marL="539750" indent="0">
              <a:buNone/>
              <a:defRPr sz="1000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62" name="Plassholder for tekst 5">
            <a:extLst>
              <a:ext uri="{FF2B5EF4-FFF2-40B4-BE49-F238E27FC236}">
                <a16:creationId xmlns:a16="http://schemas.microsoft.com/office/drawing/2014/main" id="{5400F042-8A97-457D-B494-10D6D55F60F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44123" y="3215484"/>
            <a:ext cx="1333500" cy="76136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144000" indent="0">
              <a:buNone/>
              <a:defRPr sz="1000"/>
            </a:lvl2pPr>
            <a:lvl3pPr marL="277787" indent="0">
              <a:buNone/>
              <a:defRPr sz="1000"/>
            </a:lvl3pPr>
            <a:lvl4pPr marL="414337" indent="0">
              <a:buNone/>
              <a:defRPr sz="1000"/>
            </a:lvl4pPr>
            <a:lvl5pPr marL="539750" indent="0">
              <a:buNone/>
              <a:defRPr sz="1000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63" name="Plassholder for tekst 3">
            <a:extLst>
              <a:ext uri="{FF2B5EF4-FFF2-40B4-BE49-F238E27FC236}">
                <a16:creationId xmlns:a16="http://schemas.microsoft.com/office/drawing/2014/main" id="{4C2D684F-AA58-4266-BE8F-9D039F826C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25511" y="2769482"/>
            <a:ext cx="1333869" cy="361478"/>
          </a:xfrm>
        </p:spPr>
        <p:txBody>
          <a:bodyPr anchor="b">
            <a:noAutofit/>
          </a:bodyPr>
          <a:lstStyle>
            <a:lvl1pPr marL="0" indent="0">
              <a:buNone/>
              <a:defRPr sz="1000" b="1"/>
            </a:lvl1pPr>
            <a:lvl2pPr marL="144000" indent="0">
              <a:buNone/>
              <a:defRPr sz="1000"/>
            </a:lvl2pPr>
            <a:lvl3pPr marL="277787" indent="0">
              <a:buNone/>
              <a:defRPr sz="1000"/>
            </a:lvl3pPr>
            <a:lvl4pPr marL="414337" indent="0">
              <a:buNone/>
              <a:defRPr sz="1000"/>
            </a:lvl4pPr>
            <a:lvl5pPr marL="539750" indent="0">
              <a:buNone/>
              <a:defRPr sz="1000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64" name="Plassholder for tekst 5">
            <a:extLst>
              <a:ext uri="{FF2B5EF4-FFF2-40B4-BE49-F238E27FC236}">
                <a16:creationId xmlns:a16="http://schemas.microsoft.com/office/drawing/2014/main" id="{EA439540-9F4A-4C90-A0E3-A24A710D32B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126121" y="3215484"/>
            <a:ext cx="1333500" cy="761360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  <a:lvl2pPr marL="144000" indent="0">
              <a:buNone/>
              <a:defRPr sz="1000"/>
            </a:lvl2pPr>
            <a:lvl3pPr marL="277787" indent="0">
              <a:buNone/>
              <a:defRPr sz="1000"/>
            </a:lvl3pPr>
            <a:lvl4pPr marL="414337" indent="0">
              <a:buNone/>
              <a:defRPr sz="1000"/>
            </a:lvl4pPr>
            <a:lvl5pPr marL="539750" indent="0">
              <a:buNone/>
              <a:defRPr sz="1000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5493212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quar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360000"/>
            <a:ext cx="3458391" cy="606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F0900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1500" y="1212851"/>
            <a:ext cx="3458391" cy="32305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DCB47A4-2EBA-204A-8E47-730228792A8E}"/>
              </a:ext>
            </a:extLst>
          </p:cNvPr>
          <p:cNvSpPr txBox="1"/>
          <p:nvPr/>
        </p:nvSpPr>
        <p:spPr>
          <a:xfrm>
            <a:off x="0" y="-287722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Text square picture right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1F1B407C-A22F-064F-9840-7CEDE8ED1185}"/>
              </a:ext>
            </a:extLst>
          </p:cNvPr>
          <p:cNvSpPr txBox="1"/>
          <p:nvPr/>
        </p:nvSpPr>
        <p:spPr>
          <a:xfrm>
            <a:off x="9246550" y="0"/>
            <a:ext cx="139695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D</a:t>
            </a:r>
            <a:r>
              <a:rPr lang="nb-NO" sz="800" baseline="0" noProof="1"/>
              <a:t>et finnes egne layoutmaler for heldekkende, utfallende bilder.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="0" noProof="0">
              <a:latin typeface="+mn-lt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1" noProof="1"/>
              <a:t>NB!</a:t>
            </a:r>
            <a:r>
              <a:rPr lang="nb-NO" sz="800" b="1" baseline="0" noProof="1"/>
              <a:t> </a:t>
            </a:r>
            <a:r>
              <a:rPr lang="nb-NO" sz="800" noProof="1"/>
              <a:t>Slå</a:t>
            </a:r>
            <a:r>
              <a:rPr lang="nb-NO" sz="800" baseline="0" noProof="1"/>
              <a:t> gjerne av bullets dersom det ikke er hensiktsmessig med bullets foran hver tekstlinje.</a:t>
            </a: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</p:txBody>
      </p:sp>
      <p:sp>
        <p:nvSpPr>
          <p:cNvPr id="8" name="Plassholder for bilde 8">
            <a:extLst>
              <a:ext uri="{FF2B5EF4-FFF2-40B4-BE49-F238E27FC236}">
                <a16:creationId xmlns:a16="http://schemas.microsoft.com/office/drawing/2014/main" id="{25D89038-64A5-4F59-8C56-140EE65491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0" y="231774"/>
            <a:ext cx="4361687" cy="4211639"/>
          </a:xfrm>
          <a:prstGeom prst="rect">
            <a:avLst/>
          </a:prstGeom>
        </p:spPr>
        <p:txBody>
          <a:bodyPr lIns="180000" tIns="180000" rIns="180000" bIns="180000">
            <a:normAutofit/>
          </a:bodyPr>
          <a:lstStyle>
            <a:lvl1pPr marL="0" indent="0" algn="l">
              <a:buFont typeface="+mj-lt"/>
              <a:buNone/>
              <a:defRPr sz="1000" baseline="0"/>
            </a:lvl1pPr>
          </a:lstStyle>
          <a:p>
            <a:r>
              <a:rPr lang="nb-NO" err="1"/>
              <a:t>Insert</a:t>
            </a:r>
            <a:r>
              <a:rPr lang="nb-NO"/>
              <a:t> or drag and </a:t>
            </a:r>
            <a:r>
              <a:rPr lang="nb-NO" err="1"/>
              <a:t>drop</a:t>
            </a:r>
            <a:r>
              <a:rPr lang="nb-NO"/>
              <a:t> </a:t>
            </a:r>
            <a:r>
              <a:rPr lang="nb-NO" err="1"/>
              <a:t>picture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1658459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rounded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bilde 8">
            <a:extLst>
              <a:ext uri="{FF2B5EF4-FFF2-40B4-BE49-F238E27FC236}">
                <a16:creationId xmlns:a16="http://schemas.microsoft.com/office/drawing/2014/main" id="{9D41DC85-436E-4991-BBBA-28B8A8BAAF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21235" y="-21365"/>
            <a:ext cx="4522765" cy="4669473"/>
          </a:xfrm>
          <a:custGeom>
            <a:avLst/>
            <a:gdLst>
              <a:gd name="connsiteX0" fmla="*/ 2497138 w 5344567"/>
              <a:gd name="connsiteY0" fmla="*/ 0 h 4993958"/>
              <a:gd name="connsiteX1" fmla="*/ 2499792 w 5344567"/>
              <a:gd name="connsiteY1" fmla="*/ 0 h 4993958"/>
              <a:gd name="connsiteX2" fmla="*/ 5344567 w 5344567"/>
              <a:gd name="connsiteY2" fmla="*/ 0 h 4993958"/>
              <a:gd name="connsiteX3" fmla="*/ 5344567 w 5344567"/>
              <a:gd name="connsiteY3" fmla="*/ 4993958 h 4993958"/>
              <a:gd name="connsiteX4" fmla="*/ 2490823 w 5344567"/>
              <a:gd name="connsiteY4" fmla="*/ 4993958 h 4993958"/>
              <a:gd name="connsiteX5" fmla="*/ 2241864 w 5344567"/>
              <a:gd name="connsiteY5" fmla="*/ 4981382 h 4993958"/>
              <a:gd name="connsiteX6" fmla="*/ 0 w 5344567"/>
              <a:gd name="connsiteY6" fmla="*/ 2497138 h 4993958"/>
              <a:gd name="connsiteX7" fmla="*/ 2497138 w 5344567"/>
              <a:gd name="connsiteY7" fmla="*/ 0 h 4993958"/>
              <a:gd name="connsiteX0" fmla="*/ 2497138 w 5344567"/>
              <a:gd name="connsiteY0" fmla="*/ 0 h 4993958"/>
              <a:gd name="connsiteX1" fmla="*/ 2499792 w 5344567"/>
              <a:gd name="connsiteY1" fmla="*/ 0 h 4993958"/>
              <a:gd name="connsiteX2" fmla="*/ 4825407 w 5344567"/>
              <a:gd name="connsiteY2" fmla="*/ 0 h 4993958"/>
              <a:gd name="connsiteX3" fmla="*/ 5344567 w 5344567"/>
              <a:gd name="connsiteY3" fmla="*/ 4993958 h 4993958"/>
              <a:gd name="connsiteX4" fmla="*/ 2490823 w 5344567"/>
              <a:gd name="connsiteY4" fmla="*/ 4993958 h 4993958"/>
              <a:gd name="connsiteX5" fmla="*/ 2241864 w 5344567"/>
              <a:gd name="connsiteY5" fmla="*/ 4981382 h 4993958"/>
              <a:gd name="connsiteX6" fmla="*/ 0 w 5344567"/>
              <a:gd name="connsiteY6" fmla="*/ 2497138 h 4993958"/>
              <a:gd name="connsiteX7" fmla="*/ 2497138 w 5344567"/>
              <a:gd name="connsiteY7" fmla="*/ 0 h 4993958"/>
              <a:gd name="connsiteX0" fmla="*/ 2497138 w 4844997"/>
              <a:gd name="connsiteY0" fmla="*/ 0 h 4993958"/>
              <a:gd name="connsiteX1" fmla="*/ 2499792 w 4844997"/>
              <a:gd name="connsiteY1" fmla="*/ 0 h 4993958"/>
              <a:gd name="connsiteX2" fmla="*/ 4825407 w 4844997"/>
              <a:gd name="connsiteY2" fmla="*/ 0 h 4993958"/>
              <a:gd name="connsiteX3" fmla="*/ 4844997 w 4844997"/>
              <a:gd name="connsiteY3" fmla="*/ 4993958 h 4993958"/>
              <a:gd name="connsiteX4" fmla="*/ 2490823 w 4844997"/>
              <a:gd name="connsiteY4" fmla="*/ 4993958 h 4993958"/>
              <a:gd name="connsiteX5" fmla="*/ 2241864 w 4844997"/>
              <a:gd name="connsiteY5" fmla="*/ 4981382 h 4993958"/>
              <a:gd name="connsiteX6" fmla="*/ 0 w 4844997"/>
              <a:gd name="connsiteY6" fmla="*/ 2497138 h 4993958"/>
              <a:gd name="connsiteX7" fmla="*/ 2497138 w 4844997"/>
              <a:gd name="connsiteY7" fmla="*/ 0 h 4993958"/>
              <a:gd name="connsiteX0" fmla="*/ 2497138 w 4844997"/>
              <a:gd name="connsiteY0" fmla="*/ 0 h 4993958"/>
              <a:gd name="connsiteX1" fmla="*/ 2499792 w 4844997"/>
              <a:gd name="connsiteY1" fmla="*/ 0 h 4993958"/>
              <a:gd name="connsiteX2" fmla="*/ 4844454 w 4844997"/>
              <a:gd name="connsiteY2" fmla="*/ 2721 h 4993958"/>
              <a:gd name="connsiteX3" fmla="*/ 4844997 w 4844997"/>
              <a:gd name="connsiteY3" fmla="*/ 4993958 h 4993958"/>
              <a:gd name="connsiteX4" fmla="*/ 2490823 w 4844997"/>
              <a:gd name="connsiteY4" fmla="*/ 4993958 h 4993958"/>
              <a:gd name="connsiteX5" fmla="*/ 2241864 w 4844997"/>
              <a:gd name="connsiteY5" fmla="*/ 4981382 h 4993958"/>
              <a:gd name="connsiteX6" fmla="*/ 0 w 4844997"/>
              <a:gd name="connsiteY6" fmla="*/ 2497138 h 4993958"/>
              <a:gd name="connsiteX7" fmla="*/ 2497138 w 4844997"/>
              <a:gd name="connsiteY7" fmla="*/ 0 h 4993958"/>
              <a:gd name="connsiteX0" fmla="*/ 2497138 w 4844997"/>
              <a:gd name="connsiteY0" fmla="*/ 10884 h 5004842"/>
              <a:gd name="connsiteX1" fmla="*/ 2499792 w 4844997"/>
              <a:gd name="connsiteY1" fmla="*/ 10884 h 5004842"/>
              <a:gd name="connsiteX2" fmla="*/ 4844454 w 4844997"/>
              <a:gd name="connsiteY2" fmla="*/ 0 h 5004842"/>
              <a:gd name="connsiteX3" fmla="*/ 4844997 w 4844997"/>
              <a:gd name="connsiteY3" fmla="*/ 5004842 h 5004842"/>
              <a:gd name="connsiteX4" fmla="*/ 2490823 w 4844997"/>
              <a:gd name="connsiteY4" fmla="*/ 5004842 h 5004842"/>
              <a:gd name="connsiteX5" fmla="*/ 2241864 w 4844997"/>
              <a:gd name="connsiteY5" fmla="*/ 4992266 h 5004842"/>
              <a:gd name="connsiteX6" fmla="*/ 0 w 4844997"/>
              <a:gd name="connsiteY6" fmla="*/ 2508022 h 5004842"/>
              <a:gd name="connsiteX7" fmla="*/ 2497138 w 4844997"/>
              <a:gd name="connsiteY7" fmla="*/ 10884 h 500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44997" h="5004842">
                <a:moveTo>
                  <a:pt x="2497138" y="10884"/>
                </a:moveTo>
                <a:lnTo>
                  <a:pt x="2499792" y="10884"/>
                </a:lnTo>
                <a:lnTo>
                  <a:pt x="4844454" y="0"/>
                </a:lnTo>
                <a:lnTo>
                  <a:pt x="4844997" y="5004842"/>
                </a:lnTo>
                <a:lnTo>
                  <a:pt x="2490823" y="5004842"/>
                </a:lnTo>
                <a:lnTo>
                  <a:pt x="2241864" y="4992266"/>
                </a:lnTo>
                <a:cubicBezTo>
                  <a:pt x="982857" y="4864359"/>
                  <a:pt x="0" y="3800709"/>
                  <a:pt x="0" y="2508022"/>
                </a:cubicBezTo>
                <a:cubicBezTo>
                  <a:pt x="0" y="1129157"/>
                  <a:pt x="1118272" y="10884"/>
                  <a:pt x="2497138" y="10884"/>
                </a:cubicBezTo>
                <a:close/>
              </a:path>
            </a:pathLst>
          </a:custGeom>
        </p:spPr>
        <p:txBody>
          <a:bodyPr wrap="square" anchor="ctr" anchorCtr="1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 sz="2800"/>
            </a:lvl1pPr>
          </a:lstStyle>
          <a:p>
            <a:pPr marL="126000" marR="0" lvl="0" indent="-12600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Char char="•"/>
              <a:tabLst/>
              <a:defRPr/>
            </a:pPr>
            <a:r>
              <a:rPr lang="nb-NO" sz="1600" err="1">
                <a:effectLst/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</a:t>
            </a:r>
            <a:r>
              <a:rPr lang="nb-NO" sz="1600">
                <a:effectLst/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image to </a:t>
            </a:r>
            <a:r>
              <a:rPr lang="nb-NO" sz="1600" err="1">
                <a:effectLst/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shape</a:t>
            </a:r>
            <a:endParaRPr lang="sv-SE" sz="16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nb-NO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360000"/>
            <a:ext cx="3458391" cy="606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1500" y="1213201"/>
            <a:ext cx="3458391" cy="323021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DCB47A4-2EBA-204A-8E47-730228792A8E}"/>
              </a:ext>
            </a:extLst>
          </p:cNvPr>
          <p:cNvSpPr txBox="1"/>
          <p:nvPr/>
        </p:nvSpPr>
        <p:spPr>
          <a:xfrm>
            <a:off x="0" y="-287722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Text rounded picture right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1F1B407C-A22F-064F-9840-7CEDE8ED1185}"/>
              </a:ext>
            </a:extLst>
          </p:cNvPr>
          <p:cNvSpPr txBox="1"/>
          <p:nvPr/>
        </p:nvSpPr>
        <p:spPr>
          <a:xfrm>
            <a:off x="9246550" y="0"/>
            <a:ext cx="139695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D</a:t>
            </a:r>
            <a:r>
              <a:rPr lang="nb-NO" sz="800" baseline="0" noProof="1"/>
              <a:t>et finnes egne layoutmaler for heldekkende, utfallende bilder.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="0" noProof="0">
              <a:latin typeface="+mn-lt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1" noProof="1"/>
              <a:t>NB!</a:t>
            </a:r>
            <a:r>
              <a:rPr lang="nb-NO" sz="800" b="1" baseline="0" noProof="1"/>
              <a:t> </a:t>
            </a:r>
            <a:r>
              <a:rPr lang="nb-NO" sz="800" noProof="1"/>
              <a:t>Slå</a:t>
            </a:r>
            <a:r>
              <a:rPr lang="nb-NO" sz="800" baseline="0" noProof="1"/>
              <a:t> gjerne av bullets dersom det ikke er hensiktsmessig med bullets foran hver tekstlinje.</a:t>
            </a: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</p:txBody>
      </p:sp>
    </p:spTree>
    <p:extLst>
      <p:ext uri="{BB962C8B-B14F-4D97-AF65-F5344CB8AC3E}">
        <p14:creationId xmlns:p14="http://schemas.microsoft.com/office/powerpoint/2010/main" val="209740290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quare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62305" y="360000"/>
            <a:ext cx="3458391" cy="606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62305" y="1213202"/>
            <a:ext cx="3458391" cy="323021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D7A2C48-98C0-5D48-B6E5-10835E2B512C}"/>
              </a:ext>
            </a:extLst>
          </p:cNvPr>
          <p:cNvSpPr txBox="1"/>
          <p:nvPr/>
        </p:nvSpPr>
        <p:spPr>
          <a:xfrm>
            <a:off x="0" y="-287722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Text square picture left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35361E2F-0E6E-8145-AC11-6727A1D1E1A7}"/>
              </a:ext>
            </a:extLst>
          </p:cNvPr>
          <p:cNvSpPr txBox="1"/>
          <p:nvPr/>
        </p:nvSpPr>
        <p:spPr>
          <a:xfrm>
            <a:off x="9246550" y="0"/>
            <a:ext cx="13969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D</a:t>
            </a:r>
            <a:r>
              <a:rPr lang="nb-NO" sz="800" baseline="0" noProof="1"/>
              <a:t>et finnes egne layoutmaler for heldekkende, utfallende bilder.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="0" noProof="0">
              <a:latin typeface="+mn-lt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1" noProof="1"/>
              <a:t>NB!</a:t>
            </a:r>
            <a:r>
              <a:rPr lang="nb-NO" sz="800" b="1" baseline="0" noProof="1"/>
              <a:t> </a:t>
            </a:r>
            <a:r>
              <a:rPr lang="nb-NO" sz="800" noProof="1"/>
              <a:t>Slå</a:t>
            </a:r>
            <a:r>
              <a:rPr lang="nb-NO" sz="800" baseline="0" noProof="1"/>
              <a:t> gjerne av bullets dersom det ikke er hensiktsmessig med bullets foran hver tekstlinje.</a:t>
            </a: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</p:txBody>
      </p:sp>
      <p:sp>
        <p:nvSpPr>
          <p:cNvPr id="7" name="Plassholder for bilde 8">
            <a:extLst>
              <a:ext uri="{FF2B5EF4-FFF2-40B4-BE49-F238E27FC236}">
                <a16:creationId xmlns:a16="http://schemas.microsoft.com/office/drawing/2014/main" id="{3D3E8FDB-984F-48EF-A568-E7578ACE84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15900" y="231774"/>
            <a:ext cx="4356100" cy="4208815"/>
          </a:xfrm>
          <a:prstGeom prst="rect">
            <a:avLst/>
          </a:prstGeom>
        </p:spPr>
        <p:txBody>
          <a:bodyPr lIns="180000" tIns="180000" rIns="180000" bIns="180000">
            <a:normAutofit/>
          </a:bodyPr>
          <a:lstStyle>
            <a:lvl1pPr marL="0" indent="0" algn="l">
              <a:buFont typeface="+mj-lt"/>
              <a:buNone/>
              <a:defRPr sz="1000" baseline="0"/>
            </a:lvl1pPr>
          </a:lstStyle>
          <a:p>
            <a:r>
              <a:rPr lang="nb-NO" err="1"/>
              <a:t>Insert</a:t>
            </a:r>
            <a:r>
              <a:rPr lang="nb-NO"/>
              <a:t> or drag and </a:t>
            </a:r>
            <a:r>
              <a:rPr lang="nb-NO" err="1"/>
              <a:t>drop</a:t>
            </a:r>
            <a:r>
              <a:rPr lang="nb-NO"/>
              <a:t> </a:t>
            </a:r>
            <a:r>
              <a:rPr lang="nb-NO" err="1"/>
              <a:t>picture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1446411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rounded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61600" y="360000"/>
            <a:ext cx="3458391" cy="606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61600" y="1208719"/>
            <a:ext cx="3458391" cy="344611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D7A2C48-98C0-5D48-B6E5-10835E2B512C}"/>
              </a:ext>
            </a:extLst>
          </p:cNvPr>
          <p:cNvSpPr txBox="1"/>
          <p:nvPr/>
        </p:nvSpPr>
        <p:spPr>
          <a:xfrm>
            <a:off x="0" y="-287722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Text rounded picture left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35361E2F-0E6E-8145-AC11-6727A1D1E1A7}"/>
              </a:ext>
            </a:extLst>
          </p:cNvPr>
          <p:cNvSpPr txBox="1"/>
          <p:nvPr/>
        </p:nvSpPr>
        <p:spPr>
          <a:xfrm>
            <a:off x="9246550" y="0"/>
            <a:ext cx="13969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D</a:t>
            </a:r>
            <a:r>
              <a:rPr lang="nb-NO" sz="800" baseline="0" noProof="1"/>
              <a:t>et finnes egne layoutmaler for heldekkende, utfallende bilder.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="0" noProof="0">
              <a:latin typeface="+mn-lt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1" noProof="1"/>
              <a:t>NB!</a:t>
            </a:r>
            <a:r>
              <a:rPr lang="nb-NO" sz="800" b="1" baseline="0" noProof="1"/>
              <a:t> </a:t>
            </a:r>
            <a:r>
              <a:rPr lang="nb-NO" sz="800" noProof="1"/>
              <a:t>Slå</a:t>
            </a:r>
            <a:r>
              <a:rPr lang="nb-NO" sz="800" baseline="0" noProof="1"/>
              <a:t> gjerne av bullets dersom det ikke er hensiktsmessig med bullets foran hver tekstlinje.</a:t>
            </a: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</p:txBody>
      </p:sp>
      <p:sp>
        <p:nvSpPr>
          <p:cNvPr id="19" name="Plassholder for bilde 28">
            <a:extLst>
              <a:ext uri="{FF2B5EF4-FFF2-40B4-BE49-F238E27FC236}">
                <a16:creationId xmlns:a16="http://schemas.microsoft.com/office/drawing/2014/main" id="{CA8717B0-1C15-423C-9FCB-D8FCB168992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068" y="-12494"/>
            <a:ext cx="4606695" cy="4661819"/>
          </a:xfrm>
          <a:custGeom>
            <a:avLst/>
            <a:gdLst>
              <a:gd name="connsiteX0" fmla="*/ 0 w 6394450"/>
              <a:gd name="connsiteY0" fmla="*/ 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0" fmla="*/ 492259 w 6394450"/>
              <a:gd name="connsiteY0" fmla="*/ 1172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7" fmla="*/ 492259 w 6394450"/>
              <a:gd name="connsiteY7" fmla="*/ 11720 h 5975350"/>
              <a:gd name="connsiteX0" fmla="*/ 0 w 5902191"/>
              <a:gd name="connsiteY0" fmla="*/ 11720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0 w 5902191"/>
              <a:gd name="connsiteY7" fmla="*/ 11720 h 5975350"/>
              <a:gd name="connsiteX0" fmla="*/ 3052 w 5902191"/>
              <a:gd name="connsiteY0" fmla="*/ 5617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3052 w 5902191"/>
              <a:gd name="connsiteY7" fmla="*/ 5617 h 5975350"/>
              <a:gd name="connsiteX0" fmla="*/ 6104 w 5905243"/>
              <a:gd name="connsiteY0" fmla="*/ 5617 h 5981945"/>
              <a:gd name="connsiteX1" fmla="*/ 2914393 w 5905243"/>
              <a:gd name="connsiteY1" fmla="*/ 0 h 5981945"/>
              <a:gd name="connsiteX2" fmla="*/ 2917568 w 5905243"/>
              <a:gd name="connsiteY2" fmla="*/ 0 h 5981945"/>
              <a:gd name="connsiteX3" fmla="*/ 5905243 w 5905243"/>
              <a:gd name="connsiteY3" fmla="*/ 2987675 h 5981945"/>
              <a:gd name="connsiteX4" fmla="*/ 2917568 w 5905243"/>
              <a:gd name="connsiteY4" fmla="*/ 5975350 h 5981945"/>
              <a:gd name="connsiteX5" fmla="*/ 2914393 w 5905243"/>
              <a:gd name="connsiteY5" fmla="*/ 5975350 h 5981945"/>
              <a:gd name="connsiteX6" fmla="*/ 0 w 5905243"/>
              <a:gd name="connsiteY6" fmla="*/ 5981945 h 5981945"/>
              <a:gd name="connsiteX7" fmla="*/ 6104 w 5905243"/>
              <a:gd name="connsiteY7" fmla="*/ 5617 h 5981945"/>
              <a:gd name="connsiteX0" fmla="*/ 6104 w 5905243"/>
              <a:gd name="connsiteY0" fmla="*/ 0 h 5982433"/>
              <a:gd name="connsiteX1" fmla="*/ 2914393 w 5905243"/>
              <a:gd name="connsiteY1" fmla="*/ 488 h 5982433"/>
              <a:gd name="connsiteX2" fmla="*/ 2917568 w 5905243"/>
              <a:gd name="connsiteY2" fmla="*/ 488 h 5982433"/>
              <a:gd name="connsiteX3" fmla="*/ 5905243 w 5905243"/>
              <a:gd name="connsiteY3" fmla="*/ 2988163 h 5982433"/>
              <a:gd name="connsiteX4" fmla="*/ 2917568 w 5905243"/>
              <a:gd name="connsiteY4" fmla="*/ 5975838 h 5982433"/>
              <a:gd name="connsiteX5" fmla="*/ 2914393 w 5905243"/>
              <a:gd name="connsiteY5" fmla="*/ 5975838 h 5982433"/>
              <a:gd name="connsiteX6" fmla="*/ 0 w 5905243"/>
              <a:gd name="connsiteY6" fmla="*/ 5982433 h 5982433"/>
              <a:gd name="connsiteX7" fmla="*/ 6104 w 5905243"/>
              <a:gd name="connsiteY7" fmla="*/ 0 h 5982433"/>
              <a:gd name="connsiteX0" fmla="*/ 12209 w 5911348"/>
              <a:gd name="connsiteY0" fmla="*/ 0 h 5975838"/>
              <a:gd name="connsiteX1" fmla="*/ 2920498 w 5911348"/>
              <a:gd name="connsiteY1" fmla="*/ 488 h 5975838"/>
              <a:gd name="connsiteX2" fmla="*/ 2923673 w 5911348"/>
              <a:gd name="connsiteY2" fmla="*/ 488 h 5975838"/>
              <a:gd name="connsiteX3" fmla="*/ 5911348 w 5911348"/>
              <a:gd name="connsiteY3" fmla="*/ 2988163 h 5975838"/>
              <a:gd name="connsiteX4" fmla="*/ 2923673 w 5911348"/>
              <a:gd name="connsiteY4" fmla="*/ 5975838 h 5975838"/>
              <a:gd name="connsiteX5" fmla="*/ 2920498 w 5911348"/>
              <a:gd name="connsiteY5" fmla="*/ 5975838 h 5975838"/>
              <a:gd name="connsiteX6" fmla="*/ 0 w 5911348"/>
              <a:gd name="connsiteY6" fmla="*/ 5970236 h 5975838"/>
              <a:gd name="connsiteX7" fmla="*/ 12209 w 5911348"/>
              <a:gd name="connsiteY7" fmla="*/ 0 h 5975838"/>
              <a:gd name="connsiteX0" fmla="*/ 203 w 5912703"/>
              <a:gd name="connsiteY0" fmla="*/ 0 h 5975838"/>
              <a:gd name="connsiteX1" fmla="*/ 2921853 w 5912703"/>
              <a:gd name="connsiteY1" fmla="*/ 488 h 5975838"/>
              <a:gd name="connsiteX2" fmla="*/ 2925028 w 5912703"/>
              <a:gd name="connsiteY2" fmla="*/ 488 h 5975838"/>
              <a:gd name="connsiteX3" fmla="*/ 5912703 w 5912703"/>
              <a:gd name="connsiteY3" fmla="*/ 2988163 h 5975838"/>
              <a:gd name="connsiteX4" fmla="*/ 2925028 w 5912703"/>
              <a:gd name="connsiteY4" fmla="*/ 5975838 h 5975838"/>
              <a:gd name="connsiteX5" fmla="*/ 2921853 w 5912703"/>
              <a:gd name="connsiteY5" fmla="*/ 5975838 h 5975838"/>
              <a:gd name="connsiteX6" fmla="*/ 1355 w 5912703"/>
              <a:gd name="connsiteY6" fmla="*/ 5970236 h 5975838"/>
              <a:gd name="connsiteX7" fmla="*/ 203 w 5912703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7156"/>
              <a:gd name="connsiteX1" fmla="*/ 2932746 w 5923596"/>
              <a:gd name="connsiteY1" fmla="*/ 488 h 5977156"/>
              <a:gd name="connsiteX2" fmla="*/ 2935921 w 5923596"/>
              <a:gd name="connsiteY2" fmla="*/ 488 h 5977156"/>
              <a:gd name="connsiteX3" fmla="*/ 5923596 w 5923596"/>
              <a:gd name="connsiteY3" fmla="*/ 2988163 h 5977156"/>
              <a:gd name="connsiteX4" fmla="*/ 2935921 w 5923596"/>
              <a:gd name="connsiteY4" fmla="*/ 5975838 h 5977156"/>
              <a:gd name="connsiteX5" fmla="*/ 2932746 w 5923596"/>
              <a:gd name="connsiteY5" fmla="*/ 5975838 h 5977156"/>
              <a:gd name="connsiteX6" fmla="*/ 0 w 5923596"/>
              <a:gd name="connsiteY6" fmla="*/ 5977156 h 5977156"/>
              <a:gd name="connsiteX7" fmla="*/ 11096 w 5923596"/>
              <a:gd name="connsiteY7" fmla="*/ 0 h 5977156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3596" h="5975838">
                <a:moveTo>
                  <a:pt x="11096" y="0"/>
                </a:moveTo>
                <a:lnTo>
                  <a:pt x="2932746" y="488"/>
                </a:lnTo>
                <a:lnTo>
                  <a:pt x="2935921" y="488"/>
                </a:lnTo>
                <a:cubicBezTo>
                  <a:pt x="4585651" y="488"/>
                  <a:pt x="5923596" y="1338433"/>
                  <a:pt x="5923596" y="2988163"/>
                </a:cubicBezTo>
                <a:cubicBezTo>
                  <a:pt x="5923596" y="4637893"/>
                  <a:pt x="4585651" y="5975838"/>
                  <a:pt x="2935921" y="5975838"/>
                </a:cubicBezTo>
                <a:lnTo>
                  <a:pt x="2932746" y="5975838"/>
                </a:lnTo>
                <a:lnTo>
                  <a:pt x="0" y="5970644"/>
                </a:lnTo>
                <a:cubicBezTo>
                  <a:pt x="1017" y="3984640"/>
                  <a:pt x="10079" y="1986004"/>
                  <a:pt x="11096" y="0"/>
                </a:cubicBezTo>
                <a:close/>
              </a:path>
            </a:pathLst>
          </a:custGeom>
        </p:spPr>
        <p:txBody>
          <a:bodyPr wrap="square" anchor="ctr" anchorCtr="1">
            <a:noAutofit/>
          </a:bodyPr>
          <a:lstStyle>
            <a:lvl1pPr>
              <a:defRPr/>
            </a:lvl1pPr>
          </a:lstStyle>
          <a:p>
            <a:r>
              <a:rPr lang="nb-NO" err="1"/>
              <a:t>Add</a:t>
            </a:r>
            <a:r>
              <a:rPr lang="nb-NO"/>
              <a:t> image to </a:t>
            </a:r>
            <a:r>
              <a:rPr lang="nb-NO" err="1"/>
              <a:t>shape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0604584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360000"/>
            <a:ext cx="8115300" cy="606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71500" y="1212849"/>
            <a:ext cx="3912870" cy="3230563"/>
          </a:xfrm>
          <a:prstGeom prst="rect">
            <a:avLst/>
          </a:prstGeom>
          <a:solidFill>
            <a:schemeClr val="bg1"/>
          </a:solidFill>
        </p:spPr>
        <p:txBody>
          <a:bodyPr lIns="144000" tIns="14400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59632" y="1212849"/>
            <a:ext cx="4027168" cy="3230563"/>
          </a:xfrm>
          <a:prstGeom prst="rect">
            <a:avLst/>
          </a:prstGeom>
          <a:solidFill>
            <a:schemeClr val="bg1"/>
          </a:solidFill>
        </p:spPr>
        <p:txBody>
          <a:bodyPr lIns="144000" tIns="14400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276426" y="-57507"/>
            <a:ext cx="131233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Innholdsfeltene kan brukes til tekst,</a:t>
            </a:r>
            <a:r>
              <a:rPr lang="nb-NO" sz="800" baseline="0" noProof="1"/>
              <a:t> </a:t>
            </a:r>
            <a:r>
              <a:rPr lang="nb-NO" sz="800" noProof="1"/>
              <a:t>bilder, grafer eller andre</a:t>
            </a:r>
            <a:r>
              <a:rPr lang="nb-NO" sz="800" baseline="0" noProof="1"/>
              <a:t> elementer.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aseline="0" noProof="1"/>
              <a:t>Ønskes annet innhold enn tekst, v</a:t>
            </a:r>
            <a:r>
              <a:rPr lang="nb-NO" sz="800" noProof="1"/>
              <a:t>elges</a:t>
            </a:r>
            <a:r>
              <a:rPr lang="nb-NO" sz="800" baseline="0" noProof="1"/>
              <a:t> dette</a:t>
            </a:r>
            <a:r>
              <a:rPr lang="nb-NO" sz="800" noProof="1"/>
              <a:t> ved hjelp av ikonene midt i boksen.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="0" noProof="0">
              <a:latin typeface="+mn-lt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1" noProof="1"/>
              <a:t>NB!</a:t>
            </a:r>
            <a:r>
              <a:rPr lang="nb-NO" sz="800" b="1" baseline="0" noProof="1"/>
              <a:t> </a:t>
            </a:r>
            <a:r>
              <a:rPr lang="nb-NO" sz="800" noProof="1"/>
              <a:t>Slå</a:t>
            </a:r>
            <a:r>
              <a:rPr lang="nb-NO" sz="800" baseline="0" noProof="1"/>
              <a:t> gjerne av bullets dersom det ikke er hensiktsmessig med bullets foran hver tekstlinje.</a:t>
            </a:r>
            <a:endParaRPr lang="nb-NO" sz="800" noProof="1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CED17FE2-94B5-CF4C-BCE6-A71DC5E15387}"/>
              </a:ext>
            </a:extLst>
          </p:cNvPr>
          <p:cNvSpPr txBox="1"/>
          <p:nvPr/>
        </p:nvSpPr>
        <p:spPr>
          <a:xfrm>
            <a:off x="0" y="-287722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Two Columns</a:t>
            </a:r>
          </a:p>
        </p:txBody>
      </p:sp>
    </p:spTree>
    <p:extLst>
      <p:ext uri="{BB962C8B-B14F-4D97-AF65-F5344CB8AC3E}">
        <p14:creationId xmlns:p14="http://schemas.microsoft.com/office/powerpoint/2010/main" val="335105303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s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360000"/>
            <a:ext cx="8115300" cy="606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7879" y="-70927"/>
            <a:ext cx="140581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Innholdsfeltene kan brukes til tekst,</a:t>
            </a:r>
            <a:r>
              <a:rPr lang="nb-NO" sz="800" baseline="0" noProof="1"/>
              <a:t> </a:t>
            </a:r>
            <a:r>
              <a:rPr lang="nb-NO" sz="800" noProof="1"/>
              <a:t>bilder, grafer eller andre</a:t>
            </a:r>
            <a:r>
              <a:rPr lang="nb-NO" sz="800" baseline="0" noProof="1"/>
              <a:t> elementer.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1" noProof="1"/>
              <a:t>NB!</a:t>
            </a:r>
            <a:r>
              <a:rPr lang="nb-NO" sz="800" b="1" baseline="0" noProof="1"/>
              <a:t> </a:t>
            </a:r>
            <a:r>
              <a:rPr lang="nb-NO" sz="800" noProof="1"/>
              <a:t>Slå</a:t>
            </a:r>
            <a:r>
              <a:rPr lang="nb-NO" sz="800" baseline="0" noProof="1"/>
              <a:t> gjerne av bullets dersom det ikke er hensiktsmessig med bullets foran hver tekstlinje.</a:t>
            </a: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CA8F7157-E8B4-474C-8D57-99BB9FD43947}"/>
              </a:ext>
            </a:extLst>
          </p:cNvPr>
          <p:cNvSpPr txBox="1"/>
          <p:nvPr/>
        </p:nvSpPr>
        <p:spPr>
          <a:xfrm>
            <a:off x="0" y="-286371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Two-columns comparison</a:t>
            </a:r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72A1B737-3F65-D345-BE96-164FDAC030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30750" y="1212850"/>
            <a:ext cx="4006850" cy="3230563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4763" indent="-4763">
              <a:buNone/>
              <a:tabLst/>
              <a:defRPr sz="1500"/>
            </a:lvl1pPr>
            <a:lvl2pPr marL="4763" indent="0">
              <a:buNone/>
              <a:tabLst/>
              <a:defRPr sz="1500" b="1"/>
            </a:lvl2pPr>
            <a:lvl3pPr marL="222250" indent="-217488">
              <a:tabLst/>
              <a:defRPr sz="1500"/>
            </a:lvl3pPr>
            <a:lvl4pPr marL="401638" indent="-179388">
              <a:tabLst/>
              <a:defRPr/>
            </a:lvl4pPr>
            <a:lvl5pPr marL="581025" indent="-136525">
              <a:tabLst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3" name="Plassholder for tekst 7">
            <a:extLst>
              <a:ext uri="{FF2B5EF4-FFF2-40B4-BE49-F238E27FC236}">
                <a16:creationId xmlns:a16="http://schemas.microsoft.com/office/drawing/2014/main" id="{60EBD655-1984-954F-986F-72C85D8297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1212850"/>
            <a:ext cx="4006850" cy="3230563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4763" indent="-4763">
              <a:buNone/>
              <a:tabLst/>
              <a:defRPr sz="1500"/>
            </a:lvl1pPr>
            <a:lvl2pPr marL="4763" indent="0">
              <a:buNone/>
              <a:tabLst/>
              <a:defRPr sz="1500" b="1"/>
            </a:lvl2pPr>
            <a:lvl3pPr marL="222250" indent="-217488">
              <a:tabLst/>
              <a:defRPr sz="1500"/>
            </a:lvl3pPr>
            <a:lvl4pPr marL="401638" indent="-179388">
              <a:tabLst/>
              <a:defRPr/>
            </a:lvl4pPr>
            <a:lvl5pPr marL="581025" indent="-136525">
              <a:tabLst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08731655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71500" y="360000"/>
            <a:ext cx="8115300" cy="606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nb-NO"/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6C1E7DB7-7266-3C41-97CE-B836463FDC42}"/>
              </a:ext>
            </a:extLst>
          </p:cNvPr>
          <p:cNvSpPr txBox="1"/>
          <p:nvPr/>
        </p:nvSpPr>
        <p:spPr>
          <a:xfrm>
            <a:off x="0" y="-287722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Three columns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D4B91405-0F87-484B-AD2B-AB5ED13C1561}"/>
              </a:ext>
            </a:extLst>
          </p:cNvPr>
          <p:cNvSpPr txBox="1"/>
          <p:nvPr/>
        </p:nvSpPr>
        <p:spPr>
          <a:xfrm>
            <a:off x="9276426" y="-57507"/>
            <a:ext cx="131233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Innholdsfeltene kan brukes til tekst,</a:t>
            </a:r>
            <a:r>
              <a:rPr lang="nb-NO" sz="800" baseline="0" noProof="1"/>
              <a:t> </a:t>
            </a:r>
            <a:r>
              <a:rPr lang="nb-NO" sz="800" noProof="1"/>
              <a:t>bilder, grafer eller andre</a:t>
            </a:r>
            <a:r>
              <a:rPr lang="nb-NO" sz="800" baseline="0" noProof="1"/>
              <a:t> elementer.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aseline="0" noProof="1"/>
              <a:t>Ønskes annet innhold enn tekst, v</a:t>
            </a:r>
            <a:r>
              <a:rPr lang="nb-NO" sz="800" noProof="1"/>
              <a:t>elges</a:t>
            </a:r>
            <a:r>
              <a:rPr lang="nb-NO" sz="800" baseline="0" noProof="1"/>
              <a:t> dette</a:t>
            </a:r>
            <a:r>
              <a:rPr lang="nb-NO" sz="800" noProof="1"/>
              <a:t> ved hjelp av ikonene midt i boksen.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="0" noProof="0">
              <a:latin typeface="+mn-lt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1" noProof="1"/>
              <a:t>NB!</a:t>
            </a:r>
            <a:r>
              <a:rPr lang="nb-NO" sz="800" b="1" baseline="0" noProof="1"/>
              <a:t> </a:t>
            </a:r>
            <a:r>
              <a:rPr lang="nb-NO" sz="800" noProof="1"/>
              <a:t>Slå</a:t>
            </a:r>
            <a:r>
              <a:rPr lang="nb-NO" sz="800" baseline="0" noProof="1"/>
              <a:t> gjerne av bullets dersom det ikke er hensiktsmessig med bullets foran hver tekstlinje.</a:t>
            </a:r>
            <a:endParaRPr lang="nb-NO" sz="800" noProof="1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67F07CC3-2627-0044-A0E1-8402BC248D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1500" y="1212850"/>
            <a:ext cx="2534400" cy="3230563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4763" indent="-4763">
              <a:buNone/>
              <a:tabLst/>
              <a:defRPr sz="1500"/>
            </a:lvl1pPr>
            <a:lvl2pPr marL="4763" indent="0">
              <a:buNone/>
              <a:tabLst/>
              <a:defRPr sz="1500" b="1"/>
            </a:lvl2pPr>
            <a:lvl3pPr marL="222250" indent="-217488">
              <a:tabLst/>
              <a:defRPr sz="1500"/>
            </a:lvl3pPr>
            <a:lvl4pPr marL="401638" indent="-179388">
              <a:tabLst/>
              <a:defRPr/>
            </a:lvl4pPr>
            <a:lvl5pPr marL="581025" indent="-136525">
              <a:tabLst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9" name="Plassholder for tekst 7">
            <a:extLst>
              <a:ext uri="{FF2B5EF4-FFF2-40B4-BE49-F238E27FC236}">
                <a16:creationId xmlns:a16="http://schemas.microsoft.com/office/drawing/2014/main" id="{4698C122-EB45-0B49-A1AB-9A7B7396A7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52400" y="1212850"/>
            <a:ext cx="2534400" cy="3230563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4763" indent="-4763">
              <a:buNone/>
              <a:tabLst/>
              <a:defRPr sz="1500"/>
            </a:lvl1pPr>
            <a:lvl2pPr marL="4763" indent="0">
              <a:buNone/>
              <a:tabLst/>
              <a:defRPr sz="1500" b="1"/>
            </a:lvl2pPr>
            <a:lvl3pPr marL="222250" indent="-217488">
              <a:tabLst/>
              <a:defRPr sz="1500"/>
            </a:lvl3pPr>
            <a:lvl4pPr marL="401638" indent="-179388">
              <a:tabLst/>
              <a:defRPr/>
            </a:lvl4pPr>
            <a:lvl5pPr marL="581025" indent="-136525">
              <a:tabLst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0" name="Plassholder for tekst 7">
            <a:extLst>
              <a:ext uri="{FF2B5EF4-FFF2-40B4-BE49-F238E27FC236}">
                <a16:creationId xmlns:a16="http://schemas.microsoft.com/office/drawing/2014/main" id="{5114DE2F-C86A-724D-994C-8CBB18C7FE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61950" y="1212850"/>
            <a:ext cx="2534400" cy="3230563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4763" indent="-4763">
              <a:buNone/>
              <a:tabLst/>
              <a:defRPr sz="1500"/>
            </a:lvl1pPr>
            <a:lvl2pPr marL="4763" indent="0">
              <a:buNone/>
              <a:tabLst/>
              <a:defRPr sz="1500" b="1"/>
            </a:lvl2pPr>
            <a:lvl3pPr marL="222250" indent="-217488">
              <a:tabLst/>
              <a:defRPr sz="1500"/>
            </a:lvl3pPr>
            <a:lvl4pPr marL="401638" indent="-179388">
              <a:tabLst/>
              <a:defRPr/>
            </a:lvl4pPr>
            <a:lvl5pPr marL="581025" indent="-136525">
              <a:tabLst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6359999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ssholder for tekst 7">
            <a:extLst>
              <a:ext uri="{FF2B5EF4-FFF2-40B4-BE49-F238E27FC236}">
                <a16:creationId xmlns:a16="http://schemas.microsoft.com/office/drawing/2014/main" id="{3D668621-7CFC-1B46-9E33-33B4E7B100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1212850"/>
            <a:ext cx="1915584" cy="3230563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4763" indent="-4763">
              <a:buNone/>
              <a:tabLst/>
              <a:defRPr sz="1400"/>
            </a:lvl1pPr>
            <a:lvl2pPr marL="4763" indent="0">
              <a:buNone/>
              <a:tabLst/>
              <a:defRPr sz="1400" b="1"/>
            </a:lvl2pPr>
            <a:lvl3pPr marL="222250" indent="-217488">
              <a:tabLst/>
              <a:defRPr sz="1400"/>
            </a:lvl3pPr>
            <a:lvl4pPr marL="401638" indent="-179388">
              <a:tabLst/>
              <a:defRPr/>
            </a:lvl4pPr>
            <a:lvl5pPr marL="581025" indent="-136525">
              <a:tabLst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6550" y="0"/>
            <a:ext cx="13969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Innholdsfeltet kan brukes til tekst eller andre</a:t>
            </a:r>
            <a:r>
              <a:rPr lang="nb-NO" sz="800" baseline="0" noProof="1"/>
              <a:t> elementer.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Vær</a:t>
            </a:r>
            <a:r>
              <a:rPr lang="nb-NO" sz="800" baseline="0" noProof="1"/>
              <a:t> oppmerksom på at det finnes egne layoutmaler for heldekkende, utfallende bilder.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="0" noProof="0">
              <a:latin typeface="+mn-lt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1" noProof="1"/>
              <a:t>NB!</a:t>
            </a:r>
            <a:r>
              <a:rPr lang="nb-NO" sz="800" b="1" baseline="0" noProof="1"/>
              <a:t> </a:t>
            </a:r>
            <a:r>
              <a:rPr lang="nb-NO" sz="800" noProof="1"/>
              <a:t>Slå</a:t>
            </a:r>
            <a:r>
              <a:rPr lang="nb-NO" sz="800" baseline="0" noProof="1"/>
              <a:t> gjerne av bullets dersom det ikke er hensiktsmessig med bullets foran hver tekstlinje.</a:t>
            </a: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EDD9A8B8-9E9C-9B4A-8337-0CBFBFC32B95}"/>
              </a:ext>
            </a:extLst>
          </p:cNvPr>
          <p:cNvSpPr txBox="1"/>
          <p:nvPr/>
        </p:nvSpPr>
        <p:spPr>
          <a:xfrm>
            <a:off x="0" y="-287722"/>
            <a:ext cx="25722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Four columns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360000"/>
            <a:ext cx="8115300" cy="6066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15" name="Plassholder for tekst 7">
            <a:extLst>
              <a:ext uri="{FF2B5EF4-FFF2-40B4-BE49-F238E27FC236}">
                <a16:creationId xmlns:a16="http://schemas.microsoft.com/office/drawing/2014/main" id="{28EFC9B6-8754-3B41-AE8D-394265664B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38072" y="1212850"/>
            <a:ext cx="1915584" cy="3230563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4763" indent="-4763">
              <a:buNone/>
              <a:tabLst/>
              <a:defRPr sz="1400"/>
            </a:lvl1pPr>
            <a:lvl2pPr marL="4763" indent="0">
              <a:buNone/>
              <a:tabLst/>
              <a:defRPr sz="1400" b="1"/>
            </a:lvl2pPr>
            <a:lvl3pPr marL="222250" indent="-217488">
              <a:tabLst/>
              <a:defRPr sz="1400"/>
            </a:lvl3pPr>
            <a:lvl4pPr marL="401638" indent="-179388">
              <a:tabLst/>
              <a:defRPr/>
            </a:lvl4pPr>
            <a:lvl5pPr marL="581025" indent="-136525">
              <a:tabLst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6" name="Plassholder for tekst 7">
            <a:extLst>
              <a:ext uri="{FF2B5EF4-FFF2-40B4-BE49-F238E27FC236}">
                <a16:creationId xmlns:a16="http://schemas.microsoft.com/office/drawing/2014/main" id="{2CB5ECE3-8CE2-4A4C-8253-6D22CBD4563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04644" y="1212850"/>
            <a:ext cx="1915584" cy="3230563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4763" indent="-4763">
              <a:buNone/>
              <a:tabLst/>
              <a:defRPr sz="1400"/>
            </a:lvl1pPr>
            <a:lvl2pPr marL="4763" indent="0">
              <a:buNone/>
              <a:tabLst/>
              <a:defRPr sz="1400" b="1"/>
            </a:lvl2pPr>
            <a:lvl3pPr marL="222250" indent="-217488">
              <a:tabLst/>
              <a:defRPr sz="1400"/>
            </a:lvl3pPr>
            <a:lvl4pPr marL="401638" indent="-179388">
              <a:tabLst/>
              <a:defRPr/>
            </a:lvl4pPr>
            <a:lvl5pPr marL="581025" indent="-136525">
              <a:tabLst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7" name="Plassholder for tekst 7">
            <a:extLst>
              <a:ext uri="{FF2B5EF4-FFF2-40B4-BE49-F238E27FC236}">
                <a16:creationId xmlns:a16="http://schemas.microsoft.com/office/drawing/2014/main" id="{BDC72A49-C928-E04C-AA6D-065E646DD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71216" y="1212850"/>
            <a:ext cx="1915584" cy="3230563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4763" indent="-4763">
              <a:buNone/>
              <a:tabLst/>
              <a:defRPr sz="1400"/>
            </a:lvl1pPr>
            <a:lvl2pPr marL="4763" indent="0">
              <a:buNone/>
              <a:tabLst/>
              <a:defRPr sz="1400" b="1"/>
            </a:lvl2pPr>
            <a:lvl3pPr marL="222250" indent="-217488">
              <a:tabLst/>
              <a:defRPr sz="1400"/>
            </a:lvl3pPr>
            <a:lvl4pPr marL="401638" indent="-179388">
              <a:tabLst/>
              <a:defRPr/>
            </a:lvl4pPr>
            <a:lvl5pPr marL="581025" indent="-136525">
              <a:tabLst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844546535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and pictur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>
            <a:extLst>
              <a:ext uri="{FF2B5EF4-FFF2-40B4-BE49-F238E27FC236}">
                <a16:creationId xmlns:a16="http://schemas.microsoft.com/office/drawing/2014/main" id="{C2FE6D7B-BD37-42F6-AC2D-2476B179B91C}"/>
              </a:ext>
            </a:extLst>
          </p:cNvPr>
          <p:cNvSpPr/>
          <p:nvPr/>
        </p:nvSpPr>
        <p:spPr>
          <a:xfrm>
            <a:off x="-6068" y="-6723"/>
            <a:ext cx="9144000" cy="4659312"/>
          </a:xfrm>
          <a:prstGeom prst="rect">
            <a:avLst/>
          </a:prstGeom>
          <a:solidFill>
            <a:srgbClr val="E8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7" name="TextBox 170">
            <a:extLst>
              <a:ext uri="{FF2B5EF4-FFF2-40B4-BE49-F238E27FC236}">
                <a16:creationId xmlns:a16="http://schemas.microsoft.com/office/drawing/2014/main" id="{B7B3FBCD-0FC4-4C44-9AEF-A8EBACAD8023}"/>
              </a:ext>
            </a:extLst>
          </p:cNvPr>
          <p:cNvSpPr txBox="1"/>
          <p:nvPr/>
        </p:nvSpPr>
        <p:spPr>
          <a:xfrm>
            <a:off x="9189720" y="41880"/>
            <a:ext cx="119634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1" noProof="1"/>
              <a:t>Bilde</a:t>
            </a:r>
            <a:r>
              <a:rPr lang="nb-NO" sz="800" noProof="1"/>
              <a:t> plasseres i boksen til venstre, sitat til høyre.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For plassering og bildestørrelse bruk ‘beskjær’ under fanen ‘bileformat’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="0" noProof="0">
              <a:latin typeface="+mn-lt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0" noProof="0">
                <a:latin typeface="+mn-lt"/>
              </a:rPr>
              <a:t>Velg ønsket farge på </a:t>
            </a:r>
            <a:r>
              <a:rPr lang="nb-NO" sz="800" b="1" noProof="0">
                <a:latin typeface="+mn-lt"/>
              </a:rPr>
              <a:t>tekstboks</a:t>
            </a:r>
            <a:r>
              <a:rPr lang="nb-NO" sz="800" b="0" noProof="0">
                <a:latin typeface="+mn-lt"/>
              </a:rPr>
              <a:t> og tekst. 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="0" noProof="0">
              <a:latin typeface="+mn-lt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0" noProof="0">
                <a:latin typeface="+mn-lt"/>
              </a:rPr>
              <a:t>Vær oppmerksom på lovlige farge- kombinasjoner.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="0" noProof="0">
              <a:latin typeface="+mn-lt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0" noProof="0">
                <a:latin typeface="+mn-lt"/>
              </a:rPr>
              <a:t>Pass på at tekstboksen ligger bak bildet.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A71209F6-E47F-3046-BE0F-1D488045D6DB}"/>
              </a:ext>
            </a:extLst>
          </p:cNvPr>
          <p:cNvSpPr txBox="1"/>
          <p:nvPr/>
        </p:nvSpPr>
        <p:spPr>
          <a:xfrm>
            <a:off x="0" y="-286371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Quote and picture green</a:t>
            </a:r>
          </a:p>
        </p:txBody>
      </p:sp>
      <p:sp>
        <p:nvSpPr>
          <p:cNvPr id="10" name="Plassholder for tekst 4">
            <a:extLst>
              <a:ext uri="{FF2B5EF4-FFF2-40B4-BE49-F238E27FC236}">
                <a16:creationId xmlns:a16="http://schemas.microsoft.com/office/drawing/2014/main" id="{21A6F0F6-8E22-4AD7-9A79-2867004F5B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0150" y="963320"/>
            <a:ext cx="3430458" cy="2447391"/>
          </a:xfrm>
        </p:spPr>
        <p:txBody>
          <a:bodyPr tIns="180000" anchor="t" anchorCtr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350" indent="0">
              <a:buNone/>
              <a:tabLst/>
              <a:defRPr b="1">
                <a:solidFill>
                  <a:schemeClr val="tx2"/>
                </a:solidFill>
              </a:defRPr>
            </a:lvl2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quote</a:t>
            </a:r>
            <a:endParaRPr lang="sv-SE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2E6BDF90-8A9E-B940-93A1-B935261D17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8461" y="3690167"/>
            <a:ext cx="3430458" cy="599379"/>
          </a:xfrm>
        </p:spPr>
        <p:txBody>
          <a:bodyPr tIns="18000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6350" indent="0">
              <a:buNone/>
              <a:tabLst/>
              <a:defRPr b="1">
                <a:solidFill>
                  <a:schemeClr val="tx2"/>
                </a:solidFill>
              </a:defRPr>
            </a:lvl2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name</a:t>
            </a:r>
            <a:r>
              <a:rPr lang="sv-SE"/>
              <a:t> and </a:t>
            </a:r>
            <a:r>
              <a:rPr lang="sv-SE" err="1"/>
              <a:t>title</a:t>
            </a:r>
            <a:endParaRPr lang="sv-SE"/>
          </a:p>
        </p:txBody>
      </p:sp>
      <p:sp>
        <p:nvSpPr>
          <p:cNvPr id="16" name="Plassholder for bilde 28">
            <a:extLst>
              <a:ext uri="{FF2B5EF4-FFF2-40B4-BE49-F238E27FC236}">
                <a16:creationId xmlns:a16="http://schemas.microsoft.com/office/drawing/2014/main" id="{0003430E-8D4D-44BB-BE0E-8436F53C8523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6068" y="-6723"/>
            <a:ext cx="4597909" cy="4659312"/>
          </a:xfrm>
          <a:custGeom>
            <a:avLst/>
            <a:gdLst>
              <a:gd name="connsiteX0" fmla="*/ 0 w 6394450"/>
              <a:gd name="connsiteY0" fmla="*/ 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0" fmla="*/ 492259 w 6394450"/>
              <a:gd name="connsiteY0" fmla="*/ 1172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7" fmla="*/ 492259 w 6394450"/>
              <a:gd name="connsiteY7" fmla="*/ 11720 h 5975350"/>
              <a:gd name="connsiteX0" fmla="*/ 0 w 5902191"/>
              <a:gd name="connsiteY0" fmla="*/ 11720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0 w 5902191"/>
              <a:gd name="connsiteY7" fmla="*/ 11720 h 5975350"/>
              <a:gd name="connsiteX0" fmla="*/ 3052 w 5902191"/>
              <a:gd name="connsiteY0" fmla="*/ 5617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3052 w 5902191"/>
              <a:gd name="connsiteY7" fmla="*/ 5617 h 5975350"/>
              <a:gd name="connsiteX0" fmla="*/ 6104 w 5905243"/>
              <a:gd name="connsiteY0" fmla="*/ 5617 h 5981945"/>
              <a:gd name="connsiteX1" fmla="*/ 2914393 w 5905243"/>
              <a:gd name="connsiteY1" fmla="*/ 0 h 5981945"/>
              <a:gd name="connsiteX2" fmla="*/ 2917568 w 5905243"/>
              <a:gd name="connsiteY2" fmla="*/ 0 h 5981945"/>
              <a:gd name="connsiteX3" fmla="*/ 5905243 w 5905243"/>
              <a:gd name="connsiteY3" fmla="*/ 2987675 h 5981945"/>
              <a:gd name="connsiteX4" fmla="*/ 2917568 w 5905243"/>
              <a:gd name="connsiteY4" fmla="*/ 5975350 h 5981945"/>
              <a:gd name="connsiteX5" fmla="*/ 2914393 w 5905243"/>
              <a:gd name="connsiteY5" fmla="*/ 5975350 h 5981945"/>
              <a:gd name="connsiteX6" fmla="*/ 0 w 5905243"/>
              <a:gd name="connsiteY6" fmla="*/ 5981945 h 5981945"/>
              <a:gd name="connsiteX7" fmla="*/ 6104 w 5905243"/>
              <a:gd name="connsiteY7" fmla="*/ 5617 h 5981945"/>
              <a:gd name="connsiteX0" fmla="*/ 6104 w 5905243"/>
              <a:gd name="connsiteY0" fmla="*/ 0 h 5982433"/>
              <a:gd name="connsiteX1" fmla="*/ 2914393 w 5905243"/>
              <a:gd name="connsiteY1" fmla="*/ 488 h 5982433"/>
              <a:gd name="connsiteX2" fmla="*/ 2917568 w 5905243"/>
              <a:gd name="connsiteY2" fmla="*/ 488 h 5982433"/>
              <a:gd name="connsiteX3" fmla="*/ 5905243 w 5905243"/>
              <a:gd name="connsiteY3" fmla="*/ 2988163 h 5982433"/>
              <a:gd name="connsiteX4" fmla="*/ 2917568 w 5905243"/>
              <a:gd name="connsiteY4" fmla="*/ 5975838 h 5982433"/>
              <a:gd name="connsiteX5" fmla="*/ 2914393 w 5905243"/>
              <a:gd name="connsiteY5" fmla="*/ 5975838 h 5982433"/>
              <a:gd name="connsiteX6" fmla="*/ 0 w 5905243"/>
              <a:gd name="connsiteY6" fmla="*/ 5982433 h 5982433"/>
              <a:gd name="connsiteX7" fmla="*/ 6104 w 5905243"/>
              <a:gd name="connsiteY7" fmla="*/ 0 h 5982433"/>
              <a:gd name="connsiteX0" fmla="*/ 12209 w 5911348"/>
              <a:gd name="connsiteY0" fmla="*/ 0 h 5975838"/>
              <a:gd name="connsiteX1" fmla="*/ 2920498 w 5911348"/>
              <a:gd name="connsiteY1" fmla="*/ 488 h 5975838"/>
              <a:gd name="connsiteX2" fmla="*/ 2923673 w 5911348"/>
              <a:gd name="connsiteY2" fmla="*/ 488 h 5975838"/>
              <a:gd name="connsiteX3" fmla="*/ 5911348 w 5911348"/>
              <a:gd name="connsiteY3" fmla="*/ 2988163 h 5975838"/>
              <a:gd name="connsiteX4" fmla="*/ 2923673 w 5911348"/>
              <a:gd name="connsiteY4" fmla="*/ 5975838 h 5975838"/>
              <a:gd name="connsiteX5" fmla="*/ 2920498 w 5911348"/>
              <a:gd name="connsiteY5" fmla="*/ 5975838 h 5975838"/>
              <a:gd name="connsiteX6" fmla="*/ 0 w 5911348"/>
              <a:gd name="connsiteY6" fmla="*/ 5970236 h 5975838"/>
              <a:gd name="connsiteX7" fmla="*/ 12209 w 5911348"/>
              <a:gd name="connsiteY7" fmla="*/ 0 h 5975838"/>
              <a:gd name="connsiteX0" fmla="*/ 203 w 5912703"/>
              <a:gd name="connsiteY0" fmla="*/ 0 h 5975838"/>
              <a:gd name="connsiteX1" fmla="*/ 2921853 w 5912703"/>
              <a:gd name="connsiteY1" fmla="*/ 488 h 5975838"/>
              <a:gd name="connsiteX2" fmla="*/ 2925028 w 5912703"/>
              <a:gd name="connsiteY2" fmla="*/ 488 h 5975838"/>
              <a:gd name="connsiteX3" fmla="*/ 5912703 w 5912703"/>
              <a:gd name="connsiteY3" fmla="*/ 2988163 h 5975838"/>
              <a:gd name="connsiteX4" fmla="*/ 2925028 w 5912703"/>
              <a:gd name="connsiteY4" fmla="*/ 5975838 h 5975838"/>
              <a:gd name="connsiteX5" fmla="*/ 2921853 w 5912703"/>
              <a:gd name="connsiteY5" fmla="*/ 5975838 h 5975838"/>
              <a:gd name="connsiteX6" fmla="*/ 1355 w 5912703"/>
              <a:gd name="connsiteY6" fmla="*/ 5970236 h 5975838"/>
              <a:gd name="connsiteX7" fmla="*/ 203 w 5912703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7156"/>
              <a:gd name="connsiteX1" fmla="*/ 2932746 w 5923596"/>
              <a:gd name="connsiteY1" fmla="*/ 488 h 5977156"/>
              <a:gd name="connsiteX2" fmla="*/ 2935921 w 5923596"/>
              <a:gd name="connsiteY2" fmla="*/ 488 h 5977156"/>
              <a:gd name="connsiteX3" fmla="*/ 5923596 w 5923596"/>
              <a:gd name="connsiteY3" fmla="*/ 2988163 h 5977156"/>
              <a:gd name="connsiteX4" fmla="*/ 2935921 w 5923596"/>
              <a:gd name="connsiteY4" fmla="*/ 5975838 h 5977156"/>
              <a:gd name="connsiteX5" fmla="*/ 2932746 w 5923596"/>
              <a:gd name="connsiteY5" fmla="*/ 5975838 h 5977156"/>
              <a:gd name="connsiteX6" fmla="*/ 0 w 5923596"/>
              <a:gd name="connsiteY6" fmla="*/ 5977156 h 5977156"/>
              <a:gd name="connsiteX7" fmla="*/ 11096 w 5923596"/>
              <a:gd name="connsiteY7" fmla="*/ 0 h 5977156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3596" h="5975838">
                <a:moveTo>
                  <a:pt x="11096" y="0"/>
                </a:moveTo>
                <a:lnTo>
                  <a:pt x="2932746" y="488"/>
                </a:lnTo>
                <a:lnTo>
                  <a:pt x="2935921" y="488"/>
                </a:lnTo>
                <a:cubicBezTo>
                  <a:pt x="4585651" y="488"/>
                  <a:pt x="5923596" y="1338433"/>
                  <a:pt x="5923596" y="2988163"/>
                </a:cubicBezTo>
                <a:cubicBezTo>
                  <a:pt x="5923596" y="4637893"/>
                  <a:pt x="4585651" y="5975838"/>
                  <a:pt x="2935921" y="5975838"/>
                </a:cubicBezTo>
                <a:lnTo>
                  <a:pt x="2932746" y="5975838"/>
                </a:lnTo>
                <a:lnTo>
                  <a:pt x="0" y="5970644"/>
                </a:lnTo>
                <a:cubicBezTo>
                  <a:pt x="1017" y="3984640"/>
                  <a:pt x="10079" y="1986004"/>
                  <a:pt x="11096" y="0"/>
                </a:cubicBezTo>
                <a:close/>
              </a:path>
            </a:pathLst>
          </a:custGeom>
        </p:spPr>
        <p:txBody>
          <a:bodyPr wrap="square" anchor="ctr" anchorCtr="1">
            <a:noAutofit/>
          </a:bodyPr>
          <a:lstStyle>
            <a:lvl1pPr>
              <a:defRPr/>
            </a:lvl1pPr>
          </a:lstStyle>
          <a:p>
            <a:r>
              <a:rPr lang="nb-NO" err="1"/>
              <a:t>Add</a:t>
            </a:r>
            <a:r>
              <a:rPr lang="nb-NO"/>
              <a:t> image to </a:t>
            </a:r>
            <a:r>
              <a:rPr lang="nb-NO" err="1"/>
              <a:t>shape</a:t>
            </a:r>
            <a:endParaRPr lang="nb-NO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1F55EB93-A5DC-440E-A47D-9DF0BC1215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0800000">
            <a:off x="5010150" y="615778"/>
            <a:ext cx="501667" cy="34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1423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and picture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 11">
            <a:extLst>
              <a:ext uri="{FF2B5EF4-FFF2-40B4-BE49-F238E27FC236}">
                <a16:creationId xmlns:a16="http://schemas.microsoft.com/office/drawing/2014/main" id="{A9C0C1D0-481B-4F32-AFB2-D7876FDD8901}"/>
              </a:ext>
            </a:extLst>
          </p:cNvPr>
          <p:cNvSpPr/>
          <p:nvPr/>
        </p:nvSpPr>
        <p:spPr>
          <a:xfrm>
            <a:off x="0" y="-8965"/>
            <a:ext cx="9144000" cy="4659313"/>
          </a:xfrm>
          <a:prstGeom prst="rect">
            <a:avLst/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Plassholder for bilde 28">
            <a:extLst>
              <a:ext uri="{FF2B5EF4-FFF2-40B4-BE49-F238E27FC236}">
                <a16:creationId xmlns:a16="http://schemas.microsoft.com/office/drawing/2014/main" id="{7743C455-2D00-4FD0-B541-6C868C36D1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068" y="-8964"/>
            <a:ext cx="4597909" cy="4659312"/>
          </a:xfrm>
          <a:custGeom>
            <a:avLst/>
            <a:gdLst>
              <a:gd name="connsiteX0" fmla="*/ 0 w 6394450"/>
              <a:gd name="connsiteY0" fmla="*/ 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0" fmla="*/ 492259 w 6394450"/>
              <a:gd name="connsiteY0" fmla="*/ 1172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7" fmla="*/ 492259 w 6394450"/>
              <a:gd name="connsiteY7" fmla="*/ 11720 h 5975350"/>
              <a:gd name="connsiteX0" fmla="*/ 0 w 5902191"/>
              <a:gd name="connsiteY0" fmla="*/ 11720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0 w 5902191"/>
              <a:gd name="connsiteY7" fmla="*/ 11720 h 5975350"/>
              <a:gd name="connsiteX0" fmla="*/ 3052 w 5902191"/>
              <a:gd name="connsiteY0" fmla="*/ 5617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3052 w 5902191"/>
              <a:gd name="connsiteY7" fmla="*/ 5617 h 5975350"/>
              <a:gd name="connsiteX0" fmla="*/ 6104 w 5905243"/>
              <a:gd name="connsiteY0" fmla="*/ 5617 h 5981945"/>
              <a:gd name="connsiteX1" fmla="*/ 2914393 w 5905243"/>
              <a:gd name="connsiteY1" fmla="*/ 0 h 5981945"/>
              <a:gd name="connsiteX2" fmla="*/ 2917568 w 5905243"/>
              <a:gd name="connsiteY2" fmla="*/ 0 h 5981945"/>
              <a:gd name="connsiteX3" fmla="*/ 5905243 w 5905243"/>
              <a:gd name="connsiteY3" fmla="*/ 2987675 h 5981945"/>
              <a:gd name="connsiteX4" fmla="*/ 2917568 w 5905243"/>
              <a:gd name="connsiteY4" fmla="*/ 5975350 h 5981945"/>
              <a:gd name="connsiteX5" fmla="*/ 2914393 w 5905243"/>
              <a:gd name="connsiteY5" fmla="*/ 5975350 h 5981945"/>
              <a:gd name="connsiteX6" fmla="*/ 0 w 5905243"/>
              <a:gd name="connsiteY6" fmla="*/ 5981945 h 5981945"/>
              <a:gd name="connsiteX7" fmla="*/ 6104 w 5905243"/>
              <a:gd name="connsiteY7" fmla="*/ 5617 h 5981945"/>
              <a:gd name="connsiteX0" fmla="*/ 6104 w 5905243"/>
              <a:gd name="connsiteY0" fmla="*/ 0 h 5982433"/>
              <a:gd name="connsiteX1" fmla="*/ 2914393 w 5905243"/>
              <a:gd name="connsiteY1" fmla="*/ 488 h 5982433"/>
              <a:gd name="connsiteX2" fmla="*/ 2917568 w 5905243"/>
              <a:gd name="connsiteY2" fmla="*/ 488 h 5982433"/>
              <a:gd name="connsiteX3" fmla="*/ 5905243 w 5905243"/>
              <a:gd name="connsiteY3" fmla="*/ 2988163 h 5982433"/>
              <a:gd name="connsiteX4" fmla="*/ 2917568 w 5905243"/>
              <a:gd name="connsiteY4" fmla="*/ 5975838 h 5982433"/>
              <a:gd name="connsiteX5" fmla="*/ 2914393 w 5905243"/>
              <a:gd name="connsiteY5" fmla="*/ 5975838 h 5982433"/>
              <a:gd name="connsiteX6" fmla="*/ 0 w 5905243"/>
              <a:gd name="connsiteY6" fmla="*/ 5982433 h 5982433"/>
              <a:gd name="connsiteX7" fmla="*/ 6104 w 5905243"/>
              <a:gd name="connsiteY7" fmla="*/ 0 h 5982433"/>
              <a:gd name="connsiteX0" fmla="*/ 12209 w 5911348"/>
              <a:gd name="connsiteY0" fmla="*/ 0 h 5975838"/>
              <a:gd name="connsiteX1" fmla="*/ 2920498 w 5911348"/>
              <a:gd name="connsiteY1" fmla="*/ 488 h 5975838"/>
              <a:gd name="connsiteX2" fmla="*/ 2923673 w 5911348"/>
              <a:gd name="connsiteY2" fmla="*/ 488 h 5975838"/>
              <a:gd name="connsiteX3" fmla="*/ 5911348 w 5911348"/>
              <a:gd name="connsiteY3" fmla="*/ 2988163 h 5975838"/>
              <a:gd name="connsiteX4" fmla="*/ 2923673 w 5911348"/>
              <a:gd name="connsiteY4" fmla="*/ 5975838 h 5975838"/>
              <a:gd name="connsiteX5" fmla="*/ 2920498 w 5911348"/>
              <a:gd name="connsiteY5" fmla="*/ 5975838 h 5975838"/>
              <a:gd name="connsiteX6" fmla="*/ 0 w 5911348"/>
              <a:gd name="connsiteY6" fmla="*/ 5970236 h 5975838"/>
              <a:gd name="connsiteX7" fmla="*/ 12209 w 5911348"/>
              <a:gd name="connsiteY7" fmla="*/ 0 h 5975838"/>
              <a:gd name="connsiteX0" fmla="*/ 203 w 5912703"/>
              <a:gd name="connsiteY0" fmla="*/ 0 h 5975838"/>
              <a:gd name="connsiteX1" fmla="*/ 2921853 w 5912703"/>
              <a:gd name="connsiteY1" fmla="*/ 488 h 5975838"/>
              <a:gd name="connsiteX2" fmla="*/ 2925028 w 5912703"/>
              <a:gd name="connsiteY2" fmla="*/ 488 h 5975838"/>
              <a:gd name="connsiteX3" fmla="*/ 5912703 w 5912703"/>
              <a:gd name="connsiteY3" fmla="*/ 2988163 h 5975838"/>
              <a:gd name="connsiteX4" fmla="*/ 2925028 w 5912703"/>
              <a:gd name="connsiteY4" fmla="*/ 5975838 h 5975838"/>
              <a:gd name="connsiteX5" fmla="*/ 2921853 w 5912703"/>
              <a:gd name="connsiteY5" fmla="*/ 5975838 h 5975838"/>
              <a:gd name="connsiteX6" fmla="*/ 1355 w 5912703"/>
              <a:gd name="connsiteY6" fmla="*/ 5970236 h 5975838"/>
              <a:gd name="connsiteX7" fmla="*/ 203 w 5912703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7156"/>
              <a:gd name="connsiteX1" fmla="*/ 2932746 w 5923596"/>
              <a:gd name="connsiteY1" fmla="*/ 488 h 5977156"/>
              <a:gd name="connsiteX2" fmla="*/ 2935921 w 5923596"/>
              <a:gd name="connsiteY2" fmla="*/ 488 h 5977156"/>
              <a:gd name="connsiteX3" fmla="*/ 5923596 w 5923596"/>
              <a:gd name="connsiteY3" fmla="*/ 2988163 h 5977156"/>
              <a:gd name="connsiteX4" fmla="*/ 2935921 w 5923596"/>
              <a:gd name="connsiteY4" fmla="*/ 5975838 h 5977156"/>
              <a:gd name="connsiteX5" fmla="*/ 2932746 w 5923596"/>
              <a:gd name="connsiteY5" fmla="*/ 5975838 h 5977156"/>
              <a:gd name="connsiteX6" fmla="*/ 0 w 5923596"/>
              <a:gd name="connsiteY6" fmla="*/ 5977156 h 5977156"/>
              <a:gd name="connsiteX7" fmla="*/ 11096 w 5923596"/>
              <a:gd name="connsiteY7" fmla="*/ 0 h 5977156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3596" h="5975838">
                <a:moveTo>
                  <a:pt x="11096" y="0"/>
                </a:moveTo>
                <a:lnTo>
                  <a:pt x="2932746" y="488"/>
                </a:lnTo>
                <a:lnTo>
                  <a:pt x="2935921" y="488"/>
                </a:lnTo>
                <a:cubicBezTo>
                  <a:pt x="4585651" y="488"/>
                  <a:pt x="5923596" y="1338433"/>
                  <a:pt x="5923596" y="2988163"/>
                </a:cubicBezTo>
                <a:cubicBezTo>
                  <a:pt x="5923596" y="4637893"/>
                  <a:pt x="4585651" y="5975838"/>
                  <a:pt x="2935921" y="5975838"/>
                </a:cubicBezTo>
                <a:lnTo>
                  <a:pt x="2932746" y="5975838"/>
                </a:lnTo>
                <a:lnTo>
                  <a:pt x="0" y="5970644"/>
                </a:lnTo>
                <a:cubicBezTo>
                  <a:pt x="1017" y="3984640"/>
                  <a:pt x="10079" y="1986004"/>
                  <a:pt x="11096" y="0"/>
                </a:cubicBezTo>
                <a:close/>
              </a:path>
            </a:pathLst>
          </a:custGeom>
        </p:spPr>
        <p:txBody>
          <a:bodyPr wrap="square" anchor="ctr" anchorCtr="1">
            <a:noAutofit/>
          </a:bodyPr>
          <a:lstStyle>
            <a:lvl1pPr>
              <a:defRPr/>
            </a:lvl1pPr>
          </a:lstStyle>
          <a:p>
            <a:r>
              <a:rPr lang="nb-NO" err="1"/>
              <a:t>Add</a:t>
            </a:r>
            <a:r>
              <a:rPr lang="nb-NO"/>
              <a:t> image to </a:t>
            </a:r>
            <a:r>
              <a:rPr lang="nb-NO" err="1"/>
              <a:t>shape</a:t>
            </a:r>
            <a:endParaRPr lang="nb-NO"/>
          </a:p>
        </p:txBody>
      </p:sp>
      <p:sp>
        <p:nvSpPr>
          <p:cNvPr id="37" name="TextBox 170">
            <a:extLst>
              <a:ext uri="{FF2B5EF4-FFF2-40B4-BE49-F238E27FC236}">
                <a16:creationId xmlns:a16="http://schemas.microsoft.com/office/drawing/2014/main" id="{B7B3FBCD-0FC4-4C44-9AEF-A8EBACAD8023}"/>
              </a:ext>
            </a:extLst>
          </p:cNvPr>
          <p:cNvSpPr txBox="1"/>
          <p:nvPr/>
        </p:nvSpPr>
        <p:spPr>
          <a:xfrm>
            <a:off x="9189720" y="41880"/>
            <a:ext cx="119634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1" noProof="1"/>
              <a:t>Bilde</a:t>
            </a:r>
            <a:r>
              <a:rPr lang="nb-NO" sz="800" noProof="1"/>
              <a:t> plasseres i boksen til venstre, sitat til høyre.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For plassering og bildestørrelse bruk ‘beskjær’ under fanen ‘bileformat’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="0" noProof="0">
              <a:latin typeface="+mn-lt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0" noProof="0">
                <a:latin typeface="+mn-lt"/>
              </a:rPr>
              <a:t>Velg ønsket farge på </a:t>
            </a:r>
            <a:r>
              <a:rPr lang="nb-NO" sz="800" b="1" noProof="0">
                <a:latin typeface="+mn-lt"/>
              </a:rPr>
              <a:t>tekstboks</a:t>
            </a:r>
            <a:r>
              <a:rPr lang="nb-NO" sz="800" b="0" noProof="0">
                <a:latin typeface="+mn-lt"/>
              </a:rPr>
              <a:t> og tekst. 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="0" noProof="0">
              <a:latin typeface="+mn-lt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0" noProof="0">
                <a:latin typeface="+mn-lt"/>
              </a:rPr>
              <a:t>Vær oppmerksom på lovlige farge- kombinasjoner.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="0" noProof="0">
              <a:latin typeface="+mn-lt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0" noProof="0">
                <a:latin typeface="+mn-lt"/>
              </a:rPr>
              <a:t>Pass på at tekstboksen ligger bak bildet.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A71209F6-E47F-3046-BE0F-1D488045D6DB}"/>
              </a:ext>
            </a:extLst>
          </p:cNvPr>
          <p:cNvSpPr txBox="1"/>
          <p:nvPr/>
        </p:nvSpPr>
        <p:spPr>
          <a:xfrm>
            <a:off x="0" y="-286371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Quote and picture beige</a:t>
            </a:r>
          </a:p>
        </p:txBody>
      </p:sp>
      <p:sp>
        <p:nvSpPr>
          <p:cNvPr id="10" name="Plassholder for tekst 4">
            <a:extLst>
              <a:ext uri="{FF2B5EF4-FFF2-40B4-BE49-F238E27FC236}">
                <a16:creationId xmlns:a16="http://schemas.microsoft.com/office/drawing/2014/main" id="{21A6F0F6-8E22-4AD7-9A79-2867004F5B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0150" y="963320"/>
            <a:ext cx="3430458" cy="2447391"/>
          </a:xfrm>
        </p:spPr>
        <p:txBody>
          <a:bodyPr tIns="180000" anchor="t" anchorCtr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350" indent="0">
              <a:buNone/>
              <a:tabLst/>
              <a:defRPr b="1">
                <a:solidFill>
                  <a:schemeClr val="tx2"/>
                </a:solidFill>
              </a:defRPr>
            </a:lvl2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quote</a:t>
            </a:r>
            <a:endParaRPr lang="sv-SE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2E6BDF90-8A9E-B940-93A1-B935261D17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8461" y="3696890"/>
            <a:ext cx="3430458" cy="599379"/>
          </a:xfrm>
        </p:spPr>
        <p:txBody>
          <a:bodyPr tIns="18000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6350" indent="0">
              <a:buNone/>
              <a:tabLst/>
              <a:defRPr b="1">
                <a:solidFill>
                  <a:schemeClr val="tx2"/>
                </a:solidFill>
              </a:defRPr>
            </a:lvl2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name</a:t>
            </a:r>
            <a:r>
              <a:rPr lang="sv-SE"/>
              <a:t> and </a:t>
            </a:r>
            <a:r>
              <a:rPr lang="sv-SE" err="1"/>
              <a:t>title</a:t>
            </a:r>
            <a:endParaRPr lang="sv-SE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00F34B74-6779-439B-8FCD-D8669485F9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010150" y="615778"/>
            <a:ext cx="501667" cy="34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241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360000"/>
            <a:ext cx="8115300" cy="606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02063" y="-59975"/>
            <a:ext cx="13972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Tittel blank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Brukes til </a:t>
            </a:r>
            <a:r>
              <a:rPr lang="nb-NO" sz="800" baseline="0" noProof="1"/>
              <a:t> grafikk/bilder mm.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aseline="0" noProof="1"/>
              <a:t>Vær oppmerksom </a:t>
            </a:r>
            <a:br>
              <a:rPr lang="nb-NO" sz="800" baseline="0" noProof="1"/>
            </a:br>
            <a:r>
              <a:rPr lang="nb-NO" sz="800" baseline="0" noProof="1"/>
              <a:t>på lovlige farge-kombinasjoner som vises i palletten over.</a:t>
            </a:r>
            <a:endParaRPr lang="nb-NO" sz="800" noProof="1"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6BF41D07-A0CC-4F4D-96F9-EE7B586E6FBC}"/>
              </a:ext>
            </a:extLst>
          </p:cNvPr>
          <p:cNvSpPr txBox="1"/>
          <p:nvPr/>
        </p:nvSpPr>
        <p:spPr>
          <a:xfrm>
            <a:off x="0" y="-286371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Title blank</a:t>
            </a:r>
          </a:p>
        </p:txBody>
      </p:sp>
    </p:spTree>
    <p:extLst>
      <p:ext uri="{BB962C8B-B14F-4D97-AF65-F5344CB8AC3E}">
        <p14:creationId xmlns:p14="http://schemas.microsoft.com/office/powerpoint/2010/main" val="2877426876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15901" y="1017346"/>
            <a:ext cx="8712200" cy="3426067"/>
          </a:xfrm>
          <a:prstGeom prst="rect">
            <a:avLst/>
          </a:prstGeom>
        </p:spPr>
        <p:txBody>
          <a:bodyPr lIns="2520000" tIns="720000" rIns="2520000" bIns="720000">
            <a:norm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z="1000">
                <a:effectLst/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picture by drag &amp; drop or insert picture. Use picture tools to adjust. </a:t>
            </a:r>
            <a:endParaRPr lang="sv-SE" sz="1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74823" y="3809269"/>
            <a:ext cx="5562600" cy="489347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8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caption</a:t>
            </a:r>
            <a:r>
              <a:rPr lang="nb-NO"/>
              <a:t>/</a:t>
            </a:r>
            <a:r>
              <a:rPr lang="nb-NO" err="1"/>
              <a:t>reference</a:t>
            </a:r>
            <a:endParaRPr lang="nb-NO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360000"/>
            <a:ext cx="8115300" cy="606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F0900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nb-NO"/>
          </a:p>
        </p:txBody>
      </p:sp>
      <p:sp>
        <p:nvSpPr>
          <p:cNvPr id="10" name="TextBox 9"/>
          <p:cNvSpPr txBox="1"/>
          <p:nvPr/>
        </p:nvSpPr>
        <p:spPr>
          <a:xfrm>
            <a:off x="9319156" y="-70927"/>
            <a:ext cx="1025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Tittel og heldekkende bilde.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6C135EF7-BEFE-F641-B9CE-854C4939675C}"/>
              </a:ext>
            </a:extLst>
          </p:cNvPr>
          <p:cNvSpPr txBox="1"/>
          <p:nvPr/>
        </p:nvSpPr>
        <p:spPr>
          <a:xfrm>
            <a:off x="0" y="-286371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Title and picture</a:t>
            </a:r>
          </a:p>
        </p:txBody>
      </p:sp>
    </p:spTree>
    <p:extLst>
      <p:ext uri="{BB962C8B-B14F-4D97-AF65-F5344CB8AC3E}">
        <p14:creationId xmlns:p14="http://schemas.microsoft.com/office/powerpoint/2010/main" val="3831266461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15899" y="231774"/>
            <a:ext cx="8712201" cy="4211639"/>
          </a:xfrm>
          <a:prstGeom prst="rect">
            <a:avLst/>
          </a:prstGeom>
        </p:spPr>
        <p:txBody>
          <a:bodyPr lIns="2520000" tIns="1080000" rIns="2520000">
            <a:norm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z="1000">
                <a:effectLst/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picture by drag &amp; drop or insert picture. Use picture tools to adjust. </a:t>
            </a:r>
            <a:endParaRPr lang="sv-SE" sz="1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86A55290-BA34-574B-88BB-9F743262227F}"/>
              </a:ext>
            </a:extLst>
          </p:cNvPr>
          <p:cNvSpPr txBox="1"/>
          <p:nvPr/>
        </p:nvSpPr>
        <p:spPr>
          <a:xfrm>
            <a:off x="0" y="-286371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Picture only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5C3BFC8-465D-4C8C-A929-246EE56040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823" y="3809269"/>
            <a:ext cx="5562600" cy="489347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8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caption</a:t>
            </a:r>
            <a:r>
              <a:rPr lang="nb-NO"/>
              <a:t>/</a:t>
            </a:r>
            <a:r>
              <a:rPr lang="nb-NO" err="1"/>
              <a:t>reference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56962726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C38899F-3D8D-4985-B48B-19DAEB65F106}"/>
              </a:ext>
            </a:extLst>
          </p:cNvPr>
          <p:cNvSpPr/>
          <p:nvPr/>
        </p:nvSpPr>
        <p:spPr>
          <a:xfrm>
            <a:off x="0" y="-10585"/>
            <a:ext cx="9144000" cy="4659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09301"/>
            <a:ext cx="6858000" cy="34327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lnSpc>
                <a:spcPct val="120000"/>
              </a:lnSpc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 noProof="0"/>
          </a:p>
        </p:txBody>
      </p:sp>
      <p:sp>
        <p:nvSpPr>
          <p:cNvPr id="17" name="TextBox 16"/>
          <p:cNvSpPr txBox="1"/>
          <p:nvPr/>
        </p:nvSpPr>
        <p:spPr>
          <a:xfrm>
            <a:off x="9310610" y="-70927"/>
            <a:ext cx="107253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Kan brukes som kapittelslide, eller når det er behov for kun én stor tekst.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="0" noProof="0">
              <a:latin typeface="+mn-lt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0" noProof="0">
                <a:latin typeface="+mn-lt"/>
              </a:rPr>
              <a:t>Velg ønsket farge og grad av gjennomsiktighet i panelet på høyre side.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CEDD10C5-14CC-734B-ACA7-7066DDE299D8}"/>
              </a:ext>
            </a:extLst>
          </p:cNvPr>
          <p:cNvSpPr txBox="1"/>
          <p:nvPr/>
        </p:nvSpPr>
        <p:spPr>
          <a:xfrm>
            <a:off x="0" y="-287722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Large text beige</a:t>
            </a:r>
          </a:p>
        </p:txBody>
      </p:sp>
    </p:spTree>
    <p:extLst>
      <p:ext uri="{BB962C8B-B14F-4D97-AF65-F5344CB8AC3E}">
        <p14:creationId xmlns:p14="http://schemas.microsoft.com/office/powerpoint/2010/main" val="96132390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 and circles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ssholder for bilde 8">
            <a:extLst>
              <a:ext uri="{FF2B5EF4-FFF2-40B4-BE49-F238E27FC236}">
                <a16:creationId xmlns:a16="http://schemas.microsoft.com/office/drawing/2014/main" id="{2A64645C-DFF2-486F-A191-8B8B2B864F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19456" y="231775"/>
            <a:ext cx="2750107" cy="4211638"/>
          </a:xfrm>
        </p:spPr>
        <p:txBody>
          <a:bodyPr lIns="180000" tIns="180000" rIns="180000" bIns="180000">
            <a:normAutofit/>
          </a:bodyPr>
          <a:lstStyle>
            <a:lvl1pPr marL="0" indent="0" algn="l">
              <a:buFont typeface="+mj-lt"/>
              <a:buNone/>
              <a:defRPr sz="1000" baseline="0"/>
            </a:lvl1pPr>
          </a:lstStyle>
          <a:p>
            <a:r>
              <a:rPr lang="nb-NO" err="1"/>
              <a:t>Insert</a:t>
            </a:r>
            <a:r>
              <a:rPr lang="nb-NO"/>
              <a:t> or drag and </a:t>
            </a:r>
            <a:r>
              <a:rPr lang="nb-NO" err="1"/>
              <a:t>drop</a:t>
            </a:r>
            <a:r>
              <a:rPr lang="nb-NO"/>
              <a:t> </a:t>
            </a:r>
            <a:r>
              <a:rPr lang="nb-NO" err="1"/>
              <a:t>picture</a:t>
            </a:r>
            <a:endParaRPr lang="nb-NO"/>
          </a:p>
        </p:txBody>
      </p:sp>
      <p:sp>
        <p:nvSpPr>
          <p:cNvPr id="15" name="Plassholder for bilde 8">
            <a:extLst>
              <a:ext uri="{FF2B5EF4-FFF2-40B4-BE49-F238E27FC236}">
                <a16:creationId xmlns:a16="http://schemas.microsoft.com/office/drawing/2014/main" id="{59621879-604F-446E-BB74-3CB05E07592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197938" y="231775"/>
            <a:ext cx="2750107" cy="4211638"/>
          </a:xfrm>
        </p:spPr>
        <p:txBody>
          <a:bodyPr lIns="180000" tIns="180000" rIns="180000" bIns="180000">
            <a:normAutofit/>
          </a:bodyPr>
          <a:lstStyle>
            <a:lvl1pPr marL="0" indent="0" algn="l">
              <a:buFont typeface="+mj-lt"/>
              <a:buNone/>
              <a:defRPr sz="1000" baseline="0"/>
            </a:lvl1pPr>
          </a:lstStyle>
          <a:p>
            <a:r>
              <a:rPr lang="nb-NO" err="1"/>
              <a:t>Insert</a:t>
            </a:r>
            <a:r>
              <a:rPr lang="nb-NO"/>
              <a:t> or drag and </a:t>
            </a:r>
            <a:r>
              <a:rPr lang="nb-NO" err="1"/>
              <a:t>drop</a:t>
            </a:r>
            <a:r>
              <a:rPr lang="nb-NO"/>
              <a:t> </a:t>
            </a:r>
            <a:r>
              <a:rPr lang="nb-NO" err="1"/>
              <a:t>picture</a:t>
            </a:r>
            <a:endParaRPr lang="nb-NO"/>
          </a:p>
        </p:txBody>
      </p:sp>
      <p:sp>
        <p:nvSpPr>
          <p:cNvPr id="18" name="Plassholder for bilde 8">
            <a:extLst>
              <a:ext uri="{FF2B5EF4-FFF2-40B4-BE49-F238E27FC236}">
                <a16:creationId xmlns:a16="http://schemas.microsoft.com/office/drawing/2014/main" id="{9F097B6C-AC51-4541-9377-FB743A643B9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9807" y="231775"/>
            <a:ext cx="2750107" cy="4211638"/>
          </a:xfrm>
        </p:spPr>
        <p:txBody>
          <a:bodyPr lIns="180000" tIns="180000" rIns="180000" bIns="180000">
            <a:normAutofit/>
          </a:bodyPr>
          <a:lstStyle>
            <a:lvl1pPr marL="0" indent="0" algn="l">
              <a:buFont typeface="+mj-lt"/>
              <a:buNone/>
              <a:defRPr sz="1000" baseline="0"/>
            </a:lvl1pPr>
          </a:lstStyle>
          <a:p>
            <a:r>
              <a:rPr lang="nb-NO" err="1"/>
              <a:t>Insert</a:t>
            </a:r>
            <a:r>
              <a:rPr lang="nb-NO"/>
              <a:t> or drag and </a:t>
            </a:r>
            <a:r>
              <a:rPr lang="nb-NO" err="1"/>
              <a:t>drop</a:t>
            </a:r>
            <a:r>
              <a:rPr lang="nb-NO"/>
              <a:t> </a:t>
            </a:r>
            <a:r>
              <a:rPr lang="nb-NO" err="1"/>
              <a:t>picture</a:t>
            </a:r>
            <a:endParaRPr lang="nb-NO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DCB47A4-2EBA-204A-8E47-730228792A8E}"/>
              </a:ext>
            </a:extLst>
          </p:cNvPr>
          <p:cNvSpPr txBox="1"/>
          <p:nvPr/>
        </p:nvSpPr>
        <p:spPr>
          <a:xfrm>
            <a:off x="0" y="-287722"/>
            <a:ext cx="2667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Three pictures and circles beige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1F1B407C-A22F-064F-9840-7CEDE8ED1185}"/>
              </a:ext>
            </a:extLst>
          </p:cNvPr>
          <p:cNvSpPr txBox="1"/>
          <p:nvPr/>
        </p:nvSpPr>
        <p:spPr>
          <a:xfrm>
            <a:off x="9246550" y="0"/>
            <a:ext cx="13969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/>
              <a:t>D</a:t>
            </a:r>
            <a:r>
              <a:rPr lang="nb-NO" sz="800" baseline="0" noProof="1"/>
              <a:t>et finnes egne layoutmaler for heldekkende, utfallende bilder.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="0" noProof="0">
              <a:latin typeface="+mn-lt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1" noProof="1"/>
              <a:t>NB!</a:t>
            </a:r>
            <a:r>
              <a:rPr lang="nb-NO" sz="800" b="1" baseline="0" noProof="1"/>
              <a:t> </a:t>
            </a:r>
            <a:r>
              <a:rPr lang="nb-NO" sz="800" noProof="1"/>
              <a:t>Slå</a:t>
            </a:r>
            <a:r>
              <a:rPr lang="nb-NO" sz="800" baseline="0" noProof="1"/>
              <a:t> gjerne av bullets dersom det ikke er hensiktsmessig med bullets foran hver tekstlinje.</a:t>
            </a:r>
            <a:endParaRPr lang="nb-NO" sz="800" noProof="1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/>
          </a:p>
        </p:txBody>
      </p:sp>
      <p:sp>
        <p:nvSpPr>
          <p:cNvPr id="8" name="Plassholder for tekst 2">
            <a:extLst>
              <a:ext uri="{FF2B5EF4-FFF2-40B4-BE49-F238E27FC236}">
                <a16:creationId xmlns:a16="http://schemas.microsoft.com/office/drawing/2014/main" id="{5BF8E78C-6A84-46EB-815B-DFF55FDCC084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633416" y="1438200"/>
            <a:ext cx="1980000" cy="1980000"/>
          </a:xfrm>
          <a:prstGeom prst="ellipse">
            <a:avLst/>
          </a:prstGeom>
          <a:solidFill>
            <a:schemeClr val="accent1"/>
          </a:solidFill>
        </p:spPr>
        <p:txBody>
          <a:bodyPr anchor="ctr" anchorCtr="0"/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270000" indent="-126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40320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53975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717550" indent="-177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12" name="Plassholder for tekst 2">
            <a:extLst>
              <a:ext uri="{FF2B5EF4-FFF2-40B4-BE49-F238E27FC236}">
                <a16:creationId xmlns:a16="http://schemas.microsoft.com/office/drawing/2014/main" id="{ECEB7A8C-A655-47D7-8114-68DEC70EC4FE}"/>
              </a:ext>
            </a:extLst>
          </p:cNvPr>
          <p:cNvSpPr>
            <a:spLocks noGrp="1" noChangeAspect="1"/>
          </p:cNvSpPr>
          <p:nvPr>
            <p:ph type="body" sz="quarter" idx="20" hasCustomPrompt="1"/>
          </p:nvPr>
        </p:nvSpPr>
        <p:spPr>
          <a:xfrm>
            <a:off x="3574900" y="1433200"/>
            <a:ext cx="1980000" cy="1980000"/>
          </a:xfrm>
          <a:prstGeom prst="ellipse">
            <a:avLst/>
          </a:prstGeom>
          <a:solidFill>
            <a:schemeClr val="accent1"/>
          </a:solidFill>
        </p:spPr>
        <p:txBody>
          <a:bodyPr anchor="ctr" anchorCtr="0"/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270000" indent="-126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40320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53975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717550" indent="-177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13" name="Plassholder for tekst 2">
            <a:extLst>
              <a:ext uri="{FF2B5EF4-FFF2-40B4-BE49-F238E27FC236}">
                <a16:creationId xmlns:a16="http://schemas.microsoft.com/office/drawing/2014/main" id="{6B8CCD4A-5A7F-4199-8471-AE333441B908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6530584" y="1433200"/>
            <a:ext cx="1980000" cy="1980000"/>
          </a:xfrm>
          <a:prstGeom prst="ellipse">
            <a:avLst/>
          </a:prstGeom>
          <a:solidFill>
            <a:schemeClr val="accent1"/>
          </a:solidFill>
        </p:spPr>
        <p:txBody>
          <a:bodyPr anchor="ctr" anchorCtr="0"/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270000" indent="-126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40320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539750" indent="-1254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717550" indent="-177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165493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 and  content. Picture wth beige cir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ssholder for bilde 23"/>
          <p:cNvSpPr>
            <a:spLocks noGrp="1"/>
          </p:cNvSpPr>
          <p:nvPr>
            <p:ph type="pic" sz="quarter" idx="18" hasCustomPrompt="1"/>
          </p:nvPr>
        </p:nvSpPr>
        <p:spPr>
          <a:xfrm>
            <a:off x="6000750" y="231775"/>
            <a:ext cx="2932938" cy="42116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100" baseline="0">
                <a:solidFill>
                  <a:schemeClr val="tx1"/>
                </a:solidFill>
              </a:defRPr>
            </a:lvl1pPr>
          </a:lstStyle>
          <a:p>
            <a:r>
              <a:rPr lang="nb-NO" err="1"/>
              <a:t>Click</a:t>
            </a:r>
            <a:r>
              <a:rPr lang="nb-NO"/>
              <a:t> </a:t>
            </a:r>
            <a:r>
              <a:rPr lang="nb-NO" err="1"/>
              <a:t>icon</a:t>
            </a:r>
            <a:r>
              <a:rPr lang="nb-NO"/>
              <a:t> or drag and </a:t>
            </a:r>
            <a:r>
              <a:rPr lang="nb-NO" err="1"/>
              <a:t>drop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picture</a:t>
            </a:r>
            <a:endParaRPr lang="nb-NO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5429DE71-182E-473F-B6FD-4B37716D11AB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6653644" y="518605"/>
            <a:ext cx="1675805" cy="1675805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144000" indent="0">
              <a:buNone/>
              <a:defRPr/>
            </a:lvl2pPr>
            <a:lvl3pPr marL="277787" indent="0">
              <a:buNone/>
              <a:defRPr/>
            </a:lvl3pPr>
            <a:lvl4pPr marL="414337" indent="0">
              <a:buNone/>
              <a:defRPr/>
            </a:lvl4pPr>
            <a:lvl5pPr marL="539750" indent="0">
              <a:buNone/>
              <a:defRPr/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66EA2944-5508-E64E-A2C4-C13CBDF1C3E2}"/>
              </a:ext>
            </a:extLst>
          </p:cNvPr>
          <p:cNvSpPr txBox="1"/>
          <p:nvPr/>
        </p:nvSpPr>
        <p:spPr>
          <a:xfrm>
            <a:off x="-1" y="-287722"/>
            <a:ext cx="34344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noProof="1">
                <a:solidFill>
                  <a:schemeClr val="tx1"/>
                </a:solidFill>
              </a:rPr>
              <a:t>Title  and  content. Picture wth beige circles</a:t>
            </a:r>
            <a:endParaRPr lang="nb-NO" sz="800" b="1" noProof="1">
              <a:solidFill>
                <a:schemeClr val="tx1"/>
              </a:solidFill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885F1382-CCEA-F04F-95E9-B8B34C10084E}"/>
              </a:ext>
            </a:extLst>
          </p:cNvPr>
          <p:cNvSpPr txBox="1"/>
          <p:nvPr/>
        </p:nvSpPr>
        <p:spPr>
          <a:xfrm>
            <a:off x="9246550" y="0"/>
            <a:ext cx="13969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>
                <a:solidFill>
                  <a:schemeClr val="tx1"/>
                </a:solidFill>
              </a:rPr>
              <a:t>Det </a:t>
            </a:r>
            <a:r>
              <a:rPr lang="nb-NO" sz="800" baseline="0" noProof="1">
                <a:solidFill>
                  <a:schemeClr val="tx1"/>
                </a:solidFill>
              </a:rPr>
              <a:t>finnes egne layoutmaler for heldekkende, utfallende bilder uten tekst.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aseline="0" noProof="1">
                <a:solidFill>
                  <a:schemeClr val="tx1"/>
                </a:solidFill>
              </a:rPr>
              <a:t>Bildet må alltid plasseres bakerst.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aseline="0" noProof="1">
                <a:solidFill>
                  <a:schemeClr val="tx1"/>
                </a:solidFill>
              </a:rPr>
              <a:t>Tilpass transparens i tekstboksen for god lesbarhet.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1" noProof="1">
                <a:solidFill>
                  <a:schemeClr val="tx1"/>
                </a:solidFill>
              </a:rPr>
              <a:t>NB!</a:t>
            </a:r>
            <a:r>
              <a:rPr lang="nb-NO" sz="800" b="1" baseline="0" noProof="1">
                <a:solidFill>
                  <a:schemeClr val="tx1"/>
                </a:solidFill>
              </a:rPr>
              <a:t> </a:t>
            </a:r>
            <a:r>
              <a:rPr lang="nb-NO" sz="800" noProof="1">
                <a:solidFill>
                  <a:schemeClr val="tx1"/>
                </a:solidFill>
              </a:rPr>
              <a:t>Slå</a:t>
            </a:r>
            <a:r>
              <a:rPr lang="nb-NO" sz="800" baseline="0" noProof="1">
                <a:solidFill>
                  <a:schemeClr val="tx1"/>
                </a:solidFill>
              </a:rPr>
              <a:t> gjerne av bullets dersom det ikke er hensiktsmessig med bullets foran hver tekstlinje.</a:t>
            </a:r>
            <a:endParaRPr lang="nb-NO" sz="800" noProof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>
              <a:solidFill>
                <a:schemeClr val="tx1"/>
              </a:solidFill>
            </a:endParaRPr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1500" y="1212850"/>
            <a:ext cx="4733925" cy="3230563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359649"/>
            <a:ext cx="4733925" cy="606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F0900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13" name="Plassholder for tekst 2">
            <a:extLst>
              <a:ext uri="{FF2B5EF4-FFF2-40B4-BE49-F238E27FC236}">
                <a16:creationId xmlns:a16="http://schemas.microsoft.com/office/drawing/2014/main" id="{F5E058EE-BE49-4259-BB65-F86F8EE2E2DB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6653644" y="2455154"/>
            <a:ext cx="1698616" cy="1698616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144000" indent="0">
              <a:buNone/>
              <a:defRPr/>
            </a:lvl2pPr>
            <a:lvl3pPr marL="277787" indent="0">
              <a:buNone/>
              <a:defRPr/>
            </a:lvl3pPr>
            <a:lvl4pPr marL="414337" indent="0">
              <a:buNone/>
              <a:defRPr/>
            </a:lvl4pPr>
            <a:lvl5pPr marL="539750" indent="0">
              <a:buNone/>
              <a:defRPr/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06021003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 and  content. Picture wth green cir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66EA2944-5508-E64E-A2C4-C13CBDF1C3E2}"/>
              </a:ext>
            </a:extLst>
          </p:cNvPr>
          <p:cNvSpPr txBox="1"/>
          <p:nvPr/>
        </p:nvSpPr>
        <p:spPr>
          <a:xfrm>
            <a:off x="0" y="-287722"/>
            <a:ext cx="4343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noProof="1">
                <a:solidFill>
                  <a:schemeClr val="tx1"/>
                </a:solidFill>
              </a:rPr>
              <a:t>Title  and  content. Picture wth green circles</a:t>
            </a:r>
            <a:endParaRPr lang="nb-NO" sz="800" b="1" noProof="1">
              <a:solidFill>
                <a:schemeClr val="tx1"/>
              </a:solidFill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885F1382-CCEA-F04F-95E9-B8B34C10084E}"/>
              </a:ext>
            </a:extLst>
          </p:cNvPr>
          <p:cNvSpPr txBox="1"/>
          <p:nvPr/>
        </p:nvSpPr>
        <p:spPr>
          <a:xfrm>
            <a:off x="9246550" y="0"/>
            <a:ext cx="13969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>
                <a:solidFill>
                  <a:schemeClr val="tx1"/>
                </a:solidFill>
              </a:rPr>
              <a:t>Det </a:t>
            </a:r>
            <a:r>
              <a:rPr lang="nb-NO" sz="800" baseline="0" noProof="1">
                <a:solidFill>
                  <a:schemeClr val="tx1"/>
                </a:solidFill>
              </a:rPr>
              <a:t>finnes egne layoutmaler for heldekkende, utfallende bilder uten tekst.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aseline="0" noProof="1">
                <a:solidFill>
                  <a:schemeClr val="tx1"/>
                </a:solidFill>
              </a:rPr>
              <a:t>Bildet må alltid plasseres bakerst.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aseline="0" noProof="1">
                <a:solidFill>
                  <a:schemeClr val="tx1"/>
                </a:solidFill>
              </a:rPr>
              <a:t>Tilpass transparens i tekstboksen for god lesbarhet.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1" noProof="1">
                <a:solidFill>
                  <a:schemeClr val="tx1"/>
                </a:solidFill>
              </a:rPr>
              <a:t>NB!</a:t>
            </a:r>
            <a:r>
              <a:rPr lang="nb-NO" sz="800" b="1" baseline="0" noProof="1">
                <a:solidFill>
                  <a:schemeClr val="tx1"/>
                </a:solidFill>
              </a:rPr>
              <a:t> </a:t>
            </a:r>
            <a:r>
              <a:rPr lang="nb-NO" sz="800" noProof="1">
                <a:solidFill>
                  <a:schemeClr val="tx1"/>
                </a:solidFill>
              </a:rPr>
              <a:t>Slå</a:t>
            </a:r>
            <a:r>
              <a:rPr lang="nb-NO" sz="800" baseline="0" noProof="1">
                <a:solidFill>
                  <a:schemeClr val="tx1"/>
                </a:solidFill>
              </a:rPr>
              <a:t> gjerne av bullets dersom det ikke er hensiktsmessig med bullets foran hver tekstlinje.</a:t>
            </a:r>
            <a:endParaRPr lang="nb-NO" sz="800" noProof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>
              <a:solidFill>
                <a:schemeClr val="tx1"/>
              </a:solidFill>
            </a:endParaRPr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1500" y="1212850"/>
            <a:ext cx="4733925" cy="3230563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359649"/>
            <a:ext cx="4733925" cy="606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F0900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9" name="Plassholder for bilde 23">
            <a:extLst>
              <a:ext uri="{FF2B5EF4-FFF2-40B4-BE49-F238E27FC236}">
                <a16:creationId xmlns:a16="http://schemas.microsoft.com/office/drawing/2014/main" id="{0DEEA316-9F54-46D1-B4FA-DB8FF4587F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00750" y="231775"/>
            <a:ext cx="2932938" cy="42116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100" baseline="0">
                <a:solidFill>
                  <a:schemeClr val="tx1"/>
                </a:solidFill>
              </a:defRPr>
            </a:lvl1pPr>
          </a:lstStyle>
          <a:p>
            <a:r>
              <a:rPr lang="nb-NO" err="1"/>
              <a:t>Click</a:t>
            </a:r>
            <a:r>
              <a:rPr lang="nb-NO"/>
              <a:t> </a:t>
            </a:r>
            <a:r>
              <a:rPr lang="nb-NO" err="1"/>
              <a:t>icon</a:t>
            </a:r>
            <a:r>
              <a:rPr lang="nb-NO"/>
              <a:t> or drag and </a:t>
            </a:r>
            <a:r>
              <a:rPr lang="nb-NO" err="1"/>
              <a:t>drop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picture</a:t>
            </a:r>
            <a:endParaRPr lang="nb-NO"/>
          </a:p>
        </p:txBody>
      </p:sp>
      <p:sp>
        <p:nvSpPr>
          <p:cNvPr id="12" name="Plassholder for tekst 2">
            <a:extLst>
              <a:ext uri="{FF2B5EF4-FFF2-40B4-BE49-F238E27FC236}">
                <a16:creationId xmlns:a16="http://schemas.microsoft.com/office/drawing/2014/main" id="{B98D4E42-2B0B-4446-BFB0-199A556937F6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6653644" y="518605"/>
            <a:ext cx="1675805" cy="1675805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144000" indent="0">
              <a:buNone/>
              <a:defRPr/>
            </a:lvl2pPr>
            <a:lvl3pPr marL="277787" indent="0">
              <a:buNone/>
              <a:defRPr/>
            </a:lvl3pPr>
            <a:lvl4pPr marL="414337" indent="0">
              <a:buNone/>
              <a:defRPr/>
            </a:lvl4pPr>
            <a:lvl5pPr marL="539750" indent="0">
              <a:buNone/>
              <a:defRPr/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14" name="Plassholder for tekst 2">
            <a:extLst>
              <a:ext uri="{FF2B5EF4-FFF2-40B4-BE49-F238E27FC236}">
                <a16:creationId xmlns:a16="http://schemas.microsoft.com/office/drawing/2014/main" id="{43F4BDDB-6D57-4FE0-B3F8-C4EF92D6802F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6653644" y="2455154"/>
            <a:ext cx="1698616" cy="1698616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144000" indent="0">
              <a:buNone/>
              <a:defRPr/>
            </a:lvl2pPr>
            <a:lvl3pPr marL="277787" indent="0">
              <a:buNone/>
              <a:defRPr/>
            </a:lvl3pPr>
            <a:lvl4pPr marL="414337" indent="0">
              <a:buNone/>
              <a:defRPr/>
            </a:lvl4pPr>
            <a:lvl5pPr marL="539750" indent="0">
              <a:buNone/>
              <a:defRPr/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14208501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 and  content. Picture wth red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ssholder for bilde 23">
            <a:extLst>
              <a:ext uri="{FF2B5EF4-FFF2-40B4-BE49-F238E27FC236}">
                <a16:creationId xmlns:a16="http://schemas.microsoft.com/office/drawing/2014/main" id="{05627308-AD13-4588-8E65-B561589F135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00750" y="231775"/>
            <a:ext cx="2932938" cy="42116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100" baseline="0">
                <a:solidFill>
                  <a:schemeClr val="tx1"/>
                </a:solidFill>
              </a:defRPr>
            </a:lvl1pPr>
          </a:lstStyle>
          <a:p>
            <a:r>
              <a:rPr lang="nb-NO" err="1"/>
              <a:t>Click</a:t>
            </a:r>
            <a:r>
              <a:rPr lang="nb-NO"/>
              <a:t> </a:t>
            </a:r>
            <a:r>
              <a:rPr lang="nb-NO" err="1"/>
              <a:t>icon</a:t>
            </a:r>
            <a:r>
              <a:rPr lang="nb-NO"/>
              <a:t> or drag and </a:t>
            </a:r>
            <a:r>
              <a:rPr lang="nb-NO" err="1"/>
              <a:t>drop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picture</a:t>
            </a:r>
            <a:endParaRPr lang="nb-NO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66EA2944-5508-E64E-A2C4-C13CBDF1C3E2}"/>
              </a:ext>
            </a:extLst>
          </p:cNvPr>
          <p:cNvSpPr txBox="1"/>
          <p:nvPr/>
        </p:nvSpPr>
        <p:spPr>
          <a:xfrm>
            <a:off x="0" y="-287722"/>
            <a:ext cx="2857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noProof="1">
                <a:solidFill>
                  <a:schemeClr val="tx1"/>
                </a:solidFill>
              </a:rPr>
              <a:t>Title  and  content. Picture wth red circle</a:t>
            </a:r>
            <a:endParaRPr lang="nb-NO" sz="800" b="1" noProof="1">
              <a:solidFill>
                <a:schemeClr val="tx1"/>
              </a:solidFill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885F1382-CCEA-F04F-95E9-B8B34C10084E}"/>
              </a:ext>
            </a:extLst>
          </p:cNvPr>
          <p:cNvSpPr txBox="1"/>
          <p:nvPr/>
        </p:nvSpPr>
        <p:spPr>
          <a:xfrm>
            <a:off x="9246550" y="0"/>
            <a:ext cx="13969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noProof="1">
                <a:solidFill>
                  <a:schemeClr val="tx1"/>
                </a:solidFill>
              </a:rPr>
              <a:t>Det </a:t>
            </a:r>
            <a:r>
              <a:rPr lang="nb-NO" sz="800" baseline="0" noProof="1">
                <a:solidFill>
                  <a:schemeClr val="tx1"/>
                </a:solidFill>
              </a:rPr>
              <a:t>finnes egne layoutmaler for heldekkende, utfallende bilder uten tekst.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aseline="0" noProof="1">
                <a:solidFill>
                  <a:schemeClr val="tx1"/>
                </a:solidFill>
              </a:rPr>
              <a:t>Bildet må alltid plasseres bakerst.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aseline="0" noProof="1">
                <a:solidFill>
                  <a:schemeClr val="tx1"/>
                </a:solidFill>
              </a:rPr>
              <a:t>Tilpass transparens i tekstboksen for god lesbarhet.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aseline="0" noProof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1" noProof="1">
                <a:solidFill>
                  <a:schemeClr val="tx1"/>
                </a:solidFill>
              </a:rPr>
              <a:t>NB!</a:t>
            </a:r>
            <a:r>
              <a:rPr lang="nb-NO" sz="800" b="1" baseline="0" noProof="1">
                <a:solidFill>
                  <a:schemeClr val="tx1"/>
                </a:solidFill>
              </a:rPr>
              <a:t> </a:t>
            </a:r>
            <a:r>
              <a:rPr lang="nb-NO" sz="800" noProof="1">
                <a:solidFill>
                  <a:schemeClr val="tx1"/>
                </a:solidFill>
              </a:rPr>
              <a:t>Slå</a:t>
            </a:r>
            <a:r>
              <a:rPr lang="nb-NO" sz="800" baseline="0" noProof="1">
                <a:solidFill>
                  <a:schemeClr val="tx1"/>
                </a:solidFill>
              </a:rPr>
              <a:t> gjerne av bullets dersom det ikke er hensiktsmessig med bullets foran hver tekstlinje.</a:t>
            </a:r>
            <a:endParaRPr lang="nb-NO" sz="800" noProof="1">
              <a:solidFill>
                <a:schemeClr val="tx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noProof="1">
              <a:solidFill>
                <a:schemeClr val="tx1"/>
              </a:solidFill>
            </a:endParaRPr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1500" y="1212849"/>
            <a:ext cx="4733925" cy="325108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359649"/>
            <a:ext cx="4733925" cy="606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F0900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9" name="Plassholder for tekst 2">
            <a:extLst>
              <a:ext uri="{FF2B5EF4-FFF2-40B4-BE49-F238E27FC236}">
                <a16:creationId xmlns:a16="http://schemas.microsoft.com/office/drawing/2014/main" id="{85511C0A-B26D-4782-A482-725423F40066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6477219" y="1347594"/>
            <a:ext cx="1980000" cy="1980000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144000" indent="0">
              <a:buNone/>
              <a:defRPr/>
            </a:lvl2pPr>
            <a:lvl3pPr marL="277787" indent="0">
              <a:buNone/>
              <a:defRPr/>
            </a:lvl3pPr>
            <a:lvl4pPr marL="414337" indent="0">
              <a:buNone/>
              <a:defRPr/>
            </a:lvl4pPr>
            <a:lvl5pPr marL="539750" indent="0">
              <a:buNone/>
              <a:defRPr/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94538264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Content bottom pictur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bilde 8">
            <a:extLst>
              <a:ext uri="{FF2B5EF4-FFF2-40B4-BE49-F238E27FC236}">
                <a16:creationId xmlns:a16="http://schemas.microsoft.com/office/drawing/2014/main" id="{E9D7CBBC-66CC-C041-A07C-EB28B53B2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15900" y="231775"/>
            <a:ext cx="8712199" cy="2189161"/>
          </a:xfrm>
          <a:solidFill>
            <a:schemeClr val="accent1"/>
          </a:solidFill>
        </p:spPr>
        <p:txBody>
          <a:bodyPr lIns="540000" tIns="360000" rIns="180000" bIns="360000" anchor="t" anchorCtr="0">
            <a:normAutofit/>
          </a:bodyPr>
          <a:lstStyle>
            <a:lvl1pPr marL="0" indent="0" algn="l">
              <a:buFont typeface="+mj-lt"/>
              <a:buNone/>
              <a:defRPr sz="1000"/>
            </a:lvl1pPr>
          </a:lstStyle>
          <a:p>
            <a:r>
              <a:rPr lang="nb-NO" err="1"/>
              <a:t>Insert</a:t>
            </a:r>
            <a:r>
              <a:rPr lang="nb-NO"/>
              <a:t> or drag and </a:t>
            </a:r>
            <a:r>
              <a:rPr lang="nb-NO" err="1"/>
              <a:t>drop</a:t>
            </a:r>
            <a:r>
              <a:rPr lang="nb-NO"/>
              <a:t> </a:t>
            </a:r>
            <a:r>
              <a:rPr lang="nb-NO" err="1"/>
              <a:t>picture</a:t>
            </a:r>
            <a:endParaRPr lang="nb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1B5BDACB-17B3-D546-AB1B-3202000D43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403009"/>
            <a:ext cx="9144000" cy="2246479"/>
          </a:xfrm>
          <a:solidFill>
            <a:schemeClr val="bg1">
              <a:alpha val="70000"/>
            </a:schemeClr>
          </a:solidFill>
        </p:spPr>
        <p:txBody>
          <a:bodyPr vert="horz" lIns="540000" tIns="360000" rIns="180000" bIns="360000" rtlCol="0" anchor="ctr" anchorCtr="0">
            <a:normAutofit/>
          </a:bodyPr>
          <a:lstStyle>
            <a:lvl1pPr>
              <a:defRPr lang="en-GB"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text</a:t>
            </a:r>
            <a:endParaRPr lang="en-GB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5CA6841-6EC4-9841-80AD-32DCCADC08C7}"/>
              </a:ext>
            </a:extLst>
          </p:cNvPr>
          <p:cNvSpPr txBox="1"/>
          <p:nvPr/>
        </p:nvSpPr>
        <p:spPr>
          <a:xfrm>
            <a:off x="0" y="-287722"/>
            <a:ext cx="36957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Subheading Content bottom picture 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DCF192-B6A4-1C4E-89FA-46B1C0FCCA30}"/>
              </a:ext>
            </a:extLst>
          </p:cNvPr>
          <p:cNvSpPr txBox="1"/>
          <p:nvPr/>
        </p:nvSpPr>
        <p:spPr>
          <a:xfrm>
            <a:off x="9246550" y="0"/>
            <a:ext cx="1396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aseline="0" noProof="1"/>
              <a:t>Påse at utsnittet av bildet fungerer</a:t>
            </a:r>
          </a:p>
        </p:txBody>
      </p:sp>
    </p:spTree>
    <p:extLst>
      <p:ext uri="{BB962C8B-B14F-4D97-AF65-F5344CB8AC3E}">
        <p14:creationId xmlns:p14="http://schemas.microsoft.com/office/powerpoint/2010/main" val="2939626364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text only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5BDACB-17B3-D546-AB1B-3202000D43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2430000"/>
          </a:xfrm>
          <a:prstGeom prst="rect">
            <a:avLst/>
          </a:prstGeom>
          <a:solidFill>
            <a:schemeClr val="bg1"/>
          </a:solidFill>
        </p:spPr>
        <p:txBody>
          <a:bodyPr vert="horz" lIns="540000" tIns="360000" rIns="180000" bIns="360000" rtlCol="0" anchor="ctr" anchorCtr="0">
            <a:normAutofit/>
          </a:bodyPr>
          <a:lstStyle>
            <a:lvl1pPr>
              <a:defRPr lang="en-GB"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text</a:t>
            </a:r>
            <a:endParaRPr lang="en-GB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3470A32-4A28-E44F-8BF3-3A5FB9EABD0C}"/>
              </a:ext>
            </a:extLst>
          </p:cNvPr>
          <p:cNvSpPr txBox="1"/>
          <p:nvPr/>
        </p:nvSpPr>
        <p:spPr>
          <a:xfrm>
            <a:off x="0" y="-287722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Subheading text only green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4852800"/>
            <a:ext cx="571500" cy="288000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09232CC8-3A3C-4CC7-B6ED-94A369B1EF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2896BDF8-4822-497B-8B13-504AD8837282}"/>
              </a:ext>
            </a:extLst>
          </p:cNvPr>
          <p:cNvSpPr/>
          <p:nvPr/>
        </p:nvSpPr>
        <p:spPr>
          <a:xfrm>
            <a:off x="0" y="2413362"/>
            <a:ext cx="9144000" cy="2236794"/>
          </a:xfrm>
          <a:prstGeom prst="rect">
            <a:avLst/>
          </a:prstGeom>
          <a:solidFill>
            <a:srgbClr val="E8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54284280"/>
      </p:ext>
    </p:extLst>
  </p:cSld>
  <p:clrMapOvr>
    <a:masterClrMapping/>
  </p:clrMapOvr>
  <p:transition>
    <p:fade/>
  </p:transition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text only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5BDACB-17B3-D546-AB1B-3202000D43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2430000"/>
          </a:xfrm>
          <a:prstGeom prst="rect">
            <a:avLst/>
          </a:prstGeom>
          <a:solidFill>
            <a:schemeClr val="bg1"/>
          </a:solidFill>
        </p:spPr>
        <p:txBody>
          <a:bodyPr vert="horz" lIns="540000" tIns="360000" rIns="180000" bIns="360000" rtlCol="0" anchor="ctr" anchorCtr="0">
            <a:normAutofit/>
          </a:bodyPr>
          <a:lstStyle>
            <a:lvl1pPr>
              <a:defRPr lang="en-GB"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text</a:t>
            </a:r>
            <a:endParaRPr lang="en-GB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3470A32-4A28-E44F-8BF3-3A5FB9EABD0C}"/>
              </a:ext>
            </a:extLst>
          </p:cNvPr>
          <p:cNvSpPr txBox="1"/>
          <p:nvPr/>
        </p:nvSpPr>
        <p:spPr>
          <a:xfrm>
            <a:off x="0" y="-287722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Subheading text only red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4852800"/>
            <a:ext cx="571500" cy="288000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09232CC8-3A3C-4CC7-B6ED-94A369B1EF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2896BDF8-4822-497B-8B13-504AD8837282}"/>
              </a:ext>
            </a:extLst>
          </p:cNvPr>
          <p:cNvSpPr/>
          <p:nvPr/>
        </p:nvSpPr>
        <p:spPr>
          <a:xfrm>
            <a:off x="0" y="2429049"/>
            <a:ext cx="9144000" cy="2236794"/>
          </a:xfrm>
          <a:prstGeom prst="rect">
            <a:avLst/>
          </a:prstGeom>
          <a:solidFill>
            <a:srgbClr val="BF0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51617173"/>
      </p:ext>
    </p:extLst>
  </p:cSld>
  <p:clrMapOvr>
    <a:masterClrMapping/>
  </p:clrMapOvr>
  <p:transition>
    <p:fade/>
  </p:transition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#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5BDACB-17B3-D546-AB1B-3202000D43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7675" y="-13727"/>
            <a:ext cx="7426325" cy="4664076"/>
          </a:xfrm>
          <a:prstGeom prst="rect">
            <a:avLst/>
          </a:prstGeom>
          <a:solidFill>
            <a:srgbClr val="E8F3E1"/>
          </a:solidFill>
        </p:spPr>
        <p:txBody>
          <a:bodyPr vert="horz" lIns="1152000" tIns="360000" rIns="2160000" bIns="360000" rtlCol="0" anchor="ctr" anchorCtr="0">
            <a:normAutofit/>
          </a:bodyPr>
          <a:lstStyle>
            <a:lvl1pPr>
              <a:defRPr lang="en-GB"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text</a:t>
            </a:r>
            <a:endParaRPr lang="en-GB"/>
          </a:p>
        </p:txBody>
      </p:sp>
      <p:sp>
        <p:nvSpPr>
          <p:cNvPr id="6" name="Plassholder for tekst 2">
            <a:extLst>
              <a:ext uri="{FF2B5EF4-FFF2-40B4-BE49-F238E27FC236}">
                <a16:creationId xmlns:a16="http://schemas.microsoft.com/office/drawing/2014/main" id="{4955FCFE-EAEC-4B81-9113-27F7BE7762BF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892791" y="1508825"/>
            <a:ext cx="1649766" cy="1649766"/>
          </a:xfrm>
          <a:prstGeom prst="ellipse">
            <a:avLst/>
          </a:prstGeom>
          <a:solidFill>
            <a:srgbClr val="C6E7C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5400">
                <a:solidFill>
                  <a:schemeClr val="tx1"/>
                </a:solidFill>
              </a:defRPr>
            </a:lvl1pPr>
            <a:lvl2pPr marL="144000" indent="0">
              <a:buNone/>
              <a:defRPr/>
            </a:lvl2pPr>
            <a:lvl3pPr marL="277787" indent="0">
              <a:buNone/>
              <a:defRPr/>
            </a:lvl3pPr>
            <a:lvl4pPr marL="414337" indent="0">
              <a:buNone/>
              <a:defRPr/>
            </a:lvl4pPr>
            <a:lvl5pPr marL="539750" indent="0">
              <a:buNone/>
              <a:defRPr/>
            </a:lvl5pPr>
          </a:lstStyle>
          <a:p>
            <a:r>
              <a:rPr lang="en-GB"/>
              <a:t>#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13469861-FD48-0348-8AD0-80DA0115921F}"/>
              </a:ext>
            </a:extLst>
          </p:cNvPr>
          <p:cNvSpPr txBox="1"/>
          <p:nvPr/>
        </p:nvSpPr>
        <p:spPr>
          <a:xfrm>
            <a:off x="0" y="-287722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Subheading #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4852800"/>
            <a:ext cx="571500" cy="288000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09232CC8-3A3C-4CC7-B6ED-94A369B1EF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658992"/>
      </p:ext>
    </p:extLst>
  </p:cSld>
  <p:clrMapOvr>
    <a:masterClrMapping/>
  </p:clrMapOvr>
  <p:transition>
    <p:fade/>
  </p:transition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#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5BDACB-17B3-D546-AB1B-3202000D43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7674" y="-15875"/>
            <a:ext cx="7426325" cy="4667416"/>
          </a:xfrm>
          <a:prstGeom prst="rect">
            <a:avLst/>
          </a:prstGeom>
          <a:solidFill>
            <a:schemeClr val="accent1"/>
          </a:solidFill>
        </p:spPr>
        <p:txBody>
          <a:bodyPr vert="horz" lIns="1152000" tIns="360000" rIns="2160000" bIns="360000" rtlCol="0" anchor="ctr" anchorCtr="0">
            <a:normAutofit/>
          </a:bodyPr>
          <a:lstStyle>
            <a:lvl1pPr>
              <a:defRPr lang="en-GB"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text</a:t>
            </a:r>
            <a:endParaRPr lang="en-GB"/>
          </a:p>
        </p:txBody>
      </p:sp>
      <p:sp>
        <p:nvSpPr>
          <p:cNvPr id="6" name="Plassholder for tekst 2">
            <a:extLst>
              <a:ext uri="{FF2B5EF4-FFF2-40B4-BE49-F238E27FC236}">
                <a16:creationId xmlns:a16="http://schemas.microsoft.com/office/drawing/2014/main" id="{4955FCFE-EAEC-4B81-9113-27F7BE7762BF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892791" y="1508825"/>
            <a:ext cx="1649766" cy="1649766"/>
          </a:xfrm>
          <a:prstGeom prst="ellipse">
            <a:avLst/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5400">
                <a:solidFill>
                  <a:schemeClr val="tx1"/>
                </a:solidFill>
              </a:defRPr>
            </a:lvl1pPr>
            <a:lvl2pPr marL="144000" indent="0">
              <a:buNone/>
              <a:defRPr/>
            </a:lvl2pPr>
            <a:lvl3pPr marL="277787" indent="0">
              <a:buNone/>
              <a:defRPr/>
            </a:lvl3pPr>
            <a:lvl4pPr marL="414337" indent="0">
              <a:buNone/>
              <a:defRPr/>
            </a:lvl4pPr>
            <a:lvl5pPr marL="539750" indent="0">
              <a:buNone/>
              <a:defRPr/>
            </a:lvl5pPr>
          </a:lstStyle>
          <a:p>
            <a:r>
              <a:rPr lang="en-GB"/>
              <a:t>#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13469861-FD48-0348-8AD0-80DA0115921F}"/>
              </a:ext>
            </a:extLst>
          </p:cNvPr>
          <p:cNvSpPr txBox="1"/>
          <p:nvPr/>
        </p:nvSpPr>
        <p:spPr>
          <a:xfrm>
            <a:off x="0" y="-287722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Subheading # beige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4852800"/>
            <a:ext cx="571500" cy="288000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09232CC8-3A3C-4CC7-B6ED-94A369B1EF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44763"/>
      </p:ext>
    </p:extLst>
  </p:cSld>
  <p:clrMapOvr>
    <a:masterClrMapping/>
  </p:clrMapOvr>
  <p:transition>
    <p:fade/>
  </p:transition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tex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3E0E0670-59C9-421C-A0D2-97E07510D0E3}"/>
              </a:ext>
            </a:extLst>
          </p:cNvPr>
          <p:cNvSpPr/>
          <p:nvPr userDrawn="1"/>
        </p:nvSpPr>
        <p:spPr>
          <a:xfrm>
            <a:off x="1" y="4416743"/>
            <a:ext cx="3188970" cy="23145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06FB6ACB-B994-4CFE-A68F-9CE7C8697276}"/>
              </a:ext>
            </a:extLst>
          </p:cNvPr>
          <p:cNvSpPr/>
          <p:nvPr/>
        </p:nvSpPr>
        <p:spPr>
          <a:xfrm>
            <a:off x="2520563" y="-9526"/>
            <a:ext cx="6623437" cy="466217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Grafikk 6">
            <a:extLst>
              <a:ext uri="{FF2B5EF4-FFF2-40B4-BE49-F238E27FC236}">
                <a16:creationId xmlns:a16="http://schemas.microsoft.com/office/drawing/2014/main" id="{8654777A-0474-47A2-B1EE-BE3F64B0F795}"/>
              </a:ext>
            </a:extLst>
          </p:cNvPr>
          <p:cNvSpPr/>
          <p:nvPr/>
        </p:nvSpPr>
        <p:spPr>
          <a:xfrm>
            <a:off x="0" y="-18089"/>
            <a:ext cx="5438292" cy="4668838"/>
          </a:xfrm>
          <a:custGeom>
            <a:avLst/>
            <a:gdLst>
              <a:gd name="connsiteX0" fmla="*/ 2555081 w 4795837"/>
              <a:gd name="connsiteY0" fmla="*/ 0 h 4481512"/>
              <a:gd name="connsiteX1" fmla="*/ 2552700 w 4795837"/>
              <a:gd name="connsiteY1" fmla="*/ 0 h 4481512"/>
              <a:gd name="connsiteX2" fmla="*/ 2552700 w 4795837"/>
              <a:gd name="connsiteY2" fmla="*/ 0 h 4481512"/>
              <a:gd name="connsiteX3" fmla="*/ 0 w 4795837"/>
              <a:gd name="connsiteY3" fmla="*/ 0 h 4481512"/>
              <a:gd name="connsiteX4" fmla="*/ 0 w 4795837"/>
              <a:gd name="connsiteY4" fmla="*/ 4481513 h 4481512"/>
              <a:gd name="connsiteX5" fmla="*/ 2552700 w 4795837"/>
              <a:gd name="connsiteY5" fmla="*/ 4481513 h 4481512"/>
              <a:gd name="connsiteX6" fmla="*/ 2552700 w 4795837"/>
              <a:gd name="connsiteY6" fmla="*/ 4481513 h 4481512"/>
              <a:gd name="connsiteX7" fmla="*/ 2555081 w 4795837"/>
              <a:gd name="connsiteY7" fmla="*/ 4481513 h 4481512"/>
              <a:gd name="connsiteX8" fmla="*/ 4795838 w 4795837"/>
              <a:gd name="connsiteY8" fmla="*/ 2240756 h 4481512"/>
              <a:gd name="connsiteX9" fmla="*/ 2555081 w 4795837"/>
              <a:gd name="connsiteY9" fmla="*/ 0 h 4481512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442334 w 5238172"/>
              <a:gd name="connsiteY4" fmla="*/ 449703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0 w 5238172"/>
              <a:gd name="connsiteY4" fmla="*/ 448151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38172" h="4497033">
                <a:moveTo>
                  <a:pt x="2997415" y="15520"/>
                </a:moveTo>
                <a:lnTo>
                  <a:pt x="2995034" y="15520"/>
                </a:lnTo>
                <a:lnTo>
                  <a:pt x="2995034" y="15520"/>
                </a:lnTo>
                <a:lnTo>
                  <a:pt x="0" y="0"/>
                </a:lnTo>
                <a:lnTo>
                  <a:pt x="0" y="4481513"/>
                </a:lnTo>
                <a:lnTo>
                  <a:pt x="2995034" y="4497033"/>
                </a:lnTo>
                <a:lnTo>
                  <a:pt x="2995034" y="4497033"/>
                </a:lnTo>
                <a:lnTo>
                  <a:pt x="2997415" y="4497033"/>
                </a:lnTo>
                <a:cubicBezTo>
                  <a:pt x="4234713" y="4497033"/>
                  <a:pt x="5238172" y="3493574"/>
                  <a:pt x="5238172" y="2256276"/>
                </a:cubicBezTo>
                <a:cubicBezTo>
                  <a:pt x="5238172" y="1018979"/>
                  <a:pt x="4234713" y="15520"/>
                  <a:pt x="2997415" y="15520"/>
                </a:cubicBez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nb-NO"/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86A55290-BA34-574B-88BB-9F743262227F}"/>
              </a:ext>
            </a:extLst>
          </p:cNvPr>
          <p:cNvSpPr txBox="1"/>
          <p:nvPr/>
        </p:nvSpPr>
        <p:spPr>
          <a:xfrm>
            <a:off x="0" y="-286371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Subheading text green</a:t>
            </a:r>
          </a:p>
        </p:txBody>
      </p:sp>
      <p:sp>
        <p:nvSpPr>
          <p:cNvPr id="6" name="Plassholder for tekst 4">
            <a:extLst>
              <a:ext uri="{FF2B5EF4-FFF2-40B4-BE49-F238E27FC236}">
                <a16:creationId xmlns:a16="http://schemas.microsoft.com/office/drawing/2014/main" id="{242935F7-FD53-4903-9FFE-D8C971BBF4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263" y="1212850"/>
            <a:ext cx="3995737" cy="2444750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65823213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text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E52D338C-325C-4E4C-A448-F511FDB4CE2E}"/>
              </a:ext>
            </a:extLst>
          </p:cNvPr>
          <p:cNvSpPr/>
          <p:nvPr userDrawn="1"/>
        </p:nvSpPr>
        <p:spPr>
          <a:xfrm>
            <a:off x="3810" y="4416743"/>
            <a:ext cx="3171825" cy="23145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E7C3646D-3806-4646-A77B-08B9AFDCBB1F}"/>
              </a:ext>
            </a:extLst>
          </p:cNvPr>
          <p:cNvSpPr/>
          <p:nvPr/>
        </p:nvSpPr>
        <p:spPr>
          <a:xfrm>
            <a:off x="2520563" y="-15760"/>
            <a:ext cx="6623437" cy="466217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86A55290-BA34-574B-88BB-9F743262227F}"/>
              </a:ext>
            </a:extLst>
          </p:cNvPr>
          <p:cNvSpPr txBox="1"/>
          <p:nvPr/>
        </p:nvSpPr>
        <p:spPr>
          <a:xfrm>
            <a:off x="0" y="-286371"/>
            <a:ext cx="1991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800" b="1" noProof="1"/>
              <a:t>Subheading text beige</a:t>
            </a:r>
          </a:p>
        </p:txBody>
      </p:sp>
      <p:sp>
        <p:nvSpPr>
          <p:cNvPr id="8" name="Grafikk 6">
            <a:extLst>
              <a:ext uri="{FF2B5EF4-FFF2-40B4-BE49-F238E27FC236}">
                <a16:creationId xmlns:a16="http://schemas.microsoft.com/office/drawing/2014/main" id="{1F9965F8-4376-4682-86F6-B61699461876}"/>
              </a:ext>
            </a:extLst>
          </p:cNvPr>
          <p:cNvSpPr/>
          <p:nvPr/>
        </p:nvSpPr>
        <p:spPr>
          <a:xfrm>
            <a:off x="0" y="-22418"/>
            <a:ext cx="5438292" cy="4668838"/>
          </a:xfrm>
          <a:custGeom>
            <a:avLst/>
            <a:gdLst>
              <a:gd name="connsiteX0" fmla="*/ 2555081 w 4795837"/>
              <a:gd name="connsiteY0" fmla="*/ 0 h 4481512"/>
              <a:gd name="connsiteX1" fmla="*/ 2552700 w 4795837"/>
              <a:gd name="connsiteY1" fmla="*/ 0 h 4481512"/>
              <a:gd name="connsiteX2" fmla="*/ 2552700 w 4795837"/>
              <a:gd name="connsiteY2" fmla="*/ 0 h 4481512"/>
              <a:gd name="connsiteX3" fmla="*/ 0 w 4795837"/>
              <a:gd name="connsiteY3" fmla="*/ 0 h 4481512"/>
              <a:gd name="connsiteX4" fmla="*/ 0 w 4795837"/>
              <a:gd name="connsiteY4" fmla="*/ 4481513 h 4481512"/>
              <a:gd name="connsiteX5" fmla="*/ 2552700 w 4795837"/>
              <a:gd name="connsiteY5" fmla="*/ 4481513 h 4481512"/>
              <a:gd name="connsiteX6" fmla="*/ 2552700 w 4795837"/>
              <a:gd name="connsiteY6" fmla="*/ 4481513 h 4481512"/>
              <a:gd name="connsiteX7" fmla="*/ 2555081 w 4795837"/>
              <a:gd name="connsiteY7" fmla="*/ 4481513 h 4481512"/>
              <a:gd name="connsiteX8" fmla="*/ 4795838 w 4795837"/>
              <a:gd name="connsiteY8" fmla="*/ 2240756 h 4481512"/>
              <a:gd name="connsiteX9" fmla="*/ 2555081 w 4795837"/>
              <a:gd name="connsiteY9" fmla="*/ 0 h 4481512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442334 w 5238172"/>
              <a:gd name="connsiteY4" fmla="*/ 449703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0 w 5238172"/>
              <a:gd name="connsiteY4" fmla="*/ 448151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38172" h="4497033">
                <a:moveTo>
                  <a:pt x="2997415" y="15520"/>
                </a:moveTo>
                <a:lnTo>
                  <a:pt x="2995034" y="15520"/>
                </a:lnTo>
                <a:lnTo>
                  <a:pt x="2995034" y="15520"/>
                </a:lnTo>
                <a:lnTo>
                  <a:pt x="0" y="0"/>
                </a:lnTo>
                <a:lnTo>
                  <a:pt x="0" y="4481513"/>
                </a:lnTo>
                <a:lnTo>
                  <a:pt x="2995034" y="4497033"/>
                </a:lnTo>
                <a:lnTo>
                  <a:pt x="2995034" y="4497033"/>
                </a:lnTo>
                <a:lnTo>
                  <a:pt x="2997415" y="4497033"/>
                </a:lnTo>
                <a:cubicBezTo>
                  <a:pt x="4234713" y="4497033"/>
                  <a:pt x="5238172" y="3493574"/>
                  <a:pt x="5238172" y="2256276"/>
                </a:cubicBezTo>
                <a:cubicBezTo>
                  <a:pt x="5238172" y="1018979"/>
                  <a:pt x="4234713" y="15520"/>
                  <a:pt x="2997415" y="15520"/>
                </a:cubicBez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nb-NO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FB97C50C-AD9F-4084-A912-4C6B175378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263" y="1212850"/>
            <a:ext cx="3995737" cy="2444750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712231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Placeholder 1">
            <a:extLst>
              <a:ext uri="{FF2B5EF4-FFF2-40B4-BE49-F238E27FC236}">
                <a16:creationId xmlns:a16="http://schemas.microsoft.com/office/drawing/2014/main" id="{B515287C-9FCD-48FF-B633-2553214F1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64" y="360000"/>
            <a:ext cx="8320086" cy="6066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 </a:t>
            </a:r>
            <a:r>
              <a:rPr lang="nb-NO" noProof="0" err="1"/>
              <a:t>max</a:t>
            </a:r>
            <a:r>
              <a:rPr lang="nb-NO" noProof="0"/>
              <a:t> 2 lines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DA051152-7541-47A2-BDD1-0188DE7B0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263" y="1212849"/>
            <a:ext cx="8351837" cy="3230561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/>
          <a:p>
            <a:pPr lvl="0"/>
            <a:r>
              <a:rPr lang="nb-NO" noProof="0" err="1"/>
              <a:t>Text</a:t>
            </a:r>
            <a:r>
              <a:rPr lang="nb-NO" noProof="0"/>
              <a:t> first Level</a:t>
            </a:r>
          </a:p>
          <a:p>
            <a:pPr lvl="1"/>
            <a:r>
              <a:rPr lang="nb-NO" noProof="0"/>
              <a:t>Second </a:t>
            </a:r>
            <a:r>
              <a:rPr lang="nb-NO" noProof="0" err="1"/>
              <a:t>level</a:t>
            </a:r>
            <a:endParaRPr lang="nb-NO" noProof="0"/>
          </a:p>
          <a:p>
            <a:pPr lvl="2"/>
            <a:r>
              <a:rPr lang="nb-NO" noProof="0"/>
              <a:t>Third </a:t>
            </a:r>
            <a:r>
              <a:rPr lang="nb-NO" noProof="0" err="1"/>
              <a:t>level</a:t>
            </a:r>
            <a:endParaRPr lang="nb-NO" noProof="0"/>
          </a:p>
          <a:p>
            <a:pPr lvl="3"/>
            <a:r>
              <a:rPr lang="nb-NO" noProof="0" err="1"/>
              <a:t>Fourth</a:t>
            </a:r>
            <a:r>
              <a:rPr lang="nb-NO" noProof="0"/>
              <a:t> </a:t>
            </a:r>
            <a:r>
              <a:rPr lang="nb-NO" noProof="0" err="1"/>
              <a:t>level</a:t>
            </a:r>
            <a:endParaRPr lang="nb-NO" noProof="0"/>
          </a:p>
          <a:p>
            <a:pPr lvl="4"/>
            <a:r>
              <a:rPr lang="nb-NO" noProof="0"/>
              <a:t>Fifth </a:t>
            </a:r>
            <a:r>
              <a:rPr lang="nb-NO" noProof="0" err="1"/>
              <a:t>level</a:t>
            </a:r>
            <a:endParaRPr lang="nb-NO" noProof="0"/>
          </a:p>
        </p:txBody>
      </p:sp>
      <p:sp>
        <p:nvSpPr>
          <p:cNvPr id="115" name="TextBox 49">
            <a:extLst>
              <a:ext uri="{FF2B5EF4-FFF2-40B4-BE49-F238E27FC236}">
                <a16:creationId xmlns:a16="http://schemas.microsoft.com/office/drawing/2014/main" id="{76E39AC8-80BF-4DA6-9719-ACC923A292D1}"/>
              </a:ext>
            </a:extLst>
          </p:cNvPr>
          <p:cNvSpPr txBox="1"/>
          <p:nvPr/>
        </p:nvSpPr>
        <p:spPr>
          <a:xfrm>
            <a:off x="0" y="-472822"/>
            <a:ext cx="1809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0" noProof="0">
                <a:latin typeface="+mn-lt"/>
              </a:rPr>
              <a:t>Company 2021– 16:9</a:t>
            </a:r>
          </a:p>
        </p:txBody>
      </p:sp>
      <p:grpSp>
        <p:nvGrpSpPr>
          <p:cNvPr id="116" name="Gruppe 115">
            <a:extLst>
              <a:ext uri="{FF2B5EF4-FFF2-40B4-BE49-F238E27FC236}">
                <a16:creationId xmlns:a16="http://schemas.microsoft.com/office/drawing/2014/main" id="{42A25B68-0CC2-42B6-BB8B-60926BFCB27C}"/>
              </a:ext>
            </a:extLst>
          </p:cNvPr>
          <p:cNvGrpSpPr/>
          <p:nvPr/>
        </p:nvGrpSpPr>
        <p:grpSpPr>
          <a:xfrm>
            <a:off x="0" y="5297788"/>
            <a:ext cx="9144000" cy="180000"/>
            <a:chOff x="0" y="5297788"/>
            <a:chExt cx="9144000" cy="372979"/>
          </a:xfrm>
        </p:grpSpPr>
        <p:cxnSp>
          <p:nvCxnSpPr>
            <p:cNvPr id="117" name="Rett linje 116">
              <a:extLst>
                <a:ext uri="{FF2B5EF4-FFF2-40B4-BE49-F238E27FC236}">
                  <a16:creationId xmlns:a16="http://schemas.microsoft.com/office/drawing/2014/main" id="{6CC28FB3-8AD6-4B21-B155-6C69FAACF832}"/>
                </a:ext>
              </a:extLst>
            </p:cNvPr>
            <p:cNvCxnSpPr/>
            <p:nvPr/>
          </p:nvCxnSpPr>
          <p:spPr>
            <a:xfrm>
              <a:off x="9144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Rett linje 117">
              <a:extLst>
                <a:ext uri="{FF2B5EF4-FFF2-40B4-BE49-F238E27FC236}">
                  <a16:creationId xmlns:a16="http://schemas.microsoft.com/office/drawing/2014/main" id="{8733D7B6-A5DA-44E9-BC20-BE74E165B210}"/>
                </a:ext>
              </a:extLst>
            </p:cNvPr>
            <p:cNvCxnSpPr/>
            <p:nvPr/>
          </p:nvCxnSpPr>
          <p:spPr>
            <a:xfrm>
              <a:off x="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Rett linje 118">
              <a:extLst>
                <a:ext uri="{FF2B5EF4-FFF2-40B4-BE49-F238E27FC236}">
                  <a16:creationId xmlns:a16="http://schemas.microsoft.com/office/drawing/2014/main" id="{E94F13EF-795D-4F02-9127-9151AA428E5B}"/>
                </a:ext>
              </a:extLst>
            </p:cNvPr>
            <p:cNvCxnSpPr/>
            <p:nvPr/>
          </p:nvCxnSpPr>
          <p:spPr>
            <a:xfrm>
              <a:off x="4572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ett linje 119">
              <a:extLst>
                <a:ext uri="{FF2B5EF4-FFF2-40B4-BE49-F238E27FC236}">
                  <a16:creationId xmlns:a16="http://schemas.microsoft.com/office/drawing/2014/main" id="{4B9C74B1-4F29-42FA-A449-356C05E11707}"/>
                </a:ext>
              </a:extLst>
            </p:cNvPr>
            <p:cNvCxnSpPr/>
            <p:nvPr/>
          </p:nvCxnSpPr>
          <p:spPr>
            <a:xfrm>
              <a:off x="6858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ett linje 120">
              <a:extLst>
                <a:ext uri="{FF2B5EF4-FFF2-40B4-BE49-F238E27FC236}">
                  <a16:creationId xmlns:a16="http://schemas.microsoft.com/office/drawing/2014/main" id="{9EDD3CBC-58B3-45D9-A98A-835335F0029F}"/>
                </a:ext>
              </a:extLst>
            </p:cNvPr>
            <p:cNvCxnSpPr/>
            <p:nvPr/>
          </p:nvCxnSpPr>
          <p:spPr>
            <a:xfrm>
              <a:off x="2286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Rett linje 124">
              <a:extLst>
                <a:ext uri="{FF2B5EF4-FFF2-40B4-BE49-F238E27FC236}">
                  <a16:creationId xmlns:a16="http://schemas.microsoft.com/office/drawing/2014/main" id="{A643A3BF-F314-42D9-8B21-A42A6CB4EAC8}"/>
                </a:ext>
              </a:extLst>
            </p:cNvPr>
            <p:cNvCxnSpPr/>
            <p:nvPr/>
          </p:nvCxnSpPr>
          <p:spPr>
            <a:xfrm>
              <a:off x="8001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Rett linje 125">
              <a:extLst>
                <a:ext uri="{FF2B5EF4-FFF2-40B4-BE49-F238E27FC236}">
                  <a16:creationId xmlns:a16="http://schemas.microsoft.com/office/drawing/2014/main" id="{3068E404-E365-48CF-9B55-27F6C936E513}"/>
                </a:ext>
              </a:extLst>
            </p:cNvPr>
            <p:cNvCxnSpPr/>
            <p:nvPr/>
          </p:nvCxnSpPr>
          <p:spPr>
            <a:xfrm>
              <a:off x="5715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Rett linje 126">
              <a:extLst>
                <a:ext uri="{FF2B5EF4-FFF2-40B4-BE49-F238E27FC236}">
                  <a16:creationId xmlns:a16="http://schemas.microsoft.com/office/drawing/2014/main" id="{C55A57E6-9DB7-4D5C-A8B0-FFE6F44E8268}"/>
                </a:ext>
              </a:extLst>
            </p:cNvPr>
            <p:cNvCxnSpPr/>
            <p:nvPr/>
          </p:nvCxnSpPr>
          <p:spPr>
            <a:xfrm>
              <a:off x="3429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Rett linje 127">
              <a:extLst>
                <a:ext uri="{FF2B5EF4-FFF2-40B4-BE49-F238E27FC236}">
                  <a16:creationId xmlns:a16="http://schemas.microsoft.com/office/drawing/2014/main" id="{B1D0C594-B480-4D71-B34A-8D95362DA394}"/>
                </a:ext>
              </a:extLst>
            </p:cNvPr>
            <p:cNvCxnSpPr/>
            <p:nvPr/>
          </p:nvCxnSpPr>
          <p:spPr>
            <a:xfrm>
              <a:off x="1143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Rett linje 128">
              <a:extLst>
                <a:ext uri="{FF2B5EF4-FFF2-40B4-BE49-F238E27FC236}">
                  <a16:creationId xmlns:a16="http://schemas.microsoft.com/office/drawing/2014/main" id="{A5F4C838-F500-4B90-B27E-F38CFC5301EA}"/>
                </a:ext>
              </a:extLst>
            </p:cNvPr>
            <p:cNvCxnSpPr/>
            <p:nvPr/>
          </p:nvCxnSpPr>
          <p:spPr>
            <a:xfrm>
              <a:off x="8572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Rett linje 129">
              <a:extLst>
                <a:ext uri="{FF2B5EF4-FFF2-40B4-BE49-F238E27FC236}">
                  <a16:creationId xmlns:a16="http://schemas.microsoft.com/office/drawing/2014/main" id="{F0BC09D2-B2A1-48C2-9A33-92D201D04C8F}"/>
                </a:ext>
              </a:extLst>
            </p:cNvPr>
            <p:cNvCxnSpPr/>
            <p:nvPr/>
          </p:nvCxnSpPr>
          <p:spPr>
            <a:xfrm>
              <a:off x="7429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Rett linje 130">
              <a:extLst>
                <a:ext uri="{FF2B5EF4-FFF2-40B4-BE49-F238E27FC236}">
                  <a16:creationId xmlns:a16="http://schemas.microsoft.com/office/drawing/2014/main" id="{B4F79447-15CC-483E-8555-280233E696E2}"/>
                </a:ext>
              </a:extLst>
            </p:cNvPr>
            <p:cNvCxnSpPr/>
            <p:nvPr/>
          </p:nvCxnSpPr>
          <p:spPr>
            <a:xfrm>
              <a:off x="6286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Rett linje 131">
              <a:extLst>
                <a:ext uri="{FF2B5EF4-FFF2-40B4-BE49-F238E27FC236}">
                  <a16:creationId xmlns:a16="http://schemas.microsoft.com/office/drawing/2014/main" id="{F6C83235-AF8D-4965-91A2-54A29A9DA166}"/>
                </a:ext>
              </a:extLst>
            </p:cNvPr>
            <p:cNvCxnSpPr/>
            <p:nvPr/>
          </p:nvCxnSpPr>
          <p:spPr>
            <a:xfrm>
              <a:off x="5143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Rett linje 132">
              <a:extLst>
                <a:ext uri="{FF2B5EF4-FFF2-40B4-BE49-F238E27FC236}">
                  <a16:creationId xmlns:a16="http://schemas.microsoft.com/office/drawing/2014/main" id="{FB77AF71-6D2A-40E0-A86E-5737FBFCB4BC}"/>
                </a:ext>
              </a:extLst>
            </p:cNvPr>
            <p:cNvCxnSpPr/>
            <p:nvPr/>
          </p:nvCxnSpPr>
          <p:spPr>
            <a:xfrm>
              <a:off x="4000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Rett linje 135">
              <a:extLst>
                <a:ext uri="{FF2B5EF4-FFF2-40B4-BE49-F238E27FC236}">
                  <a16:creationId xmlns:a16="http://schemas.microsoft.com/office/drawing/2014/main" id="{2DA69254-51DF-4573-AD1B-E4AC0A829B4B}"/>
                </a:ext>
              </a:extLst>
            </p:cNvPr>
            <p:cNvCxnSpPr/>
            <p:nvPr/>
          </p:nvCxnSpPr>
          <p:spPr>
            <a:xfrm>
              <a:off x="2857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Rett linje 145">
              <a:extLst>
                <a:ext uri="{FF2B5EF4-FFF2-40B4-BE49-F238E27FC236}">
                  <a16:creationId xmlns:a16="http://schemas.microsoft.com/office/drawing/2014/main" id="{4D9E6C63-AA5A-4B99-9B63-49B403BB49E5}"/>
                </a:ext>
              </a:extLst>
            </p:cNvPr>
            <p:cNvCxnSpPr/>
            <p:nvPr/>
          </p:nvCxnSpPr>
          <p:spPr>
            <a:xfrm>
              <a:off x="1714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Rett linje 146">
              <a:extLst>
                <a:ext uri="{FF2B5EF4-FFF2-40B4-BE49-F238E27FC236}">
                  <a16:creationId xmlns:a16="http://schemas.microsoft.com/office/drawing/2014/main" id="{914B6012-7EA6-451C-A791-EFDCB183B2E1}"/>
                </a:ext>
              </a:extLst>
            </p:cNvPr>
            <p:cNvCxnSpPr/>
            <p:nvPr/>
          </p:nvCxnSpPr>
          <p:spPr>
            <a:xfrm>
              <a:off x="571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uppe 2">
            <a:extLst>
              <a:ext uri="{FF2B5EF4-FFF2-40B4-BE49-F238E27FC236}">
                <a16:creationId xmlns:a16="http://schemas.microsoft.com/office/drawing/2014/main" id="{3701FB3B-DA44-453D-929B-B5C6D40FB13E}"/>
              </a:ext>
            </a:extLst>
          </p:cNvPr>
          <p:cNvGrpSpPr/>
          <p:nvPr/>
        </p:nvGrpSpPr>
        <p:grpSpPr>
          <a:xfrm>
            <a:off x="-339073" y="1"/>
            <a:ext cx="180000" cy="4672862"/>
            <a:chOff x="-339073" y="1"/>
            <a:chExt cx="180000" cy="4672862"/>
          </a:xfrm>
        </p:grpSpPr>
        <p:cxnSp>
          <p:nvCxnSpPr>
            <p:cNvPr id="151" name="Rett linje 150">
              <a:extLst>
                <a:ext uri="{FF2B5EF4-FFF2-40B4-BE49-F238E27FC236}">
                  <a16:creationId xmlns:a16="http://schemas.microsoft.com/office/drawing/2014/main" id="{B6D3796B-AF60-4E7C-A44A-1313D9D81D8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49073" y="-89999"/>
              <a:ext cx="0" cy="180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Rett linje 151">
              <a:extLst>
                <a:ext uri="{FF2B5EF4-FFF2-40B4-BE49-F238E27FC236}">
                  <a16:creationId xmlns:a16="http://schemas.microsoft.com/office/drawing/2014/main" id="{12EBF60A-BE47-4B99-9A88-38A7843B26E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49073" y="4582863"/>
              <a:ext cx="0" cy="180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Rett linje 152">
              <a:extLst>
                <a:ext uri="{FF2B5EF4-FFF2-40B4-BE49-F238E27FC236}">
                  <a16:creationId xmlns:a16="http://schemas.microsoft.com/office/drawing/2014/main" id="{CE0E1848-CF8F-4E26-BCE4-4E91193136C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49073" y="2336401"/>
              <a:ext cx="0" cy="180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Rett linje 153">
              <a:extLst>
                <a:ext uri="{FF2B5EF4-FFF2-40B4-BE49-F238E27FC236}">
                  <a16:creationId xmlns:a16="http://schemas.microsoft.com/office/drawing/2014/main" id="{177243C6-47FB-4E23-BFEC-BA87D645D0A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11194" y="1161080"/>
              <a:ext cx="0" cy="104242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Rett linje 154">
              <a:extLst>
                <a:ext uri="{FF2B5EF4-FFF2-40B4-BE49-F238E27FC236}">
                  <a16:creationId xmlns:a16="http://schemas.microsoft.com/office/drawing/2014/main" id="{36C9B607-1F45-49B0-9A66-9CA637C6968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11194" y="3587480"/>
              <a:ext cx="0" cy="104242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Rett linje 155">
              <a:extLst>
                <a:ext uri="{FF2B5EF4-FFF2-40B4-BE49-F238E27FC236}">
                  <a16:creationId xmlns:a16="http://schemas.microsoft.com/office/drawing/2014/main" id="{016E9C20-467E-4622-8643-E291118C323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02507" y="563167"/>
              <a:ext cx="0" cy="86868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Rett linje 156">
              <a:extLst>
                <a:ext uri="{FF2B5EF4-FFF2-40B4-BE49-F238E27FC236}">
                  <a16:creationId xmlns:a16="http://schemas.microsoft.com/office/drawing/2014/main" id="{C3A79EA7-79D7-4104-9BE8-240CD2B128D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02507" y="1776367"/>
              <a:ext cx="0" cy="86868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Rett linje 157">
              <a:extLst>
                <a:ext uri="{FF2B5EF4-FFF2-40B4-BE49-F238E27FC236}">
                  <a16:creationId xmlns:a16="http://schemas.microsoft.com/office/drawing/2014/main" id="{42BB593A-1B86-4DC0-BB2F-F706FF9637D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02507" y="2989567"/>
              <a:ext cx="0" cy="86868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Rett linje 158">
              <a:extLst>
                <a:ext uri="{FF2B5EF4-FFF2-40B4-BE49-F238E27FC236}">
                  <a16:creationId xmlns:a16="http://schemas.microsoft.com/office/drawing/2014/main" id="{64750091-981D-4FD8-AB1A-741C8F35C8F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02507" y="4202767"/>
              <a:ext cx="0" cy="86868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5" name="TekstSylinder 224">
            <a:extLst>
              <a:ext uri="{FF2B5EF4-FFF2-40B4-BE49-F238E27FC236}">
                <a16:creationId xmlns:a16="http://schemas.microsoft.com/office/drawing/2014/main" id="{6494639C-40E1-4987-A007-AA176ACAB69F}"/>
              </a:ext>
            </a:extLst>
          </p:cNvPr>
          <p:cNvSpPr txBox="1"/>
          <p:nvPr/>
        </p:nvSpPr>
        <p:spPr>
          <a:xfrm>
            <a:off x="0" y="5538944"/>
            <a:ext cx="39155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1"/>
              <a:t>Photo </a:t>
            </a:r>
            <a:r>
              <a:rPr lang="nb-NO" sz="800" b="1" err="1"/>
              <a:t>use</a:t>
            </a:r>
            <a:r>
              <a:rPr lang="nb-NO" sz="800" b="1"/>
              <a:t>: </a:t>
            </a:r>
            <a:r>
              <a:rPr lang="nb-NO" sz="800" b="0"/>
              <a:t>Images must not be </a:t>
            </a:r>
            <a:r>
              <a:rPr lang="nb-NO" sz="800" b="0" err="1"/>
              <a:t>compressed</a:t>
            </a:r>
            <a:r>
              <a:rPr lang="nb-NO" sz="800" b="0"/>
              <a:t> to less </a:t>
            </a:r>
            <a:r>
              <a:rPr lang="nb-NO" sz="800" b="0" err="1"/>
              <a:t>than</a:t>
            </a:r>
            <a:r>
              <a:rPr lang="nb-NO" sz="800" b="0"/>
              <a:t> 220 </a:t>
            </a:r>
            <a:r>
              <a:rPr lang="nb-NO" sz="800" b="0" err="1"/>
              <a:t>ppt</a:t>
            </a:r>
            <a:r>
              <a:rPr lang="nb-NO" sz="800" b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 b="1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800" b="1"/>
              <a:t>Rights:</a:t>
            </a:r>
            <a:r>
              <a:rPr lang="nb-NO" sz="800" b="0"/>
              <a:t> It's not </a:t>
            </a:r>
            <a:r>
              <a:rPr lang="nb-NO" sz="800" b="0" err="1"/>
              <a:t>allowed</a:t>
            </a:r>
            <a:r>
              <a:rPr lang="nb-NO" sz="800" b="0"/>
              <a:t> to </a:t>
            </a:r>
            <a:r>
              <a:rPr lang="nb-NO" sz="800" b="0" err="1"/>
              <a:t>copy</a:t>
            </a:r>
            <a:r>
              <a:rPr lang="nb-NO" sz="800" b="0"/>
              <a:t>/</a:t>
            </a:r>
            <a:r>
              <a:rPr lang="nb-NO" sz="800" b="0" err="1"/>
              <a:t>use</a:t>
            </a:r>
            <a:r>
              <a:rPr lang="nb-NO" sz="800" b="0"/>
              <a:t> </a:t>
            </a:r>
            <a:r>
              <a:rPr lang="nb-NO" sz="800" b="0" err="1"/>
              <a:t>pictures</a:t>
            </a:r>
            <a:r>
              <a:rPr lang="nb-NO" sz="800" b="0"/>
              <a:t> </a:t>
            </a:r>
            <a:r>
              <a:rPr lang="nb-NO" sz="800" b="0" err="1"/>
              <a:t>without</a:t>
            </a:r>
            <a:r>
              <a:rPr lang="nb-NO" sz="800" b="0"/>
              <a:t> </a:t>
            </a:r>
            <a:r>
              <a:rPr lang="nb-NO" sz="800" b="0" err="1"/>
              <a:t>the</a:t>
            </a:r>
            <a:r>
              <a:rPr lang="nb-NO" sz="800" b="0"/>
              <a:t> </a:t>
            </a:r>
            <a:r>
              <a:rPr lang="nb-NO" sz="800" b="0" err="1"/>
              <a:t>rights</a:t>
            </a:r>
            <a:r>
              <a:rPr lang="nb-NO" sz="800" b="0"/>
              <a:t> </a:t>
            </a:r>
            <a:r>
              <a:rPr lang="nb-NO" sz="800" b="0" err="1"/>
              <a:t>being</a:t>
            </a:r>
            <a:r>
              <a:rPr lang="nb-NO" sz="800" b="0"/>
              <a:t> </a:t>
            </a:r>
            <a:r>
              <a:rPr lang="nb-NO" sz="800" b="0" err="1"/>
              <a:t>clarified</a:t>
            </a:r>
            <a:r>
              <a:rPr lang="nb-NO" sz="800" b="0"/>
              <a:t> </a:t>
            </a:r>
            <a:r>
              <a:rPr lang="nb-NO" sz="800" b="0" err="1"/>
              <a:t>with</a:t>
            </a:r>
            <a:r>
              <a:rPr lang="nb-NO" sz="800" b="0"/>
              <a:t> </a:t>
            </a:r>
            <a:r>
              <a:rPr lang="nb-NO" sz="800" b="0" err="1"/>
              <a:t>the</a:t>
            </a:r>
            <a:r>
              <a:rPr lang="nb-NO" sz="800" b="0"/>
              <a:t> </a:t>
            </a:r>
            <a:r>
              <a:rPr lang="nb-NO" sz="800" b="0" err="1"/>
              <a:t>photographer</a:t>
            </a:r>
            <a:r>
              <a:rPr lang="nb-NO" sz="800" b="0"/>
              <a:t>/</a:t>
            </a:r>
            <a:r>
              <a:rPr lang="nb-NO" sz="800" b="0" err="1"/>
              <a:t>photo</a:t>
            </a:r>
            <a:r>
              <a:rPr lang="nb-NO" sz="800" b="0"/>
              <a:t> </a:t>
            </a:r>
            <a:r>
              <a:rPr lang="nb-NO" sz="800" b="0" err="1"/>
              <a:t>agency</a:t>
            </a:r>
            <a:r>
              <a:rPr lang="nb-NO" sz="800" b="0"/>
              <a:t>.</a:t>
            </a:r>
            <a:endParaRPr lang="en-GB" sz="800" b="1"/>
          </a:p>
        </p:txBody>
      </p:sp>
      <p:pic>
        <p:nvPicPr>
          <p:cNvPr id="229" name="Bilde 228">
            <a:extLst>
              <a:ext uri="{FF2B5EF4-FFF2-40B4-BE49-F238E27FC236}">
                <a16:creationId xmlns:a16="http://schemas.microsoft.com/office/drawing/2014/main" id="{3F28F2BB-B866-4210-A769-D15E27438100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591866" y="-1121307"/>
            <a:ext cx="2304484" cy="958215"/>
          </a:xfrm>
          <a:prstGeom prst="rect">
            <a:avLst/>
          </a:prstGeom>
        </p:spPr>
      </p:pic>
      <p:cxnSp>
        <p:nvCxnSpPr>
          <p:cNvPr id="228" name="Rett linje 227">
            <a:extLst>
              <a:ext uri="{FF2B5EF4-FFF2-40B4-BE49-F238E27FC236}">
                <a16:creationId xmlns:a16="http://schemas.microsoft.com/office/drawing/2014/main" id="{A0B380D3-2591-4F53-9759-6BC4B71689ED}"/>
              </a:ext>
            </a:extLst>
          </p:cNvPr>
          <p:cNvCxnSpPr>
            <a:cxnSpLocks/>
          </p:cNvCxnSpPr>
          <p:nvPr userDrawn="1"/>
        </p:nvCxnSpPr>
        <p:spPr>
          <a:xfrm>
            <a:off x="-1501" y="4661123"/>
            <a:ext cx="9144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38">
            <a:extLst>
              <a:ext uri="{FF2B5EF4-FFF2-40B4-BE49-F238E27FC236}">
                <a16:creationId xmlns:a16="http://schemas.microsoft.com/office/drawing/2014/main" id="{A155B4D4-632D-41E5-85D9-AC4806339D08}"/>
              </a:ext>
            </a:extLst>
          </p:cNvPr>
          <p:cNvPicPr>
            <a:picLocks noChangeAspect="1"/>
          </p:cNvPicPr>
          <p:nvPr userDrawn="1"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072" y="4849887"/>
            <a:ext cx="1021554" cy="14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00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38" r:id="rId2"/>
    <p:sldLayoutId id="2147484227" r:id="rId3"/>
    <p:sldLayoutId id="2147484144" r:id="rId4"/>
    <p:sldLayoutId id="2147484228" r:id="rId5"/>
    <p:sldLayoutId id="2147484229" r:id="rId6"/>
    <p:sldLayoutId id="2147484200" r:id="rId7"/>
    <p:sldLayoutId id="2147484202" r:id="rId8"/>
    <p:sldLayoutId id="2147484207" r:id="rId9"/>
    <p:sldLayoutId id="2147484149" r:id="rId10"/>
    <p:sldLayoutId id="2147484237" r:id="rId11"/>
    <p:sldLayoutId id="2147484218" r:id="rId12"/>
    <p:sldLayoutId id="2147484215" r:id="rId13"/>
    <p:sldLayoutId id="2147484219" r:id="rId14"/>
    <p:sldLayoutId id="2147484214" r:id="rId15"/>
    <p:sldLayoutId id="2147484152" r:id="rId16"/>
    <p:sldLayoutId id="2147484169" r:id="rId17"/>
    <p:sldLayoutId id="2147484153" r:id="rId18"/>
    <p:sldLayoutId id="2147484184" r:id="rId19"/>
    <p:sldLayoutId id="2147484204" r:id="rId20"/>
    <p:sldLayoutId id="2147484233" r:id="rId21"/>
    <p:sldLayoutId id="2147484170" r:id="rId22"/>
    <p:sldLayoutId id="2147484171" r:id="rId23"/>
    <p:sldLayoutId id="2147484172" r:id="rId24"/>
    <p:sldLayoutId id="2147484154" r:id="rId25"/>
    <p:sldLayoutId id="2147484234" r:id="rId26"/>
    <p:sldLayoutId id="2147484220" r:id="rId27"/>
    <p:sldLayoutId id="2147484235" r:id="rId28"/>
    <p:sldLayoutId id="2147484232" r:id="rId29"/>
    <p:sldLayoutId id="2147484226" r:id="rId30"/>
    <p:sldLayoutId id="2147484195" r:id="rId31"/>
    <p:sldLayoutId id="2147484236" r:id="rId32"/>
    <p:sldLayoutId id="2147484196" r:id="rId33"/>
    <p:sldLayoutId id="2147484221" r:id="rId34"/>
    <p:sldLayoutId id="2147484217" r:id="rId35"/>
    <p:sldLayoutId id="2147484222" r:id="rId36"/>
  </p:sldLayoutIdLst>
  <p:transition>
    <p:fade/>
  </p:transition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200" kern="1200" baseline="0">
          <a:solidFill>
            <a:srgbClr val="BF0900"/>
          </a:solidFill>
          <a:latin typeface="Verdana"/>
          <a:ea typeface="+mj-ea"/>
          <a:cs typeface="Verdana"/>
        </a:defRPr>
      </a:lvl1pPr>
    </p:titleStyle>
    <p:bodyStyle>
      <a:lvl1pPr marL="126000" indent="-126000" algn="l" defTabSz="457200" rtl="0" eaLnBrk="1" latinLnBrk="0" hangingPunct="1">
        <a:spcBef>
          <a:spcPts val="1200"/>
        </a:spcBef>
        <a:buClr>
          <a:schemeClr val="tx2"/>
        </a:buClr>
        <a:buFont typeface="Arial"/>
        <a:buChar char="•"/>
        <a:defRPr sz="1500" kern="1200" baseline="0">
          <a:solidFill>
            <a:schemeClr val="tx1"/>
          </a:solidFill>
          <a:latin typeface="Verdana"/>
          <a:ea typeface="+mn-ea"/>
          <a:cs typeface="Verdana"/>
        </a:defRPr>
      </a:lvl1pPr>
      <a:lvl2pPr marL="270000" indent="-126000" algn="l" defTabSz="457200" rtl="0" eaLnBrk="1" latinLnBrk="0" hangingPunct="1">
        <a:spcBef>
          <a:spcPts val="300"/>
        </a:spcBef>
        <a:buClr>
          <a:schemeClr val="tx2"/>
        </a:buClr>
        <a:buFont typeface="Lucida Grande"/>
        <a:buChar char="-"/>
        <a:defRPr sz="1200" kern="1200">
          <a:solidFill>
            <a:schemeClr val="tx1"/>
          </a:solidFill>
          <a:latin typeface="Verdana"/>
          <a:ea typeface="+mn-ea"/>
          <a:cs typeface="Verdana"/>
        </a:defRPr>
      </a:lvl2pPr>
      <a:lvl3pPr marL="403200" indent="-125413" algn="l" defTabSz="457200" rtl="0" eaLnBrk="1" latinLnBrk="0" hangingPunct="1">
        <a:spcBef>
          <a:spcPct val="20000"/>
        </a:spcBef>
        <a:buFont typeface="Lucida Grande"/>
        <a:buChar char="-"/>
        <a:defRPr sz="1200" kern="1200">
          <a:solidFill>
            <a:schemeClr val="tx1"/>
          </a:solidFill>
          <a:latin typeface="Verdana"/>
          <a:ea typeface="+mn-ea"/>
          <a:cs typeface="Verdana"/>
        </a:defRPr>
      </a:lvl3pPr>
      <a:lvl4pPr marL="539750" indent="-125413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Verdana"/>
          <a:ea typeface="+mn-ea"/>
          <a:cs typeface="Verdana"/>
        </a:defRPr>
      </a:lvl4pPr>
      <a:lvl5pPr marL="717550" indent="-1778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Verdana"/>
          <a:ea typeface="+mn-ea"/>
          <a:cs typeface="Verdan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2935">
          <p15:clr>
            <a:srgbClr val="F26B43"/>
          </p15:clr>
        </p15:guide>
        <p15:guide id="3" orient="horz" pos="1529">
          <p15:clr>
            <a:srgbClr val="F26B43"/>
          </p15:clr>
        </p15:guide>
        <p15:guide id="4" pos="5624">
          <p15:clr>
            <a:srgbClr val="F26B43"/>
          </p15:clr>
        </p15:guide>
        <p15:guide id="5" pos="363">
          <p15:clr>
            <a:srgbClr val="F26B43"/>
          </p15:clr>
        </p15:guide>
        <p15:guide id="6" orient="horz" pos="764">
          <p15:clr>
            <a:srgbClr val="F26B43"/>
          </p15:clr>
        </p15:guide>
        <p15:guide id="7" pos="136">
          <p15:clr>
            <a:srgbClr val="F26B43"/>
          </p15:clr>
        </p15:guide>
        <p15:guide id="8" orient="horz" pos="146">
          <p15:clr>
            <a:srgbClr val="F26B43"/>
          </p15:clr>
        </p15:guide>
        <p15:guide id="9" pos="2980">
          <p15:clr>
            <a:srgbClr val="F26B43"/>
          </p15:clr>
        </p15:guide>
        <p15:guide id="10" orient="horz" pos="2799">
          <p15:clr>
            <a:srgbClr val="F26B43"/>
          </p15:clr>
        </p15:guide>
        <p15:guide id="11" orient="horz" pos="53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2D196C9-C520-4523-8960-89EECA8D40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08539" y="842963"/>
            <a:ext cx="5835461" cy="4305600"/>
          </a:xfrm>
        </p:spPr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073659-6756-4019-B56F-D6A87F3540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Status Tripletex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6746B4-D193-4546-AD19-15215B8424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b-NO" dirty="0"/>
              <a:t>17.03.2022</a:t>
            </a:r>
          </a:p>
        </p:txBody>
      </p:sp>
    </p:spTree>
    <p:extLst>
      <p:ext uri="{BB962C8B-B14F-4D97-AF65-F5344CB8AC3E}">
        <p14:creationId xmlns:p14="http://schemas.microsoft.com/office/powerpoint/2010/main" val="2202249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bilde 1">
            <a:extLst>
              <a:ext uri="{FF2B5EF4-FFF2-40B4-BE49-F238E27FC236}">
                <a16:creationId xmlns:a16="http://schemas.microsoft.com/office/drawing/2014/main" id="{4E8F7D9A-AE95-4D87-8B5B-7C073A99AC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EAD2976D-263D-4244-A705-F2F00C4040F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nb-NO" dirty="0"/>
              <a:t>14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EFFD3521-FEF4-41A0-AFD0-5566C9598DF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nb-NO" dirty="0"/>
              <a:t>2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69CBA33C-C3D8-4251-855D-152BEF0E7A3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nb-NO" dirty="0"/>
              <a:t>24</a:t>
            </a:r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8EC6E8F5-EA4D-4626-8A63-7DD1F052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nb-NO" dirty="0"/>
              <a:t>Status Tripletex 2022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0E95FF6-C8AB-499A-B40F-F4BCB2B9B8D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nb-NO" dirty="0"/>
              <a:t>Vunnet</a:t>
            </a:r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B26E63D7-1E4C-45A3-B07C-FFFF7A94CC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nb-NO" dirty="0"/>
              <a:t>Tapt/ Lukket</a:t>
            </a:r>
          </a:p>
        </p:txBody>
      </p:sp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33361232-EF96-4AA5-A9D6-36D1AF628B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b-NO" dirty="0"/>
              <a:t>I prosess</a:t>
            </a:r>
          </a:p>
        </p:txBody>
      </p:sp>
    </p:spTree>
    <p:extLst>
      <p:ext uri="{BB962C8B-B14F-4D97-AF65-F5344CB8AC3E}">
        <p14:creationId xmlns:p14="http://schemas.microsoft.com/office/powerpoint/2010/main" val="54960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F2E3C304-A63F-4A32-A2EA-70E35F5BF5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66740" y="1558377"/>
            <a:ext cx="3096000" cy="928800"/>
          </a:xfrm>
        </p:spPr>
        <p:txBody>
          <a:bodyPr/>
          <a:lstStyle/>
          <a:p>
            <a:r>
              <a:rPr lang="nb-NO" sz="1000"/>
              <a:t>Faktura fra Storebrand rett inn i </a:t>
            </a:r>
            <a:r>
              <a:rPr lang="nb-NO" sz="1000" err="1"/>
              <a:t>Tripletex</a:t>
            </a:r>
            <a:r>
              <a:rPr lang="nb-NO" sz="1000"/>
              <a:t> med nok informasjon til å attestere med ett klikk</a:t>
            </a:r>
          </a:p>
        </p:txBody>
      </p:sp>
      <p:sp>
        <p:nvSpPr>
          <p:cNvPr id="6" name="Plassholder for tekst 5">
            <a:extLst>
              <a:ext uri="{FF2B5EF4-FFF2-40B4-BE49-F238E27FC236}">
                <a16:creationId xmlns:a16="http://schemas.microsoft.com/office/drawing/2014/main" id="{5EFF2613-FEDC-45A9-85CD-7CDB1001185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27011" y="2941864"/>
            <a:ext cx="3096000" cy="928800"/>
          </a:xfrm>
        </p:spPr>
        <p:txBody>
          <a:bodyPr/>
          <a:lstStyle/>
          <a:p>
            <a:r>
              <a:rPr lang="nb-NO" sz="1000" dirty="0"/>
              <a:t>Bekrefte endringer i A-meldingen direkte i </a:t>
            </a:r>
            <a:r>
              <a:rPr lang="nb-NO" sz="1000" dirty="0" err="1"/>
              <a:t>Tripletex</a:t>
            </a:r>
            <a:r>
              <a:rPr lang="nb-NO" sz="1000" dirty="0"/>
              <a:t>, synergier mot lønnsmodul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B5A4C2C9-CDC2-4FDD-9496-DBF37F84A06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17714" y="2941864"/>
            <a:ext cx="3096000" cy="928800"/>
          </a:xfrm>
        </p:spPr>
        <p:txBody>
          <a:bodyPr/>
          <a:lstStyle/>
          <a:p>
            <a:r>
              <a:rPr lang="nb-NO" sz="1000"/>
              <a:t>Be kunden verifisere ansattinformasjon når de ber om tilbud, eller ved attestering av faktura</a:t>
            </a:r>
          </a:p>
        </p:txBody>
      </p:sp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94E18BCF-E700-45B4-9414-ACB89B3749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35172" y="1558377"/>
            <a:ext cx="928800" cy="928800"/>
          </a:xfrm>
        </p:spPr>
        <p:txBody>
          <a:bodyPr>
            <a:normAutofit/>
          </a:bodyPr>
          <a:lstStyle/>
          <a:p>
            <a:r>
              <a:rPr lang="nb-NO" sz="1000" dirty="0"/>
              <a:t>No </a:t>
            </a:r>
            <a:r>
              <a:rPr lang="nb-NO" sz="1000" dirty="0" err="1"/>
              <a:t>hassle</a:t>
            </a:r>
            <a:r>
              <a:rPr lang="nb-NO" sz="1000" dirty="0"/>
              <a:t> faktura</a:t>
            </a:r>
          </a:p>
        </p:txBody>
      </p:sp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71FFA734-70E5-4642-AC9C-EF4B4A57A2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0985" y="2941864"/>
            <a:ext cx="928800" cy="928800"/>
          </a:xfrm>
        </p:spPr>
        <p:txBody>
          <a:bodyPr>
            <a:normAutofit/>
          </a:bodyPr>
          <a:lstStyle/>
          <a:p>
            <a:r>
              <a:rPr lang="nb-NO" sz="1000"/>
              <a:t>No </a:t>
            </a:r>
            <a:r>
              <a:rPr lang="nb-NO" sz="1000" err="1"/>
              <a:t>hassle</a:t>
            </a:r>
            <a:r>
              <a:rPr lang="nb-NO" sz="1000"/>
              <a:t> </a:t>
            </a:r>
            <a:r>
              <a:rPr lang="nb-NO" sz="1000" err="1"/>
              <a:t>ajour</a:t>
            </a:r>
            <a:r>
              <a:rPr lang="nb-NO" sz="1000"/>
              <a:t>-hold</a:t>
            </a:r>
          </a:p>
        </p:txBody>
      </p:sp>
      <p:sp>
        <p:nvSpPr>
          <p:cNvPr id="11" name="Plassholder for tekst 10">
            <a:extLst>
              <a:ext uri="{FF2B5EF4-FFF2-40B4-BE49-F238E27FC236}">
                <a16:creationId xmlns:a16="http://schemas.microsoft.com/office/drawing/2014/main" id="{CD4B6B11-FA52-456B-AB06-F549090FF1A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95671" y="2941864"/>
            <a:ext cx="928800" cy="928800"/>
          </a:xfrm>
        </p:spPr>
        <p:txBody>
          <a:bodyPr>
            <a:normAutofit/>
          </a:bodyPr>
          <a:lstStyle/>
          <a:p>
            <a:r>
              <a:rPr lang="nb-NO" sz="1000" dirty="0"/>
              <a:t>Riktig data-grunnlag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3E41C4B8-EEE9-4949-ADFB-74D285F9B9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76037" y="1558377"/>
            <a:ext cx="3096000" cy="928800"/>
          </a:xfrm>
        </p:spPr>
        <p:txBody>
          <a:bodyPr/>
          <a:lstStyle/>
          <a:p>
            <a:r>
              <a:rPr lang="nb-NO" sz="1000" dirty="0"/>
              <a:t>Vise overordnet pensjonsoversikt med ansatte og spareprosent</a:t>
            </a:r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337D81FE-B610-44A1-9BA3-9F941D2E7C7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0486" y="1558377"/>
            <a:ext cx="928800" cy="928800"/>
          </a:xfrm>
        </p:spPr>
        <p:txBody>
          <a:bodyPr>
            <a:normAutofit/>
          </a:bodyPr>
          <a:lstStyle/>
          <a:p>
            <a:r>
              <a:rPr lang="nb-NO" sz="1000" dirty="0"/>
              <a:t>Oversikt og kontroll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7B94823C-63F8-4CCC-83F4-63EA21C0E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Vi identifisert fire hypoteser som vil gi merverdi i for kunden og styrke verdiforslaget mellom Tripletex og Storebrand</a:t>
            </a:r>
          </a:p>
        </p:txBody>
      </p:sp>
    </p:spTree>
    <p:extLst>
      <p:ext uri="{BB962C8B-B14F-4D97-AF65-F5344CB8AC3E}">
        <p14:creationId xmlns:p14="http://schemas.microsoft.com/office/powerpoint/2010/main" val="316673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10D22CB-DCCA-4AA2-91F6-58F8BAE68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Overordnet prosess A-meldingen 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ADA06852-0F91-416C-8396-9CD99AA4640A}"/>
              </a:ext>
            </a:extLst>
          </p:cNvPr>
          <p:cNvSpPr/>
          <p:nvPr/>
        </p:nvSpPr>
        <p:spPr>
          <a:xfrm>
            <a:off x="747485" y="1654629"/>
            <a:ext cx="2010230" cy="91712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50" dirty="0">
                <a:solidFill>
                  <a:schemeClr val="tx1"/>
                </a:solidFill>
              </a:rPr>
              <a:t>Lønnssystemet sender a-melding til a-ordningen automatisk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BDEA0F47-77BB-4478-AB05-3C8EA6456A2E}"/>
              </a:ext>
            </a:extLst>
          </p:cNvPr>
          <p:cNvSpPr/>
          <p:nvPr/>
        </p:nvSpPr>
        <p:spPr>
          <a:xfrm>
            <a:off x="3410858" y="1654629"/>
            <a:ext cx="2010230" cy="91712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50" dirty="0">
                <a:solidFill>
                  <a:schemeClr val="tx1"/>
                </a:solidFill>
              </a:rPr>
              <a:t>Storebrand henter ut A-meldingen fra A-ordningen 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749ADFA7-CE4A-4C0B-B512-FA126BDD74F3}"/>
              </a:ext>
            </a:extLst>
          </p:cNvPr>
          <p:cNvSpPr/>
          <p:nvPr/>
        </p:nvSpPr>
        <p:spPr>
          <a:xfrm>
            <a:off x="6074231" y="1654629"/>
            <a:ext cx="2010230" cy="91712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050" dirty="0">
                <a:solidFill>
                  <a:schemeClr val="tx1"/>
                </a:solidFill>
              </a:rPr>
              <a:t>Endinger må bekreftes av selskap og  tilleggsinformasjon må innhentes av Storebrand* </a:t>
            </a: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C67CE080-4FEE-4586-B812-EBDD9CDFD368}"/>
              </a:ext>
            </a:extLst>
          </p:cNvPr>
          <p:cNvSpPr txBox="1"/>
          <p:nvPr/>
        </p:nvSpPr>
        <p:spPr>
          <a:xfrm>
            <a:off x="747485" y="2777672"/>
            <a:ext cx="80046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nb-NO" sz="1000" dirty="0">
                <a:effectLst/>
                <a:latin typeface="Segoe UI" panose="020B0502040204020203" pitchFamily="34" charset="0"/>
              </a:rPr>
              <a:t>A-meldingen stiller økt krav til datakvalitet fra lønnssystemet. Avvik vil måtte godkjennes i portalen til pensjonsleverandøren.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nb-NO" sz="1000" dirty="0">
              <a:effectLst/>
              <a:latin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000" dirty="0">
                <a:effectLst/>
                <a:latin typeface="Segoe UI" panose="020B0502040204020203" pitchFamily="34" charset="0"/>
              </a:rPr>
              <a:t>A-meldingen er ikke like rik som data fra lønnssystemet, og må tolkes før pensjonsleverandøren kan benytte seg av grunnlaget. Informasjon som uføregrad, ansattes kontaktinformasjon og </a:t>
            </a:r>
            <a:r>
              <a:rPr lang="nb-NO" sz="1000" dirty="0" err="1">
                <a:effectLst/>
                <a:latin typeface="Segoe UI" panose="020B0502040204020203" pitchFamily="34" charset="0"/>
              </a:rPr>
              <a:t>ansattnr</a:t>
            </a:r>
            <a:r>
              <a:rPr lang="nb-NO" sz="1000" dirty="0">
                <a:effectLst/>
                <a:latin typeface="Segoe UI" panose="020B0502040204020203" pitchFamily="34" charset="0"/>
              </a:rPr>
              <a:t> blir ikke levert gjennom a-meldingen*</a:t>
            </a:r>
          </a:p>
          <a:p>
            <a:pPr rtl="0"/>
            <a:endParaRPr lang="nb-NO" sz="1000" dirty="0">
              <a:effectLst/>
              <a:latin typeface="Segoe UI" panose="020B0502040204020203" pitchFamily="34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nb-NO" sz="1000" dirty="0">
                <a:effectLst/>
                <a:latin typeface="Segoe UI" panose="020B0502040204020203" pitchFamily="34" charset="0"/>
              </a:rPr>
              <a:t>Tripletex sine kunder kan være pilot i vårt a-meldingsprogram - og vi kan bidra til at innsending og godkjenning av endringer er enkelt for kunden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nb-NO" sz="1000" dirty="0">
              <a:effectLst/>
              <a:latin typeface="Segoe UI" panose="020B0502040204020203" pitchFamily="34" charset="0"/>
            </a:endParaRPr>
          </a:p>
        </p:txBody>
      </p:sp>
      <p:cxnSp>
        <p:nvCxnSpPr>
          <p:cNvPr id="10" name="Rett pilkobling 9">
            <a:extLst>
              <a:ext uri="{FF2B5EF4-FFF2-40B4-BE49-F238E27FC236}">
                <a16:creationId xmlns:a16="http://schemas.microsoft.com/office/drawing/2014/main" id="{55CCCD1E-B709-40A3-9DF3-25E3B2BF56D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757715" y="2113190"/>
            <a:ext cx="653143" cy="0"/>
          </a:xfrm>
          <a:prstGeom prst="straightConnector1">
            <a:avLst/>
          </a:prstGeom>
          <a:ln>
            <a:solidFill>
              <a:schemeClr val="accent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tt pilkobling 11">
            <a:extLst>
              <a:ext uri="{FF2B5EF4-FFF2-40B4-BE49-F238E27FC236}">
                <a16:creationId xmlns:a16="http://schemas.microsoft.com/office/drawing/2014/main" id="{F2FCB2BA-4872-4078-80AB-07011DFC49B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421088" y="2113190"/>
            <a:ext cx="653143" cy="0"/>
          </a:xfrm>
          <a:prstGeom prst="straightConnector1">
            <a:avLst/>
          </a:prstGeom>
          <a:ln>
            <a:solidFill>
              <a:schemeClr val="accent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7466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bilde 1">
            <a:extLst>
              <a:ext uri="{FF2B5EF4-FFF2-40B4-BE49-F238E27FC236}">
                <a16:creationId xmlns:a16="http://schemas.microsoft.com/office/drawing/2014/main" id="{4E8F7D9A-AE95-4D87-8B5B-7C073A99AC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EAD2976D-263D-4244-A705-F2F00C4040F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nb-NO" dirty="0"/>
              <a:t>1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EFFD3521-FEF4-41A0-AFD0-5566C9598DF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nb-NO" dirty="0"/>
              <a:t>7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69CBA33C-C3D8-4251-855D-152BEF0E7A3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nb-NO" dirty="0"/>
              <a:t>1</a:t>
            </a:r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8EC6E8F5-EA4D-4626-8A63-7DD1F052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nb-NO" dirty="0"/>
              <a:t>Vunnet 2021 og 2022: statistikk på partnere som prioriteres inn i A-meldingsprosessen 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0E95FF6-C8AB-499A-B40F-F4BCB2B9B8D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nb-NO" dirty="0"/>
              <a:t>Nysalg</a:t>
            </a:r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B26E63D7-1E4C-45A3-B07C-FFFF7A94CC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nb-NO" dirty="0"/>
              <a:t>Ending på eksisterende avtale </a:t>
            </a:r>
          </a:p>
        </p:txBody>
      </p:sp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33361232-EF96-4AA5-A9D6-36D1AF628B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b-NO" dirty="0"/>
              <a:t>Tilflytting</a:t>
            </a:r>
          </a:p>
        </p:txBody>
      </p:sp>
    </p:spTree>
    <p:extLst>
      <p:ext uri="{BB962C8B-B14F-4D97-AF65-F5344CB8AC3E}">
        <p14:creationId xmlns:p14="http://schemas.microsoft.com/office/powerpoint/2010/main" val="3613620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FAC086E-6850-46B8-9DDF-232CB088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Neste steg 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9B684BF-F14A-4B4D-BC35-C1F9D3FC7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sz="1400" dirty="0"/>
              <a:t>Prioriterte hypoteser blir testet av Storebrand sitt utforskende Tripletex team (skisser og intervjuer)</a:t>
            </a:r>
          </a:p>
          <a:p>
            <a:r>
              <a:rPr lang="nb-NO" sz="1400" dirty="0"/>
              <a:t>Felles kundeundersøkelse for Tripletex kunder for bekreftelse av hypoteser</a:t>
            </a:r>
          </a:p>
          <a:p>
            <a:r>
              <a:rPr lang="nb-NO" sz="1400" dirty="0"/>
              <a:t>Tripletex og Storebrand evaluerer bekreftede hypoteser i eget beslutningstøtte for </a:t>
            </a:r>
            <a:r>
              <a:rPr lang="nb-NO" sz="1400" dirty="0" err="1"/>
              <a:t>adferdstest</a:t>
            </a:r>
            <a:r>
              <a:rPr lang="nb-NO" sz="1400" dirty="0"/>
              <a:t> i Tripletex flate</a:t>
            </a:r>
          </a:p>
          <a:p>
            <a:r>
              <a:rPr lang="nb-NO" sz="1400" dirty="0"/>
              <a:t>Møte mellom Tripletex og BP-teamet </a:t>
            </a:r>
          </a:p>
          <a:p>
            <a:r>
              <a:rPr lang="nb-NO" sz="1400" dirty="0"/>
              <a:t>​Møte A-meldingsteamet og Tripletex for innsikt i prosess/ hvilken informasjon som blir sendt til A-ordningen </a:t>
            </a:r>
          </a:p>
          <a:p>
            <a:r>
              <a:rPr lang="nb-NO" sz="1400" dirty="0" err="1"/>
              <a:t>Kundecase</a:t>
            </a:r>
            <a:r>
              <a:rPr lang="nb-NO" sz="1400" dirty="0"/>
              <a:t> felles kunde </a:t>
            </a:r>
          </a:p>
        </p:txBody>
      </p:sp>
    </p:spTree>
    <p:extLst>
      <p:ext uri="{BB962C8B-B14F-4D97-AF65-F5344CB8AC3E}">
        <p14:creationId xmlns:p14="http://schemas.microsoft.com/office/powerpoint/2010/main" val="360414790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1C36B60-DAAB-4C00-81BC-47AF265143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Spørsmål?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C920E9D-1DEB-4088-A2A8-1E8328E12D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bilde 3">
            <a:extLst>
              <a:ext uri="{FF2B5EF4-FFF2-40B4-BE49-F238E27FC236}">
                <a16:creationId xmlns:a16="http://schemas.microsoft.com/office/drawing/2014/main" id="{5C3F9C5F-1127-4789-9FF5-64EB573B54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55510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0692D50-92A5-4D42-9C63-08B07359A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Prosesser / Veien videre </a:t>
            </a:r>
          </a:p>
        </p:txBody>
      </p:sp>
      <p:sp>
        <p:nvSpPr>
          <p:cNvPr id="4" name="Pil: femkant 3">
            <a:extLst>
              <a:ext uri="{FF2B5EF4-FFF2-40B4-BE49-F238E27FC236}">
                <a16:creationId xmlns:a16="http://schemas.microsoft.com/office/drawing/2014/main" id="{AE448510-2DE5-4A95-8A97-0BB571E17DEF}"/>
              </a:ext>
            </a:extLst>
          </p:cNvPr>
          <p:cNvSpPr/>
          <p:nvPr/>
        </p:nvSpPr>
        <p:spPr>
          <a:xfrm>
            <a:off x="1727200" y="1490864"/>
            <a:ext cx="1915886" cy="6066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dirty="0">
                <a:solidFill>
                  <a:schemeClr val="tx1"/>
                </a:solidFill>
              </a:rPr>
              <a:t>Kundeintervjuer </a:t>
            </a:r>
          </a:p>
        </p:txBody>
      </p:sp>
      <p:sp>
        <p:nvSpPr>
          <p:cNvPr id="5" name="Pil: femkant 4">
            <a:extLst>
              <a:ext uri="{FF2B5EF4-FFF2-40B4-BE49-F238E27FC236}">
                <a16:creationId xmlns:a16="http://schemas.microsoft.com/office/drawing/2014/main" id="{C509C709-C170-44A3-8B8E-78B18C645488}"/>
              </a:ext>
            </a:extLst>
          </p:cNvPr>
          <p:cNvSpPr/>
          <p:nvPr/>
        </p:nvSpPr>
        <p:spPr>
          <a:xfrm>
            <a:off x="3778364" y="1490864"/>
            <a:ext cx="1915886" cy="6066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dirty="0">
                <a:solidFill>
                  <a:schemeClr val="tx1"/>
                </a:solidFill>
              </a:rPr>
              <a:t>Kundeundersøkelse  </a:t>
            </a:r>
          </a:p>
        </p:txBody>
      </p:sp>
      <p:sp>
        <p:nvSpPr>
          <p:cNvPr id="6" name="Pil: femkant 5">
            <a:extLst>
              <a:ext uri="{FF2B5EF4-FFF2-40B4-BE49-F238E27FC236}">
                <a16:creationId xmlns:a16="http://schemas.microsoft.com/office/drawing/2014/main" id="{CA146175-0627-4946-BCF2-532BE204EBAE}"/>
              </a:ext>
            </a:extLst>
          </p:cNvPr>
          <p:cNvSpPr/>
          <p:nvPr/>
        </p:nvSpPr>
        <p:spPr>
          <a:xfrm>
            <a:off x="5832697" y="1477064"/>
            <a:ext cx="1911812" cy="6066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dirty="0">
                <a:solidFill>
                  <a:schemeClr val="tx1"/>
                </a:solidFill>
              </a:rPr>
              <a:t>UX</a:t>
            </a:r>
          </a:p>
        </p:txBody>
      </p:sp>
      <p:sp>
        <p:nvSpPr>
          <p:cNvPr id="7" name="Pil: femkant 6">
            <a:extLst>
              <a:ext uri="{FF2B5EF4-FFF2-40B4-BE49-F238E27FC236}">
                <a16:creationId xmlns:a16="http://schemas.microsoft.com/office/drawing/2014/main" id="{C7B968B5-C3B5-4A69-AB8C-644CD30FEA30}"/>
              </a:ext>
            </a:extLst>
          </p:cNvPr>
          <p:cNvSpPr/>
          <p:nvPr/>
        </p:nvSpPr>
        <p:spPr>
          <a:xfrm>
            <a:off x="1727200" y="2507114"/>
            <a:ext cx="1915886" cy="606600"/>
          </a:xfrm>
          <a:prstGeom prst="homePlat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dirty="0">
                <a:solidFill>
                  <a:schemeClr val="tx1"/>
                </a:solidFill>
              </a:rPr>
              <a:t>Trip møte med BP teamet  </a:t>
            </a:r>
          </a:p>
        </p:txBody>
      </p:sp>
      <p:sp>
        <p:nvSpPr>
          <p:cNvPr id="8" name="Pil: femkant 7">
            <a:extLst>
              <a:ext uri="{FF2B5EF4-FFF2-40B4-BE49-F238E27FC236}">
                <a16:creationId xmlns:a16="http://schemas.microsoft.com/office/drawing/2014/main" id="{77DA3F97-783B-492B-B13B-F3C47C7A613B}"/>
              </a:ext>
            </a:extLst>
          </p:cNvPr>
          <p:cNvSpPr/>
          <p:nvPr/>
        </p:nvSpPr>
        <p:spPr>
          <a:xfrm>
            <a:off x="3773713" y="2507114"/>
            <a:ext cx="1915885" cy="6066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dirty="0">
                <a:solidFill>
                  <a:schemeClr val="tx1"/>
                </a:solidFill>
              </a:rPr>
              <a:t>Trip møte med A-meldingsteamet  </a:t>
            </a:r>
          </a:p>
        </p:txBody>
      </p:sp>
      <p:sp>
        <p:nvSpPr>
          <p:cNvPr id="9" name="Pil: femkant 8">
            <a:extLst>
              <a:ext uri="{FF2B5EF4-FFF2-40B4-BE49-F238E27FC236}">
                <a16:creationId xmlns:a16="http://schemas.microsoft.com/office/drawing/2014/main" id="{BF73A89E-FCF8-4898-88AE-E857D6708B93}"/>
              </a:ext>
            </a:extLst>
          </p:cNvPr>
          <p:cNvSpPr/>
          <p:nvPr/>
        </p:nvSpPr>
        <p:spPr>
          <a:xfrm>
            <a:off x="1727200" y="3445428"/>
            <a:ext cx="1915886" cy="6066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dirty="0">
                <a:solidFill>
                  <a:schemeClr val="tx1"/>
                </a:solidFill>
              </a:rPr>
              <a:t>Finn </a:t>
            </a:r>
            <a:r>
              <a:rPr lang="nb-NO" sz="1100" dirty="0" err="1">
                <a:solidFill>
                  <a:schemeClr val="tx1"/>
                </a:solidFill>
              </a:rPr>
              <a:t>kundecase</a:t>
            </a:r>
            <a:r>
              <a:rPr lang="nb-NO" sz="11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Pil: femkant 9">
            <a:extLst>
              <a:ext uri="{FF2B5EF4-FFF2-40B4-BE49-F238E27FC236}">
                <a16:creationId xmlns:a16="http://schemas.microsoft.com/office/drawing/2014/main" id="{2249AA60-676C-41C8-827B-A71744D03D50}"/>
              </a:ext>
            </a:extLst>
          </p:cNvPr>
          <p:cNvSpPr/>
          <p:nvPr/>
        </p:nvSpPr>
        <p:spPr>
          <a:xfrm>
            <a:off x="3773714" y="3445428"/>
            <a:ext cx="1915886" cy="6066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dirty="0">
                <a:solidFill>
                  <a:schemeClr val="tx1"/>
                </a:solidFill>
              </a:rPr>
              <a:t>Skriv case (Tripletex)</a:t>
            </a:r>
          </a:p>
        </p:txBody>
      </p:sp>
      <p:sp>
        <p:nvSpPr>
          <p:cNvPr id="11" name="Pil: femkant 10">
            <a:extLst>
              <a:ext uri="{FF2B5EF4-FFF2-40B4-BE49-F238E27FC236}">
                <a16:creationId xmlns:a16="http://schemas.microsoft.com/office/drawing/2014/main" id="{5C39C298-88E0-4935-B08A-BAC7E05E8501}"/>
              </a:ext>
            </a:extLst>
          </p:cNvPr>
          <p:cNvSpPr/>
          <p:nvPr/>
        </p:nvSpPr>
        <p:spPr>
          <a:xfrm>
            <a:off x="5829528" y="3445428"/>
            <a:ext cx="1915886" cy="6066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dirty="0">
                <a:solidFill>
                  <a:schemeClr val="tx1"/>
                </a:solidFill>
              </a:rPr>
              <a:t>Markedsfør </a:t>
            </a:r>
          </a:p>
        </p:txBody>
      </p:sp>
    </p:spTree>
    <p:extLst>
      <p:ext uri="{BB962C8B-B14F-4D97-AF65-F5344CB8AC3E}">
        <p14:creationId xmlns:p14="http://schemas.microsoft.com/office/powerpoint/2010/main" val="110538670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ompany 2021">
  <a:themeElements>
    <a:clrScheme name="Company 202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DF4E6"/>
      </a:accent1>
      <a:accent2>
        <a:srgbClr val="F5E4C7"/>
      </a:accent2>
      <a:accent3>
        <a:srgbClr val="E8F3E1"/>
      </a:accent3>
      <a:accent4>
        <a:srgbClr val="C6E7C1"/>
      </a:accent4>
      <a:accent5>
        <a:srgbClr val="DA291C"/>
      </a:accent5>
      <a:accent6>
        <a:srgbClr val="BF0900"/>
      </a:accent6>
      <a:hlink>
        <a:srgbClr val="BF0900"/>
      </a:hlink>
      <a:folHlink>
        <a:srgbClr val="5B462B"/>
      </a:folHlink>
    </a:clrScheme>
    <a:fontScheme name="Folio">
      <a:majorFont>
        <a:latin typeface="Verdana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Verdana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5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1Mal Storebrand.potx" id="{7F0A0B8F-582E-4391-A12A-4AE06402904B}" vid="{8A3F6345-033A-4FB2-A0B0-D53F1E2FCDB5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ebcfce1-5823-48d2-ad4a-6ffd98389b0d" xsi:nil="true"/>
    <lcf76f155ced4ddcb4097134ff3c332f xmlns="1583ab8d-8bf9-4e4b-9234-373895614aa2">
      <Terms xmlns="http://schemas.microsoft.com/office/infopath/2007/PartnerControls"/>
    </lcf76f155ced4ddcb4097134ff3c332f>
    <SharedWithUsers xmlns="eebcfce1-5823-48d2-ad4a-6ffd98389b0d">
      <UserInfo>
        <DisplayName/>
        <AccountId xsi:nil="true"/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92797F43A1AA41A73B6984EE5F6563" ma:contentTypeVersion="13" ma:contentTypeDescription="Create a new document." ma:contentTypeScope="" ma:versionID="b91504213670c49cd74b42f5f4707c67">
  <xsd:schema xmlns:xsd="http://www.w3.org/2001/XMLSchema" xmlns:xs="http://www.w3.org/2001/XMLSchema" xmlns:p="http://schemas.microsoft.com/office/2006/metadata/properties" xmlns:ns2="1583ab8d-8bf9-4e4b-9234-373895614aa2" xmlns:ns3="eebcfce1-5823-48d2-ad4a-6ffd98389b0d" targetNamespace="http://schemas.microsoft.com/office/2006/metadata/properties" ma:root="true" ma:fieldsID="07ecd03aefc2d711b1fc489d2e5527e1" ns2:_="" ns3:_="">
    <xsd:import namespace="1583ab8d-8bf9-4e4b-9234-373895614aa2"/>
    <xsd:import namespace="eebcfce1-5823-48d2-ad4a-6ffd98389b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83ab8d-8bf9-4e4b-9234-373895614a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90f9247-10a2-44e6-a579-5446f749d12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bcfce1-5823-48d2-ad4a-6ffd98389b0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e2ef1c7-27ce-40b9-956e-8907e4257748}" ma:internalName="TaxCatchAll" ma:showField="CatchAllData" ma:web="eebcfce1-5823-48d2-ad4a-6ffd98389b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5AAFA5-23CF-42B3-A21F-439DDE05FDB6}">
  <ds:schemaRefs>
    <ds:schemaRef ds:uri="64d7575a-d24b-4b2d-82a6-e48942679143"/>
    <ds:schemaRef ds:uri="6f78209a-9f61-46b3-8c83-a35e8fba11c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B0274F1-049F-4AD8-8627-5BD94632DB45}"/>
</file>

<file path=customXml/itemProps3.xml><?xml version="1.0" encoding="utf-8"?>
<ds:datastoreItem xmlns:ds="http://schemas.openxmlformats.org/officeDocument/2006/customXml" ds:itemID="{4CE5F421-F694-448B-9EB8-7D3B6D74C4D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347</TotalTime>
  <Words>311</Words>
  <Application>Microsoft Office PowerPoint</Application>
  <PresentationFormat>Skjermfremvisning (16:9)</PresentationFormat>
  <Paragraphs>51</Paragraphs>
  <Slides>8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8</vt:i4>
      </vt:variant>
    </vt:vector>
  </HeadingPairs>
  <TitlesOfParts>
    <vt:vector size="14" baseType="lpstr">
      <vt:lpstr>Arial</vt:lpstr>
      <vt:lpstr>Calibri</vt:lpstr>
      <vt:lpstr>Lucida Grande</vt:lpstr>
      <vt:lpstr>Segoe UI</vt:lpstr>
      <vt:lpstr>Verdana</vt:lpstr>
      <vt:lpstr>Company 2021</vt:lpstr>
      <vt:lpstr>Status Tripletex</vt:lpstr>
      <vt:lpstr>Status Tripletex 2022</vt:lpstr>
      <vt:lpstr>Vi identifisert fire hypoteser som vil gi merverdi i for kunden og styrke verdiforslaget mellom Tripletex og Storebrand</vt:lpstr>
      <vt:lpstr>Overordnet prosess A-meldingen </vt:lpstr>
      <vt:lpstr>Vunnet 2021 og 2022: statistikk på partnere som prioriteres inn i A-meldingsprosessen </vt:lpstr>
      <vt:lpstr>Neste steg </vt:lpstr>
      <vt:lpstr>Spørsmål?</vt:lpstr>
      <vt:lpstr>Prosesser / Veien videre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Tripletex hypoteser  Pensjon</dc:title>
  <dc:creator>Øyen, Martin</dc:creator>
  <cp:lastModifiedBy>Øyen, Martin</cp:lastModifiedBy>
  <cp:revision>4</cp:revision>
  <dcterms:created xsi:type="dcterms:W3CDTF">2022-02-28T13:25:09Z</dcterms:created>
  <dcterms:modified xsi:type="dcterms:W3CDTF">2022-03-20T20:02:37Z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c3d8a03-6c4f-48cf-a1a6-1b38e749645c_Enabled">
    <vt:lpwstr>true</vt:lpwstr>
  </property>
  <property fmtid="{D5CDD505-2E9C-101B-9397-08002B2CF9AE}" pid="3" name="MSIP_Label_8c3d8a03-6c4f-48cf-a1a6-1b38e749645c_SetDate">
    <vt:lpwstr>2020-12-17T08:36:32Z</vt:lpwstr>
  </property>
  <property fmtid="{D5CDD505-2E9C-101B-9397-08002B2CF9AE}" pid="4" name="MSIP_Label_8c3d8a03-6c4f-48cf-a1a6-1b38e749645c_Method">
    <vt:lpwstr>Standard</vt:lpwstr>
  </property>
  <property fmtid="{D5CDD505-2E9C-101B-9397-08002B2CF9AE}" pid="5" name="MSIP_Label_8c3d8a03-6c4f-48cf-a1a6-1b38e749645c_Name">
    <vt:lpwstr>Internal</vt:lpwstr>
  </property>
  <property fmtid="{D5CDD505-2E9C-101B-9397-08002B2CF9AE}" pid="6" name="MSIP_Label_8c3d8a03-6c4f-48cf-a1a6-1b38e749645c_SiteId">
    <vt:lpwstr>44b5383f-aeed-4959-a674-24d907b93966</vt:lpwstr>
  </property>
  <property fmtid="{D5CDD505-2E9C-101B-9397-08002B2CF9AE}" pid="7" name="MSIP_Label_8c3d8a03-6c4f-48cf-a1a6-1b38e749645c_ActionId">
    <vt:lpwstr>a15721ed-75a1-4e50-9fd1-02fbdf5edc3e</vt:lpwstr>
  </property>
  <property fmtid="{D5CDD505-2E9C-101B-9397-08002B2CF9AE}" pid="8" name="MSIP_Label_8c3d8a03-6c4f-48cf-a1a6-1b38e749645c_ContentBits">
    <vt:lpwstr>0</vt:lpwstr>
  </property>
  <property fmtid="{D5CDD505-2E9C-101B-9397-08002B2CF9AE}" pid="9" name="ContentTypeId">
    <vt:lpwstr>0x0101004A92797F43A1AA41A73B6984EE5F6563</vt:lpwstr>
  </property>
  <property fmtid="{D5CDD505-2E9C-101B-9397-08002B2CF9AE}" pid="10" name="_AdHocReviewCycleID">
    <vt:i4>34899812</vt:i4>
  </property>
  <property fmtid="{D5CDD505-2E9C-101B-9397-08002B2CF9AE}" pid="11" name="_NewReviewCycle">
    <vt:lpwstr/>
  </property>
  <property fmtid="{D5CDD505-2E9C-101B-9397-08002B2CF9AE}" pid="12" name="_EmailSubject">
    <vt:lpwstr>Pptx filer</vt:lpwstr>
  </property>
  <property fmtid="{D5CDD505-2E9C-101B-9397-08002B2CF9AE}" pid="13" name="_AuthorEmail">
    <vt:lpwstr>birgitte.ullevoldsater@storebrand.no</vt:lpwstr>
  </property>
  <property fmtid="{D5CDD505-2E9C-101B-9397-08002B2CF9AE}" pid="14" name="_AuthorEmailDisplayName">
    <vt:lpwstr>Ullevoldsæter, Birgitte</vt:lpwstr>
  </property>
  <property fmtid="{D5CDD505-2E9C-101B-9397-08002B2CF9AE}" pid="15" name="_PreviousAdHocReviewCycleID">
    <vt:i4>249612265</vt:i4>
  </property>
  <property fmtid="{D5CDD505-2E9C-101B-9397-08002B2CF9AE}" pid="16" name="Order">
    <vt:r8>2000</vt:r8>
  </property>
  <property fmtid="{D5CDD505-2E9C-101B-9397-08002B2CF9AE}" pid="17" name="xd_Signature">
    <vt:bool>false</vt:bool>
  </property>
  <property fmtid="{D5CDD505-2E9C-101B-9397-08002B2CF9AE}" pid="18" name="xd_ProgID">
    <vt:lpwstr/>
  </property>
  <property fmtid="{D5CDD505-2E9C-101B-9397-08002B2CF9AE}" pid="19" name="_SourceUrl">
    <vt:lpwstr/>
  </property>
  <property fmtid="{D5CDD505-2E9C-101B-9397-08002B2CF9AE}" pid="20" name="_SharedFileIndex">
    <vt:lpwstr/>
  </property>
  <property fmtid="{D5CDD505-2E9C-101B-9397-08002B2CF9AE}" pid="21" name="ComplianceAssetId">
    <vt:lpwstr/>
  </property>
  <property fmtid="{D5CDD505-2E9C-101B-9397-08002B2CF9AE}" pid="22" name="TemplateUrl">
    <vt:lpwstr/>
  </property>
  <property fmtid="{D5CDD505-2E9C-101B-9397-08002B2CF9AE}" pid="23" name="_ExtendedDescription">
    <vt:lpwstr/>
  </property>
  <property fmtid="{D5CDD505-2E9C-101B-9397-08002B2CF9AE}" pid="24" name="TriggerFlowInfo">
    <vt:lpwstr/>
  </property>
</Properties>
</file>